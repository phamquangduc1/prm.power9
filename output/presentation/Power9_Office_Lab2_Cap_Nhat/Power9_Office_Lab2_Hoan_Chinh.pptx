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8288000" cy="10287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Power9 Office Routine giúp nhân viên văn phòng tự chọn những hoạt động ngắn phù hợp khoảng nghỉ. Sản phẩm phục vụ ba persona chính ngang nhau là Huy, Mai và Linh. Nhóm phân tích nhu cầu, tạo UI bằng Stitch, phản biện, tinh chỉnh, dựng prototype trong Figma và bàn giao Flutter. Chín nhóm nội dung là hướng văn phòng theo gợi ý của giảng viên, không phải nguyên văn chín tên Power 9 gốc. Lab này bàn giao thiết kế và prototype, chưa triển khai ứng dụng hay backend.</a:t>
            </a:r>
          </a:p>
          <a:p/>
          <a:p>
            <a:r>
              <a:t>NGUỒN</a:t>
            </a:r>
          </a:p>
          <a:p>
            <a:r>
              <a:t>Hướng dẫn trình bày, mục 2: https://github.com/PhamQuangDuc1/PRM.POWER9/blob/aed77f1ccd9b8721816932cc7471992fbb7b7be8/output/presentation/Power9_Office_Lab2/sources/guidelines/PRM323_Lab2_HuongDan_Slide_Presentation_Demo.docx</a:t>
            </a:r>
          </a:p>
          <a:p>
            <a:r>
              <a:t>Figma hiện hành: https://www.figma.com/design/MTv5qJbn065VYJQIXausoq</a:t>
            </a:r>
          </a:p>
          <a:p>
            <a:r>
              <a:t>GitHub dự án: https://github.com/PhamQuangDuc1/PRM.POWER9</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Khoảng nghỉ ngắn dễ bị công việc lấn át. Huy thường ngồi lâu, quên nghỉ và cần thao tác ít bước. Mai muốn hoạt động dễ bắt đầu, giảm căng thẳng và kết nối tự nguyện. Linh hay bị ngắt quãng bởi lịch họp, nên cần đổi lịch và chủ động giờ yên lặng. Ba người có ưu tiên ngang nhau trong cùng một ứng dụng. Những ngưỡng thời gian trên slide chỉ là mục tiêu kiểm thử. Nhóm chưa khảo sát persona hoặc đo các chỉ số này với người dùng thực.</a:t>
            </a:r>
          </a:p>
          <a:p/>
          <a:p>
            <a:r>
              <a:t>NGUỒN</a:t>
            </a:r>
          </a:p>
          <a:p>
            <a:r>
              <a:t>Ba persona và nhu cầu: https://github.com/PhamQuangDuc1/PRM.POWER9/blob/aed77f1ccd9b8721816932cc7471992fbb7b7be8/ux/persona.md</a:t>
            </a:r>
          </a:p>
          <a:p>
            <a:r>
              <a:t>Phạm vi và tiêu chí Lab 2: https://github.com/PhamQuangDuc1/PRM.POWER9/blob/aed77f1ccd9b8721816932cc7471992fbb7b7be8/output/presentation/Power9_Office_Lab2/sources/guidelines/PRM323_Lab2_HuongDan_Slide_Presentation_Demo.docx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Mười màn chức năng chia thành bốn tab cấp cao và sáu màn cấp con. Từ Hôm nay mở Khám phá hoặc Tiến độ. Khám phá chứa đủ chín nhóm, mỗi nhóm mở và thu gọn được. Chọn một hoạt động sẽ vào Chi tiết rồi đặt Lịch. Góc làm việc và Ngủ là các màn hướng dẫn chuyên biệt trong những nhóm tương ứng. Mỗi màn có đường truy cập trong prototype. Dialog, bộ lọc và snapshot dữ liệu không được tính thêm vào số màn chức năng.</a:t>
            </a:r>
          </a:p>
          <a:p/>
          <a:p>
            <a:r>
              <a:t>NGUỒN</a:t>
            </a:r>
          </a:p>
          <a:p>
            <a:r>
              <a:t>IA và mapping flow: https://github.com/PhamQuangDuc1/PRM.POWER9/blob/aed77f1ccd9b8721816932cc7471992fbb7b7be8/ux/user-flow.md</a:t>
            </a:r>
          </a:p>
          <a:p>
            <a:r>
              <a:t>Figma 01 User Flow: https://www.figma.com/design/MTv5qJbn065VYJQIXausoq?node-id=7-4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F01 đại diện Mai: lọc hoạt động tối đa năm phút, xem chi tiết, đặt lịch, gặp lỗi lưu và thử lại. Đích là Home có việc mới và tiến độ một trên bốn. F02 đại diện Huy: bắt đầu phiên nghỉ, tạm dừng, thử overlay rời phiên, rồi kết thúc và ghi nhận. Demo dùng nhánh kết thúc sớm 45 giây để không phải chờ ba phút. F03 đại diện Linh: đổi Tổng kết công việc từ 17:30 sang 18:00. Lỗi giữ form và giờ cũ trên Home. Sau lưu thành công, Home hiện giờ mới nhưng không tăng số hoạt động.</a:t>
            </a:r>
          </a:p>
          <a:p/>
          <a:p>
            <a:r>
              <a:t>NGUỒN</a:t>
            </a:r>
          </a:p>
          <a:p>
            <a:r>
              <a:t>Đặc tả ba flow: https://github.com/PhamQuangDuc1/PRM.POWER9/blob/aed77f1ccd9b8721816932cc7471992fbb7b7be8/ux/user-flow.md</a:t>
            </a:r>
          </a:p>
          <a:p>
            <a:r>
              <a:t>Figma 06 Prototype: https://www.figma.com/design/MTv5qJbn065VYJQIXausoq?node-id=10-14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Nhóm dùng Google Stitch để tạo UI từ mười wireframe Office đã chốt. Prompt quy định ba persona, Android, chín nhóm nội dung, màu xanh biển, font Be Vietnam Pro và hai chiều rộng 360, 412. Người dùng đã xác nhận gửi nguyên văn 100% các prompt Office do trợ lý cung cấp trên dự án Stitch mới. Bên phải là ảnh output Stitch thật. Toàn văn prompt giữ trong notes và nguồn GitHub. Codex hỗ trợ phân tích, phản biện, kiểm tra và biên soạn tài liệu. Nhóm quyết định giữ, sửa hoặc loại đề xuất dựa trên nhiệm vụ và bằng chứng.</a:t>
            </a:r>
          </a:p>
          <a:p/>
          <a:p>
            <a:r>
              <a:t>TOÀN VĂN PROMPT LƯU</a:t>
            </a:r>
          </a:p>
          <a:p>
            <a:r>
              <a:t>Từ đúng 10 wireframe Power9 Office Routine đang chọn, tạo 1 bộ UI hoàn chỉnh đầu tiên gồm 10 màn tương ứng. Giữ nguyên bộ wireframe để đối chiếu. Bộ UI mới đặt tên OFFICE-UI01-S01 đến OFFICE-UI01-S10 trên canvas, không ghi mã trong giao diện.</a:t>
            </a:r>
          </a:p>
          <a:p/>
          <a:p>
            <a:r>
              <a:t>ĐÂY LÀ GIAI ĐOẠN UI, KHÔNG PHẢI LÀM LẠI WIREFRAME.</a:t>
            </a:r>
          </a:p>
          <a:p>
            <a:r>
              <a:t>Giữ nhiệm vụ, thứ tự nội dung chính, điều hướng và dữ liệu mẫu đã chốt. Không tự thêm login, onboarding, tài khoản, chuông, chat, HR hoặc màn chức năng khác. Không tạo bảng style riêng ở lượt này.</a:t>
            </a:r>
          </a:p>
          <a:p/>
          <a:p>
            <a:r>
              <a:t>SẢN PHẨM</a:t>
            </a:r>
          </a:p>
          <a:p>
            <a:r>
              <a:t>3 persona chính ngang nhau: Huy 28 (vận động/tư thế/góc làm việc/lịch linh hoạt), Mai 24 (ăn uống/giảm căng thẳng/kết nối), Linh 39 (phục hồi/mục tiêu/cân bằng). Không chọn persona trong app. Giữ đủ 9 nhóm văn phòng qua Khám phá; không đổi về 9 tên nguyên tắc Blue Zones gốc; không ép 9/9 mỗi ngày. Số lượng, thứ tự và thời lượng dùng chữ số.</a:t>
            </a:r>
          </a:p>
          <a:p/>
          <a:p>
            <a:r>
              <a:t>PHONG CÁCH UI</a:t>
            </a:r>
          </a:p>
          <a:p>
            <a:r>
              <a:t>Kế thừa phong cách xanh biển bình tĩnh của UI tham chiếu tôi cung cấp. Nếu không có ảnh tham chiếu, theo chính xác bảng màu và thông số dưới, không tự nhận đã xem UI cũ.</a:t>
            </a:r>
          </a:p>
          <a:p>
            <a:r>
              <a:t>- Nền #F5F8FD, surface/card #FFFFFF.</a:t>
            </a:r>
          </a:p>
          <a:p>
            <a:r>
              <a:t>- Chữ chính #152C46, chữ phụ #4C627A.</a:t>
            </a:r>
          </a:p>
          <a:p>
            <a:r>
              <a:t>- Nút/action chính #1E5AA8, chữ trên nút #FFFFFF.</a:t>
            </a:r>
          </a:p>
          <a:p>
            <a:r>
              <a:t>- Nền selected #EAF2FC, viền điều khiển #71839A.</a:t>
            </a:r>
          </a:p>
          <a:p>
            <a:r>
              <a:t>- Đỏ #A7332A chỉ khi có lỗi, đi cùng nhãn; chưa tạo error state ở lượt này.</a:t>
            </a:r>
          </a:p>
          <a:p>
            <a:r>
              <a:t>- Font Be Vietnam Pro, Roboto fallback; title 24/32, heading 20/28, body 16/24, label/navigation/trợ giúp tối thiểu 14/20.</a:t>
            </a:r>
          </a:p>
          <a:p>
            <a:r>
              <a:t>- Spacing 4/8/12/16/24/32; lề 16.</a:t>
            </a:r>
          </a:p>
          <a:p>
            <a:r>
              <a:t>- Radius input 8, button 12, card 16. Bóng nhẹ khi cần phân cấp, không lạm dụng card lồng nhau.</a:t>
            </a:r>
          </a:p>
          <a:p>
            <a:r>
              <a:t>- Không gradient neon, glow, ảnh nền lớn hoặc dashboard dày thông tin. Không tự thêm ảnh trang trí vào các màn.</a:t>
            </a:r>
          </a:p>
          <a:p>
            <a:r>
              <a:t>- Không mang quy tắc góc vuông/grayscale của low-fi sang UI: có thể bo góc và dùng màu theo token trên, nhưng không đổi cấu trúc nhiệm vụ.</a:t>
            </a:r>
          </a:p>
          <a:p/>
          <a:p>
            <a:r>
              <a:t>LOGO</a:t>
            </a:r>
          </a:p>
          <a:p>
            <a:r>
              <a:t>Dùng nguyên ảnh power9-logo-3d.png tôi đính kèm do tôi tự thiết kế. Đặt vùng 40×40 tại header Home, giữ tỉ lệ và màu, cạnh tên Power9 Office Routine. Bỏ dòng Hệ thống đồng hành và v1.0 nếu còn trong wireframe. Không vẽ lại/recolor/crop logo, không dùng gradient logo làm nền toàn UI. Nếu không chèn đúng asset, giữ placeholder rồi báo rõ để thay file thật trong Figma; không tạo logo gần giống.</a:t>
            </a:r>
          </a:p>
          <a:p/>
          <a:p>
            <a:r>
              <a:t>10 MÀN VÀ ĐIỀU HƯỚNG</a:t>
            </a:r>
          </a:p>
          <a:p>
            <a:r>
              <a:t>S01 Hôm nay: giữ 3 việc/giờ, 1/3 hoàn thành, Khám phá/Tiến độ; check-in tách với chạm tên mở chi tiết. Không cào bằng nhu cầu 3 persona bằng cách tạo 3 hồ sơ trên Home.</a:t>
            </a:r>
          </a:p>
          <a:p>
            <a:r>
              <a:t>S02 Ăn uống: bữa trưa có chú ý, 3 bước ngắn, Đã thực hiện, Xem tiến độ.</a:t>
            </a:r>
          </a:p>
          <a:p>
            <a:r>
              <a:t>S03 Thư giãn: Nghỉ sau cuộc họp, timer 03:00 và Bắt đầu; chưa bắt đầu thì chưa hoàn thành.</a:t>
            </a:r>
          </a:p>
          <a:p>
            <a:r>
              <a:t>S04 Kết nối: 2 hoạt động đồng nghiệp tự nguyện, chọn hoạt động tới Chi tiết; không tự gửi lời mời.</a:t>
            </a:r>
          </a:p>
          <a:p>
            <a:r>
              <a:t>S05 Khám phá: đủ 9 nhóm, tìm kiếm/filter thời lượng áp dụng hoạt động, mở nhóm Kết nối với 2 hoạt động, danh mục cuộn.</a:t>
            </a:r>
          </a:p>
          <a:p>
            <a:r>
              <a:t>S06 Chi tiết thói quen: Rủ đồng nghiệp đi bộ, 5 phút, mục đích/3 bước, tự nguyện, Chọn lịch thực hiện. Trạng thái chưa thêm, không Đổi lịch hoặc Hoàn thành trên màn này.</a:t>
            </a:r>
          </a:p>
          <a:p>
            <a:r>
              <a:t>S07 Lịch thói quen: đúng tên hoạt động, ngày 26/10/2026, nhắc bật 12:00, giờ yên lặng 18:00–08:00 hôm sau, Lưu lịch/Hủy. Giờ 24h. Tắt nhắc không bắt giờ; lưu không đồng nghĩa hoàn thành; không tự dời giờ nhắc vào lúc khác.</a:t>
            </a:r>
          </a:p>
          <a:p>
            <a:r>
              <a:t>S08 Tiến độ: khớp Home 1/3 và đúng tên/giờ 3 hoạt động; riêng tư, không ranking/điểm tuổi thọ.</a:t>
            </a:r>
          </a:p>
          <a:p>
            <a:r>
              <a:t>S09 Góc làm việc: checklist 3 mục và Đã kiểm tra; đây là 1 hoạt động, không tự tính 2 nhóm hoàn thành. Không cảm biến/chẩn đoán.</a:t>
            </a:r>
          </a:p>
          <a:p>
            <a:r>
              <a:t>S10 Ngủ &amp; phục hồi: Chuẩn bị nghỉ tối, 2 gợi ý, Chọn giờ nhắc tới S07 với đúng dữ liệu. Không đo giấc ngủ hoặc xác nhận Đã ngủ đủ.</a:t>
            </a:r>
          </a:p>
          <a:p/>
          <a:p>
            <a:r>
              <a:t>Chỉ S01–S04 có 4 tab Hôm nay/Ăn uống/Thư giãn/Kết nối; chọn đúng tab bằng icon, nhãn và chỉ báo ngoài màu.</a:t>
            </a:r>
          </a:p>
          <a:p>
            <a:r>
              <a:t>S05–S10 có Back và đúng tên chức năng, không bottom navigation. Back trở về đúng nguồn, giữ nhóm/bộ lọc khi cần; Hủy không lưu. S06/S07 là template dùng chung theo dữ liệu hoạt động; chưa tạo thêm frame biến thể.</a:t>
            </a:r>
          </a:p>
          <a:p/>
          <a:p>
            <a:r>
              <a:t>CHUẨN HÓA TỪ KIỂM TRA ZIP</a:t>
            </a:r>
          </a:p>
          <a:p>
            <a:r>
              <a:t>- Frame gốc 360×800 cho cả 10, không desktop wrapper có khoảng trắng 2 bên; kiểm tra thêm rộng 412.</a:t>
            </a:r>
          </a:p>
          <a:p>
            <a:r>
              <a:t>- Nội dung dài cuộn trong vùng giữa app bar và footer/navigation, không cắt CTA ở S05/S07/S10 hoặc thu nhỏ chữ để ép vừa.</a:t>
            </a:r>
          </a:p>
          <a:p>
            <a:r>
              <a:t>- Tất cả chữ nhãn/trợ giúp/navigation ≥14, sửa các chữ 11–13 còn sót từ nguồn. Body ưu tiên 16.</a:t>
            </a:r>
          </a:p>
          <a:p>
            <a:r>
              <a:t>- Vùng chạm thật ≥48×48 cho Back, checkbox, switch, filter và link phụ; hình icon có thể nhỏ hơn nhưng hit area phải đủ.</a:t>
            </a:r>
          </a:p>
          <a:p>
            <a:r>
              <a:t>- Text thông thường tương phản ≥4.5:1; chữ lớn/điều khiển theo yêu cầu ≥3:1. Không chỉ dựa màu truyền đạt trạng thái.</a:t>
            </a:r>
          </a:p>
          <a:p>
            <a:r>
              <a:t>- Không đưa mã S01–S10 vào app bar, nội dung hoặc nút. Tên frame bên ngoài ví dụ OFFICE-UI01-S07 — Lịch thói quen; bên trong chỉ Lịch thói quen.</a:t>
            </a:r>
          </a:p>
          <a:p/>
          <a:p>
            <a:r>
              <a:t>ĐẦU RA</a:t>
            </a:r>
          </a:p>
          <a:p>
            <a:r>
              <a:t>Đúng 10 màn UI mặc định trong 1 bộ riêng, xếp 2 hàng × 5 màn theo S01–S10. Giữ wireframe gốc. Chưa tạo empty/loading/error/dialog hoặc màn chức năng khác trong lượt này. Chưa coi prototype hoặc accessibility đã đạt nếu chưa kiểm tra thật.</a:t>
            </a:r>
          </a:p>
          <a:p>
            <a:r>
              <a:t>Dừng sau bộ UI đầu tiên để tôi chụp và phản biện tổng thể trước các vòng cải tiến.</a:t>
            </a:r>
          </a:p>
          <a:p/>
          <a:p/>
          <a:p>
            <a:r>
              <a:t>NGUỒN</a:t>
            </a:r>
          </a:p>
          <a:p>
            <a:r>
              <a:t>Prompt UI01 lưu trong dự án: https://github.com/PhamQuangDuc1/PRM.POWER9/blob/aed77f1ccd9b8721816932cc7471992fbb7b7be8/ai/prompts/OFFICE-UI01-from-final-wireframe.md</a:t>
            </a:r>
          </a:p>
          <a:p>
            <a:r>
              <a:t>Brief và AI log: https://github.com/PhamQuangDuc1/PRM.POWER9/blob/aed77f1ccd9b8721816932cc7471992fbb7b7be8/ai/ai-design-log.md</a:t>
            </a:r>
          </a:p>
          <a:p>
            <a:r>
              <a:t>Dự án Stitch: https://stitch.withgoogle.com/projects/2176700449127941467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Ba vòng có mục tiêu khác nhau. Vòng một sửa typography: cấu hình fallback khiến trình duyệt render Times New Roman, khác brief. Cặp ảnh là kiểm chứng Chrome cục bộ, không phải ảnh sửa trực tiếp trên Stitch. Vòng hai giảm nội dung phụ, giữ rõ tên hoạt động và hành động chính. Vòng ba xử lý tính liên tục của nhiệm vụ: state lỗi từng đổi sang Thiền và Thở sâu, với ngày giờ và thời lượng khác. Bản Figma đã chuẩn hóa cùng dữ liệu form và có đường Thử lại. Ảnh nguồn được giữ riêng để không ghi đè lịch sử.</a:t>
            </a:r>
          </a:p>
          <a:p/>
          <a:p>
            <a:r>
              <a:t>NGUỒN</a:t>
            </a:r>
          </a:p>
          <a:p>
            <a:r>
              <a:t>3 vòng và bộ ảnh nguồn: https://github.com/PhamQuangDuc1/PRM.POWER9/blob/aed77f1ccd9b8721816932cc7471992fbb7b7be8/docs/SLIDE-3-VONG-PHAN-BIEN.md</a:t>
            </a:r>
          </a:p>
          <a:p>
            <a:r>
              <a:t>Phản biện C01–C03: https://github.com/PhamQuangDuc1/PRM.POWER9/blob/aed77f1ccd9b8721816932cc7471992fbb7b7be8/ai/critiques/OFFICE-3-MAIN-CRITIQUES.md</a:t>
            </a:r>
          </a:p>
          <a:p>
            <a:r>
              <a:t>Nielsen heuristics: https://www.nngroup.com/articles/ten-usability-heuristics/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Nhóm chấp nhận sửa font theo Nielsen 4 về tính nhất quán. Nhóm chấp nhận giảm banner và hiện đủ tên để Mai tìm hoạt động trong giờ nghỉ. Với lỗi lưu, nhóm điều chỉnh output AI để Linh không mất tên hoạt động, ngày và giờ khi bị ngắt quãng. Nhóm từ chối nhịp tim và điểm sức khỏe vì chưa có dữ liệu đo. Nhóm sửa mở và thu gọn cho cả chín nhóm Khám phá theo quyền kiểm soát và tính nhất quán. Năm phát hiện, quyết định và lý do đều có ngay trên slide.</a:t>
            </a:r>
          </a:p>
          <a:p/>
          <a:p>
            <a:r>
              <a:t>NGUỒN</a:t>
            </a:r>
          </a:p>
          <a:p>
            <a:r>
              <a:t>Quyết định và lý do: https://github.com/PhamQuangDuc1/PRM.POWER9/blob/aed77f1ccd9b8721816932cc7471992fbb7b7be8/design/design-decisions.md</a:t>
            </a:r>
          </a:p>
          <a:p>
            <a:r>
              <a:t>Review trạng thái OI03: https://github.com/PhamQuangDuc1/PRM.POWER9/blob/aed77f1ccd9b8721816932cc7471992fbb7b7be8/ai/critiques/OFFICE-OI03-expanded-review.md</a:t>
            </a:r>
          </a:p>
          <a:p>
            <a:r>
              <a:t>Figma UI hiện hành: https://www.figma.com/design/MTv5qJbn065VYJQIXausoq?node-id=27-3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Bên trái là wireframe S07 render từ HTML nguồn Stitch đã chốt; bên cạnh là S07 native trong Figma. Nhóm giữ cấu trúc nhiệm vụ rồi bổ sung màu, phân cấp và component. Bên phải là ảnh bộ mười màn native ở mốc hoàn thiện UI, trước bổ sung tương tác accordion. Phần mới nhất thể hiện ở slide prototype và link Figma. State empty, loading, error và dialog nằm cạnh màn cha. Chúng phục vụ hành vi nhưng không tăng số màn chức năng. Ảnh có nhãn xuất xứ để không nhầm Stitch với Figma.</a:t>
            </a:r>
          </a:p>
          <a:p/>
          <a:p>
            <a:r>
              <a:t>NGUỒN</a:t>
            </a:r>
          </a:p>
          <a:p>
            <a:r>
              <a:t>Wireframe nguồn Stitch S07: https://github.com/PhamQuangDuc1/PRM.POWER9/blob/aed77f1ccd9b8721816932cc7471992fbb7b7be8/output/presentation/Power9_Office_Lab2/sources/evidence/WIREFRAME-S07.png</a:t>
            </a:r>
          </a:p>
          <a:p>
            <a:r>
              <a:t>Figma 03 Final UI: https://www.figma.com/design/MTv5qJbn065VYJQIXausoq?node-id=27-3</a:t>
            </a:r>
          </a:p>
          <a:p>
            <a:r>
              <a:t>Nguồn ảnh và node: https://github.com/PhamQuangDuc1/PRM.POWER9/blob/aed77f1ccd9b8721816932cc7471992fbb7b7be8/output/presentation/Power9_Office_Lab2/sources/evidence-provenance.json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Design system có 37 biến: 12 màu primitive, 12 semantic alias, tám biến kích thước và khoảng cách, năm biến bo góc. Có sáu text style dùng Be Vietnam Pro và một effect style bóng card. Chín nhóm component bắt buộc có 35 biến thể. Accordion thêm 18 biến thể, thành mười nhóm với 53 biến thể. Các màn dùng instance, còn màu, padding, gap và radius có binding. Trong demo, nhóm sẽ chọn Button để chỉ Auto Layout và token thực tế, thay vì chỉ mở ảnh bảng màu.</a:t>
            </a:r>
          </a:p>
          <a:p/>
          <a:p>
            <a:r>
              <a:t>NGUỒN</a:t>
            </a:r>
          </a:p>
          <a:p>
            <a:r>
              <a:t>Figma 04 Design System: https://www.figma.com/design/MTv5qJbn065VYJQIXausoq?node-id=15-48</a:t>
            </a:r>
          </a:p>
          <a:p>
            <a:r>
              <a:t>Figma 05 Components: https://www.figma.com/design/MTv5qJbn065VYJQIXausoq?node-id=16-28</a:t>
            </a:r>
          </a:p>
          <a:p>
            <a:r>
              <a:t>Audit thư viện và accordion: https://github.com/PhamQuangDuc1/PRM.POWER9/blob/aed77f1ccd9b8721816932cc7471992fbb7b7be8/assets/figma/office-checkpoint.json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W3C quy định tương phản chữ thông thường tối thiểu 4.5 trên 1 và chữ lớn 3 trên 1. Bảng tính từ những cặp màu cụ thể, không phải chứng nhận toàn bộ WCAG. Android khuyến nghị vùng chạm ít nhất 48 dp. Nút chính cao 52, Back và header accordion có vùng chạm 48, chữ nội dung 16 và nhãn 14. Hai bản 360 và 412 đã kiểm tra bố cục và text overflow. Trạng thái dùng nhãn, dấu kiểm và chỉ báo ngoài màu. Nhóm chưa kiểm thử TalkBack, chữ phóng lớn hoặc người dùng thực.</a:t>
            </a:r>
          </a:p>
          <a:p/>
          <a:p>
            <a:r>
              <a:t>NGUỒN</a:t>
            </a:r>
          </a:p>
          <a:p>
            <a:r>
              <a:t>WCAG Contrast Minimum: https://www.w3.org/WAI/WCAG22/Understanding/contrast-minimum.html</a:t>
            </a:r>
          </a:p>
          <a:p>
            <a:r>
              <a:t>Android touch targets: https://support.google.com/accessibility/android/answer/7101858?hl=en</a:t>
            </a:r>
          </a:p>
          <a:p>
            <a:r>
              <a:t>Audit 360 / 412: https://github.com/PhamQuangDuc1/PRM.POWER9/blob/aed77f1ccd9b8721816932cc7471992fbb7b7be8/assets/figma/office-six-page-audit.json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Prototype có ba starting point cho Mai, Huy và Linh. Nhóm chạy đúng đường của từng nhiệm vụ, gồm ít nhất một lỗi và phục hồi. Cả chín nhóm đã mở và thu gọn được; thẻ hoặc mũi tên dẫn đúng chi tiết. Kiểm tra cuối có 323 phản ứng và không có đích liên kết hỏng. Con số này gồm điều hướng và tương tác nội bộ, không phải số nhiệm vụ. Timer, tìm kiếm và giờ nhắc dùng trạng thái mẫu. Demo sẽ giải thích điều này để không tạo cảm giác có đồng hồ, backend hoặc thông báo thật.</a:t>
            </a:r>
          </a:p>
          <a:p/>
          <a:p>
            <a:r>
              <a:t>NGUỒN</a:t>
            </a:r>
          </a:p>
          <a:p>
            <a:r>
              <a:t>Figma 06 Prototype: https://www.figma.com/design/MTv5qJbn065VYJQIXausoq?node-id=10-14</a:t>
            </a:r>
          </a:p>
          <a:p>
            <a:r>
              <a:t>Kiểm tra dữ liệu flow: https://github.com/PhamQuangDuc1/PRM.POWER9/blob/aed77f1ccd9b8721816932cc7471992fbb7b7be8/assets/figma/office-behavior-audit.json</a:t>
            </a:r>
          </a:p>
          <a:p>
            <a:r>
              <a:t>Kiểm tra accordion: https://github.com/PhamQuangDuc1/PRM.POWER9/blob/aed77f1ccd9b8721816932cc7471992fbb7b7be8/assets/figma/office-accordion-audit.json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Handoff Office có sáu mục cho mỗi màn: bố cục, component, trạng thái, tương tác, điều hướng và ràng buộc UI. Hai bảng mapping nối token sang Flutter và component sang widget. Ví dụ màu dùng ColorScheme, chữ dùng TextTheme và accordion dùng ExpansionTile hoặc widget tùy chỉnh. Lập trình viên cần triển khai thời gian thực, draft riêng dữ liệu đã lưu và chống ghi nhận trùng. Nhóm bàn giao thiết kế, chưa có ứng dụng Flutter hoặc backend. Trước buổi trình bày cần mở thử quyền Figma và tập ba flow. Tiếp theo là kiểm thử với người dùng, TalkBack và chữ phóng lớn.</a:t>
            </a:r>
          </a:p>
          <a:p/>
          <a:p>
            <a:r>
              <a:t>NGUỒN</a:t>
            </a:r>
          </a:p>
          <a:p>
            <a:r>
              <a:t>Handoff 10 màn, 6 mục/màn: https://github.com/PhamQuangDuc1/PRM.POWER9/blob/aed77f1ccd9b8721816932cc7471992fbb7b7be8/handoff/flutter-handoff.md</a:t>
            </a:r>
          </a:p>
          <a:p>
            <a:r>
              <a:t>Flutter ThemeData: https://docs.flutter.dev/cookbook/design/themes</a:t>
            </a:r>
          </a:p>
          <a:p>
            <a:r>
              <a:t>GitHub dự án: https://github.com/PhamQuangDuc1/PRM.POWER9</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8313400" cy="10287000"/>
          </a:xfrm>
          <a:prstGeom prst="rect">
            <a:avLst/>
          </a:prstGeom>
          <a:noFill/>
          <a:ln w="9525">
            <a:noFill/>
          </a:ln>
        </p:spPr>
      </p:pic>
      <p:sp>
        <p:nvSpPr>
          <p:cNvPr id="2051" name="Rectangle 3"/>
          <p:cNvSpPr>
            <a:spLocks noGrp="1" noChangeArrowheads="1"/>
          </p:cNvSpPr>
          <p:nvPr>
            <p:ph type="ctrTitle"/>
          </p:nvPr>
        </p:nvSpPr>
        <p:spPr>
          <a:xfrm>
            <a:off x="936626" y="1795463"/>
            <a:ext cx="16414750" cy="1624013"/>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939800" y="3633788"/>
            <a:ext cx="16424276" cy="26289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914400" y="9367838"/>
            <a:ext cx="4267200" cy="7143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 name="Rectangle 6"/>
          <p:cNvSpPr>
            <a:spLocks noGrp="1" noChangeArrowheads="1"/>
          </p:cNvSpPr>
          <p:nvPr>
            <p:ph type="ftr" sz="quarter" idx="3"/>
          </p:nvPr>
        </p:nvSpPr>
        <p:spPr bwMode="auto">
          <a:xfrm>
            <a:off x="6248400" y="9367838"/>
            <a:ext cx="5791200" cy="7143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1" name="Rectangle 7"/>
          <p:cNvSpPr>
            <a:spLocks noGrp="1" noChangeArrowheads="1"/>
          </p:cNvSpPr>
          <p:nvPr>
            <p:ph type="sldNum" sz="quarter" idx="4"/>
          </p:nvPr>
        </p:nvSpPr>
        <p:spPr bwMode="auto">
          <a:xfrm>
            <a:off x="13106400" y="9367838"/>
            <a:ext cx="4267200" cy="7143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46FDEA9-29B0-4000-9A8A-EA5137E778F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6" y="2564607"/>
            <a:ext cx="15773400" cy="4279106"/>
          </a:xfrm>
        </p:spPr>
        <p:txBody>
          <a:bodyPr anchor="b"/>
          <a:lstStyle>
            <a:lvl1pPr>
              <a:defRPr sz="9000"/>
            </a:lvl1pPr>
          </a:lstStyle>
          <a:p>
            <a:r>
              <a:rPr lang="en-US" smtClean="0"/>
              <a:t>Click to edit Master title style</a:t>
            </a:r>
            <a:endParaRPr lang="en-US"/>
          </a:p>
        </p:txBody>
      </p:sp>
      <p:sp>
        <p:nvSpPr>
          <p:cNvPr id="3" name="Text Placeholder 2"/>
          <p:cNvSpPr>
            <a:spLocks noGrp="1"/>
          </p:cNvSpPr>
          <p:nvPr>
            <p:ph type="body" idx="1"/>
          </p:nvPr>
        </p:nvSpPr>
        <p:spPr>
          <a:xfrm>
            <a:off x="1247776" y="6884195"/>
            <a:ext cx="15773400" cy="2250281"/>
          </a:xfrm>
        </p:spPr>
        <p:txBody>
          <a:bodyPr/>
          <a:lstStyle>
            <a:lvl1pPr marL="0" indent="0">
              <a:buNone/>
              <a:defRPr sz="3600"/>
            </a:lvl1pPr>
            <a:lvl2pPr marL="685800" indent="0">
              <a:buNone/>
              <a:defRPr sz="3000"/>
            </a:lvl2pPr>
            <a:lvl3pPr marL="1371600" indent="0">
              <a:buNone/>
              <a:defRPr sz="27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1762125"/>
            <a:ext cx="8077200" cy="74295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9296400" y="1762125"/>
            <a:ext cx="8077200" cy="74295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60476" y="547688"/>
            <a:ext cx="15773400" cy="198834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1260476" y="2521745"/>
            <a:ext cx="7737474"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1260476" y="3757613"/>
            <a:ext cx="7737474" cy="552688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9258300" y="2521745"/>
            <a:ext cx="7775576"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9258300" y="3757613"/>
            <a:ext cx="7775576" cy="552688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60476" y="685800"/>
            <a:ext cx="5899150" cy="2400300"/>
          </a:xfrm>
        </p:spPr>
        <p:txBody>
          <a:bodyPr anchor="b"/>
          <a:lstStyle>
            <a:lvl1pPr>
              <a:defRPr sz="4800"/>
            </a:lvl1pPr>
          </a:lstStyle>
          <a:p>
            <a:r>
              <a:rPr lang="en-US" smtClean="0"/>
              <a:t>Click to edit Master title style</a:t>
            </a:r>
            <a:endParaRPr lang="en-US"/>
          </a:p>
        </p:txBody>
      </p:sp>
      <p:sp>
        <p:nvSpPr>
          <p:cNvPr id="3" name="Content Placeholder 2"/>
          <p:cNvSpPr>
            <a:spLocks noGrp="1"/>
          </p:cNvSpPr>
          <p:nvPr>
            <p:ph idx="1"/>
          </p:nvPr>
        </p:nvSpPr>
        <p:spPr>
          <a:xfrm>
            <a:off x="7775576"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1260476" y="3086100"/>
            <a:ext cx="5899150"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60476" y="685800"/>
            <a:ext cx="5899150" cy="2400300"/>
          </a:xfrm>
        </p:spPr>
        <p:txBody>
          <a:bodyPr anchor="b"/>
          <a:lstStyle>
            <a:lvl1pPr>
              <a:defRPr sz="4800"/>
            </a:lvl1pPr>
          </a:lstStyle>
          <a:p>
            <a:r>
              <a:rPr lang="en-US" smtClean="0"/>
              <a:t>Click to edit Master title style</a:t>
            </a:r>
            <a:endParaRPr lang="en-US"/>
          </a:p>
        </p:txBody>
      </p:sp>
      <p:sp>
        <p:nvSpPr>
          <p:cNvPr id="3" name="Picture Placeholder 2"/>
          <p:cNvSpPr>
            <a:spLocks noGrp="1"/>
          </p:cNvSpPr>
          <p:nvPr>
            <p:ph type="pic" idx="1"/>
          </p:nvPr>
        </p:nvSpPr>
        <p:spPr>
          <a:xfrm>
            <a:off x="7775576" y="1481138"/>
            <a:ext cx="9258300" cy="7310438"/>
          </a:xfrm>
        </p:spPr>
        <p:txBody>
          <a:bodyPr vert="horz" wrap="square" lIns="91440" tIns="45720" rIns="91440" bIns="45720" numCol="1" anchor="t" anchorCtr="0" compatLnSpc="1"/>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260476" y="3086100"/>
            <a:ext cx="5899150"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8800" y="285750"/>
            <a:ext cx="4114800" cy="89058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285750"/>
            <a:ext cx="12039600" cy="890587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8313400" cy="10287000"/>
          </a:xfrm>
          <a:prstGeom prst="rect">
            <a:avLst/>
          </a:prstGeom>
          <a:noFill/>
          <a:ln w="9525">
            <a:noFill/>
          </a:ln>
        </p:spPr>
      </p:pic>
      <p:sp>
        <p:nvSpPr>
          <p:cNvPr id="1027" name="Rectangle 3"/>
          <p:cNvSpPr>
            <a:spLocks noGrp="1"/>
          </p:cNvSpPr>
          <p:nvPr>
            <p:ph type="title"/>
          </p:nvPr>
        </p:nvSpPr>
        <p:spPr>
          <a:xfrm>
            <a:off x="914400" y="285750"/>
            <a:ext cx="16459200" cy="87392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914400" y="1762125"/>
            <a:ext cx="16459200" cy="74295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914400" y="9367838"/>
            <a:ext cx="42672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21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0" name="Rectangle 6"/>
          <p:cNvSpPr>
            <a:spLocks noGrp="1" noChangeArrowheads="1"/>
          </p:cNvSpPr>
          <p:nvPr>
            <p:ph type="ftr" sz="quarter" idx="3"/>
          </p:nvPr>
        </p:nvSpPr>
        <p:spPr bwMode="auto">
          <a:xfrm>
            <a:off x="6248400" y="9367838"/>
            <a:ext cx="57912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21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1" name="Rectangle 7"/>
          <p:cNvSpPr>
            <a:spLocks noGrp="1" noChangeArrowheads="1"/>
          </p:cNvSpPr>
          <p:nvPr>
            <p:ph type="sldNum" sz="quarter" idx="4"/>
          </p:nvPr>
        </p:nvSpPr>
        <p:spPr bwMode="auto">
          <a:xfrm>
            <a:off x="13106400" y="9367838"/>
            <a:ext cx="42672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2100"/>
            </a:lvl1p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54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514350" indent="-514350" algn="l" rtl="0" fontAlgn="base">
        <a:spcBef>
          <a:spcPct val="30000"/>
        </a:spcBef>
        <a:spcAft>
          <a:spcPct val="0"/>
        </a:spcAft>
        <a:buChar char="•"/>
        <a:defRPr sz="4800" kern="1200">
          <a:solidFill>
            <a:schemeClr val="tx1"/>
          </a:solidFill>
          <a:latin typeface="+mn-lt"/>
          <a:ea typeface="+mn-ea"/>
          <a:cs typeface="+mn-cs"/>
        </a:defRPr>
      </a:lvl1pPr>
      <a:lvl2pPr marL="1114425" indent="-428625" algn="l" rtl="0" fontAlgn="base">
        <a:spcBef>
          <a:spcPct val="30000"/>
        </a:spcBef>
        <a:spcAft>
          <a:spcPct val="0"/>
        </a:spcAft>
        <a:buChar char="–"/>
        <a:defRPr sz="4200" kern="1200">
          <a:solidFill>
            <a:schemeClr val="tx1"/>
          </a:solidFill>
          <a:latin typeface="+mn-lt"/>
          <a:ea typeface="+mn-ea"/>
          <a:cs typeface="+mn-cs"/>
        </a:defRPr>
      </a:lvl2pPr>
      <a:lvl3pPr marL="1714500" indent="-342900" algn="l" rtl="0" fontAlgn="base">
        <a:spcBef>
          <a:spcPct val="30000"/>
        </a:spcBef>
        <a:spcAft>
          <a:spcPct val="0"/>
        </a:spcAft>
        <a:buChar char="•"/>
        <a:defRPr sz="3600" kern="1200">
          <a:solidFill>
            <a:schemeClr val="tx1"/>
          </a:solidFill>
          <a:latin typeface="+mn-lt"/>
          <a:ea typeface="+mn-ea"/>
          <a:cs typeface="+mn-cs"/>
        </a:defRPr>
      </a:lvl3pPr>
      <a:lvl4pPr marL="2400300" indent="-342900" algn="l" rtl="0" fontAlgn="base">
        <a:spcBef>
          <a:spcPct val="30000"/>
        </a:spcBef>
        <a:spcAft>
          <a:spcPct val="0"/>
        </a:spcAft>
        <a:buChar char="–"/>
        <a:defRPr sz="3000" kern="1200">
          <a:solidFill>
            <a:schemeClr val="tx1"/>
          </a:solidFill>
          <a:latin typeface="+mn-lt"/>
          <a:ea typeface="+mn-ea"/>
          <a:cs typeface="+mn-cs"/>
        </a:defRPr>
      </a:lvl4pPr>
      <a:lvl5pPr marL="3086100" indent="-342900" algn="l" rtl="0" fontAlgn="base">
        <a:spcBef>
          <a:spcPct val="30000"/>
        </a:spcBef>
        <a:spcAft>
          <a:spcPct val="0"/>
        </a:spcAft>
        <a:buChar char="»"/>
        <a:defRPr sz="30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3.png"/><Relationship Id="rId3" Type="http://schemas.openxmlformats.org/officeDocument/2006/relationships/hyperlink" Target="https://github.com/PhamQuangDuc1/PRM.POWER9" TargetMode="External"/><Relationship Id="rId2" Type="http://schemas.openxmlformats.org/officeDocument/2006/relationships/hyperlink" Target="https://www.figma.com/design/MTv5qJbn065VYJQIXausoq" TargetMode="External"/><Relationship Id="rId1" Type="http://schemas.openxmlformats.org/officeDocument/2006/relationships/hyperlink" Target="https://github.com/PhamQuangDuc1/PRM.POWER9/blob/aed77f1ccd9b8721816932cc7471992fbb7b7be8/output/presentation/Power9_Office_Lab2/sources/guidelines/PRM323_Lab2_HuongDan_Slide_Presentation_Demo.docx" TargetMode="Externa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hyperlink" Target="https://github.com/PhamQuangDuc1/PRM.POWER9/blob/aed77f1ccd9b8721816932cc7471992fbb7b7be8/output/presentation/Power9_Office_Lab2/sources/guidelines/PRM323_Lab2_HuongDan_Slide_Presentation_Demo.docx" TargetMode="External"/><Relationship Id="rId1" Type="http://schemas.openxmlformats.org/officeDocument/2006/relationships/hyperlink" Target="https://github.com/PhamQuangDuc1/PRM.POWER9/blob/aed77f1ccd9b8721816932cc7471992fbb7b7be8/ux/persona.md" TargetMode="Externa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hyperlink" Target="https://www.figma.com/design/MTv5qJbn065VYJQIXausoq?node-id=7-4" TargetMode="External"/><Relationship Id="rId1" Type="http://schemas.openxmlformats.org/officeDocument/2006/relationships/hyperlink" Target="https://github.com/PhamQuangDuc1/PRM.POWER9/blob/aed77f1ccd9b8721816932cc7471992fbb7b7be8/ux/user-flow.md" TargetMode="Externa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hyperlink" Target="https://www.figma.com/design/MTv5qJbn065VYJQIXausoq?node-id=10-14" TargetMode="External"/><Relationship Id="rId1" Type="http://schemas.openxmlformats.org/officeDocument/2006/relationships/hyperlink" Target="https://github.com/PhamQuangDuc1/PRM.POWER9/blob/aed77f1ccd9b8721816932cc7471992fbb7b7be8/ux/user-flow.md" TargetMode="Externa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hyperlink" Target="https://stitch.withgoogle.com/projects/2176700449127941467" TargetMode="External"/><Relationship Id="rId2" Type="http://schemas.openxmlformats.org/officeDocument/2006/relationships/hyperlink" Target="https://github.com/PhamQuangDuc1/PRM.POWER9/blob/aed77f1ccd9b8721816932cc7471992fbb7b7be8/ai/ai-design-log.md" TargetMode="External"/><Relationship Id="rId1" Type="http://schemas.openxmlformats.org/officeDocument/2006/relationships/hyperlink" Target="https://github.com/PhamQuangDuc1/PRM.POWER9/blob/aed77f1ccd9b8721816932cc7471992fbb7b7be8/ai/prompts/OFFICE-UI01-from-final-wireframe.md" TargetMode="External"/></Relationships>
</file>

<file path=ppt/slides/_rels/slide6.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hyperlink" Target="https://www.nngroup.com/articles/ten-usability-heuristics/" TargetMode="External"/><Relationship Id="rId2" Type="http://schemas.openxmlformats.org/officeDocument/2006/relationships/hyperlink" Target="https://github.com/PhamQuangDuc1/PRM.POWER9/blob/aed77f1ccd9b8721816932cc7471992fbb7b7be8/ai/critiques/OFFICE-3-MAIN-CRITIQUES.md" TargetMode="External"/><Relationship Id="rId11" Type="http://schemas.openxmlformats.org/officeDocument/2006/relationships/notesSlide" Target="../notesSlides/notesSlide6.xml"/><Relationship Id="rId10" Type="http://schemas.openxmlformats.org/officeDocument/2006/relationships/slideLayout" Target="../slideLayouts/slideLayout7.xml"/><Relationship Id="rId1" Type="http://schemas.openxmlformats.org/officeDocument/2006/relationships/hyperlink" Target="https://github.com/PhamQuangDuc1/PRM.POWER9/blob/aed77f1ccd9b8721816932cc7471992fbb7b7be8/docs/SLIDE-3-VONG-PHAN-BIEN.md" TargetMode="Externa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hyperlink" Target="https://www.figma.com/design/MTv5qJbn065VYJQIXausoq?node-id=27-3" TargetMode="External"/><Relationship Id="rId2" Type="http://schemas.openxmlformats.org/officeDocument/2006/relationships/hyperlink" Target="https://github.com/PhamQuangDuc1/PRM.POWER9/blob/aed77f1ccd9b8721816932cc7471992fbb7b7be8/ai/critiques/OFFICE-OI03-expanded-review.md" TargetMode="External"/><Relationship Id="rId1" Type="http://schemas.openxmlformats.org/officeDocument/2006/relationships/hyperlink" Target="https://github.com/PhamQuangDuc1/PRM.POWER9/blob/aed77f1ccd9b8721816932cc7471992fbb7b7be8/design/design-decisions.md" TargetMode="Externa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hyperlink" Target="https://github.com/PhamQuangDuc1/PRM.POWER9/blob/aed77f1ccd9b8721816932cc7471992fbb7b7be8/output/presentation/Power9_Office_Lab2/sources/evidence-provenance.json" TargetMode="External"/><Relationship Id="rId2" Type="http://schemas.openxmlformats.org/officeDocument/2006/relationships/hyperlink" Target="https://www.figma.com/design/MTv5qJbn065VYJQIXausoq?node-id=27-3" TargetMode="External"/><Relationship Id="rId1" Type="http://schemas.openxmlformats.org/officeDocument/2006/relationships/hyperlink" Target="https://github.com/PhamQuangDuc1/PRM.POWER9/blob/aed77f1ccd9b8721816932cc7471992fbb7b7be8/output/presentation/Power9_Office_Lab2/sources/evidence/WIREFRAME-S07.png" TargetMode="Externa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image" Target="../media/image14.png"/><Relationship Id="rId3" Type="http://schemas.openxmlformats.org/officeDocument/2006/relationships/hyperlink" Target="https://github.com/PhamQuangDuc1/PRM.POWER9/blob/aed77f1ccd9b8721816932cc7471992fbb7b7be8/assets/figma/office-checkpoint.json" TargetMode="External"/><Relationship Id="rId2" Type="http://schemas.openxmlformats.org/officeDocument/2006/relationships/hyperlink" Target="https://www.figma.com/design/MTv5qJbn065VYJQIXausoq?node-id=16-28" TargetMode="External"/><Relationship Id="rId1" Type="http://schemas.openxmlformats.org/officeDocument/2006/relationships/hyperlink" Target="https://www.figma.com/design/MTv5qJbn065VYJQIXausoq?node-id=15-48" TargetMode="Externa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hyperlink" Target="https://github.com/PhamQuangDuc1/PRM.POWER9/blob/aed77f1ccd9b8721816932cc7471992fbb7b7be8/assets/figma/office-six-page-audit.json" TargetMode="Externa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hyperlink" Target="https://www.figma.com/proto/MTv5qJbn065VYJQIXausoq?node-id=30-638&amp;starting-point-node-id=30-638" TargetMode="External"/><Relationship Id="rId3" Type="http://schemas.openxmlformats.org/officeDocument/2006/relationships/hyperlink" Target="https://www.figma.com/proto/MTv5qJbn065VYJQIXausoq?node-id=30-324&amp;starting-point-node-id=30-324" TargetMode="External"/><Relationship Id="rId2" Type="http://schemas.openxmlformats.org/officeDocument/2006/relationships/hyperlink" Target="https://www.figma.com/proto/MTv5qJbn065VYJQIXausoq?node-id=30-2&amp;starting-point-node-id=30-2" TargetMode="External"/><Relationship Id="rId1" Type="http://schemas.openxmlformats.org/officeDocument/2006/relationships/hyperlink" Target="https://www.figma.com/design/MTv5qJbn065VYJQIXausoq?node-id=10-14" TargetMode="Externa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hyperlink" Target="https://github.com/PhamQuangDuc1/PRM.POWER9" TargetMode="External"/><Relationship Id="rId1" Type="http://schemas.openxmlformats.org/officeDocument/2006/relationships/hyperlink" Target="https://github.com/PhamQuangDuc1/PRM.POWER9/blob/aed77f1ccd9b8721816932cc7471992fbb7b7be8/handoff/flutter-handoff.m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Power9 Office Routine"/>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Power9 Office Routine</a:t>
            </a:r>
            <a:endParaRPr sz="4350" b="1">
              <a:solidFill>
                <a:srgbClr val="1E5AA8"/>
              </a:solidFill>
              <a:latin typeface="Noto Sans"/>
              <a:ea typeface="Noto Sans"/>
              <a:cs typeface="Noto Sans"/>
            </a:endParaRPr>
          </a:p>
        </p:txBody>
      </p:sp>
      <p:sp>
        <p:nvSpPr>
          <p:cNvPr id="2" name="PRM323 Lab 2   Thiết kế UI/UX có hỗ trợ AI"/>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PRM323 Lab 2   Thiết kế UI/UX có hỗ trợ AI</a:t>
            </a:r>
            <a:endParaRPr sz="2250" b="0">
              <a:solidFill>
                <a:srgbClr val="424751"/>
              </a:solidFill>
              <a:latin typeface="Noto Sans"/>
              <a:ea typeface="Noto Sans"/>
              <a:cs typeface="Noto Sans"/>
            </a:endParaRPr>
          </a:p>
        </p:txBody>
      </p:sp>
      <p:sp>
        <p:nvSpPr>
          <p:cNvPr id="3" name="01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01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Hướng dẫn trình bày, mục 2"/>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Hướng dẫn trình bày, mục 2</a:t>
            </a:r>
            <a:endParaRPr sz="1650" b="0">
              <a:solidFill>
                <a:srgbClr val="1E5AA8"/>
              </a:solidFill>
              <a:latin typeface="Noto Sans"/>
              <a:ea typeface="Noto Sans"/>
              <a:cs typeface="Noto Sans"/>
              <a:hlinkClick r:id="rId1"/>
            </a:endParaRPr>
          </a:p>
        </p:txBody>
      </p:sp>
      <p:sp>
        <p:nvSpPr>
          <p:cNvPr id="6" name="Figma hiện hành"/>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Figma hiện hành</a:t>
            </a:r>
            <a:endParaRPr sz="1650" b="0">
              <a:solidFill>
                <a:srgbClr val="1E5AA8"/>
              </a:solidFill>
              <a:latin typeface="Noto Sans"/>
              <a:ea typeface="Noto Sans"/>
              <a:cs typeface="Noto Sans"/>
              <a:hlinkClick r:id="rId2"/>
            </a:endParaRPr>
          </a:p>
        </p:txBody>
      </p:sp>
      <p:sp>
        <p:nvSpPr>
          <p:cNvPr id="7" name="GitHub dự án"/>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GitHub dự án</a:t>
            </a:r>
            <a:endParaRPr sz="1650" b="0">
              <a:solidFill>
                <a:srgbClr val="1E5AA8"/>
              </a:solidFill>
              <a:latin typeface="Noto Sans"/>
              <a:ea typeface="Noto Sans"/>
              <a:cs typeface="Noto Sans"/>
              <a:hlinkClick r:id="rId3"/>
            </a:endParaRPr>
          </a:p>
        </p:txBody>
      </p:sp>
      <p:sp>
        <p:nvSpPr>
          <p:cNvPr id="8" name="Thói quen ngắn&#10;trong ngày làm việc"/>
          <p:cNvSpPr>
            <a:spLocks noGrp="1"/>
          </p:cNvSpPr>
          <p:nvPr/>
        </p:nvSpPr>
        <p:spPr>
          <a:xfrm>
            <a:off x="1028700" y="2952750"/>
            <a:ext cx="10287000" cy="1714500"/>
          </a:xfrm>
          <a:prstGeom prst="rect">
            <a:avLst/>
          </a:prstGeom>
          <a:noFill/>
          <a:ln w="0">
            <a:noFill/>
          </a:ln>
        </p:spPr>
        <p:txBody>
          <a:bodyPr lIns="0" tIns="0" rIns="0" bIns="0">
            <a:noAutofit/>
          </a:bodyPr>
          <a:lstStyle>
            <a:defPPr>
              <a:defRPr sz="5700" b="1">
                <a:solidFill>
                  <a:srgbClr val="031C36"/>
                </a:solidFill>
                <a:latin typeface="Noto Sans"/>
                <a:ea typeface="Noto Sans"/>
                <a:cs typeface="Noto Sans"/>
              </a:defRPr>
            </a:defPPr>
            <a:lvl1pPr>
              <a:defRPr sz="5700" b="1">
                <a:solidFill>
                  <a:srgbClr val="031C36"/>
                </a:solidFill>
                <a:latin typeface="Noto Sans"/>
                <a:ea typeface="Noto Sans"/>
                <a:cs typeface="Noto Sans"/>
              </a:defRPr>
            </a:lvl1pPr>
            <a:lvl2pPr>
              <a:defRPr sz="5700" b="1">
                <a:solidFill>
                  <a:srgbClr val="031C36"/>
                </a:solidFill>
                <a:latin typeface="Noto Sans"/>
                <a:ea typeface="Noto Sans"/>
                <a:cs typeface="Noto Sans"/>
              </a:defRPr>
            </a:lvl2pPr>
            <a:lvl3pPr>
              <a:defRPr sz="5700" b="1">
                <a:solidFill>
                  <a:srgbClr val="031C36"/>
                </a:solidFill>
                <a:latin typeface="Noto Sans"/>
                <a:ea typeface="Noto Sans"/>
                <a:cs typeface="Noto Sans"/>
              </a:defRPr>
            </a:lvl3pPr>
            <a:lvl4pPr>
              <a:defRPr sz="5700" b="1">
                <a:solidFill>
                  <a:srgbClr val="031C36"/>
                </a:solidFill>
                <a:latin typeface="Noto Sans"/>
                <a:ea typeface="Noto Sans"/>
                <a:cs typeface="Noto Sans"/>
              </a:defRPr>
            </a:lvl4pPr>
            <a:lvl5pPr>
              <a:defRPr sz="5700" b="1">
                <a:solidFill>
                  <a:srgbClr val="031C36"/>
                </a:solidFill>
                <a:latin typeface="Noto Sans"/>
                <a:ea typeface="Noto Sans"/>
                <a:cs typeface="Noto Sans"/>
              </a:defRPr>
            </a:lvl5pPr>
            <a:lvl6pPr>
              <a:defRPr sz="5700" b="1">
                <a:solidFill>
                  <a:srgbClr val="031C36"/>
                </a:solidFill>
                <a:latin typeface="Noto Sans"/>
                <a:ea typeface="Noto Sans"/>
                <a:cs typeface="Noto Sans"/>
              </a:defRPr>
            </a:lvl6pPr>
            <a:lvl7pPr>
              <a:defRPr sz="5700" b="1">
                <a:solidFill>
                  <a:srgbClr val="031C36"/>
                </a:solidFill>
                <a:latin typeface="Noto Sans"/>
                <a:ea typeface="Noto Sans"/>
                <a:cs typeface="Noto Sans"/>
              </a:defRPr>
            </a:lvl7pPr>
            <a:lvl8pPr>
              <a:defRPr sz="5700" b="1">
                <a:solidFill>
                  <a:srgbClr val="031C36"/>
                </a:solidFill>
                <a:latin typeface="Noto Sans"/>
                <a:ea typeface="Noto Sans"/>
                <a:cs typeface="Noto Sans"/>
              </a:defRPr>
            </a:lvl8pPr>
            <a:lvl9pPr>
              <a:defRPr sz="5700" b="1">
                <a:solidFill>
                  <a:srgbClr val="031C36"/>
                </a:solidFill>
                <a:latin typeface="Noto Sans"/>
                <a:ea typeface="Noto Sans"/>
                <a:cs typeface="Noto Sans"/>
              </a:defRPr>
            </a:lvl9pPr>
          </a:lstStyle>
          <a:p>
            <a:pPr>
              <a:defRPr sz="5700" b="1">
                <a:solidFill>
                  <a:srgbClr val="031C36"/>
                </a:solidFill>
                <a:latin typeface="Noto Sans"/>
                <a:ea typeface="Noto Sans"/>
                <a:cs typeface="Noto Sans"/>
              </a:defRPr>
            </a:pPr>
            <a:r>
              <a:rPr sz="5700" b="1">
                <a:solidFill>
                  <a:srgbClr val="031C36"/>
                </a:solidFill>
                <a:latin typeface="Noto Sans"/>
                <a:ea typeface="Noto Sans"/>
                <a:cs typeface="Noto Sans"/>
              </a:rPr>
              <a:t>Thói quen ngắn</a:t>
            </a:r>
            <a:endParaRPr sz="5700" b="1">
              <a:solidFill>
                <a:srgbClr val="031C36"/>
              </a:solidFill>
              <a:latin typeface="Noto Sans"/>
              <a:ea typeface="Noto Sans"/>
              <a:cs typeface="Noto Sans"/>
            </a:endParaRPr>
          </a:p>
          <a:p>
            <a:pPr>
              <a:defRPr sz="5700" b="1">
                <a:solidFill>
                  <a:srgbClr val="031C36"/>
                </a:solidFill>
                <a:latin typeface="Noto Sans"/>
                <a:ea typeface="Noto Sans"/>
                <a:cs typeface="Noto Sans"/>
              </a:defRPr>
            </a:pPr>
            <a:r>
              <a:rPr sz="5700" b="1">
                <a:solidFill>
                  <a:srgbClr val="031C36"/>
                </a:solidFill>
                <a:latin typeface="Noto Sans"/>
                <a:ea typeface="Noto Sans"/>
                <a:cs typeface="Noto Sans"/>
              </a:rPr>
              <a:t>trong ngày làm việc</a:t>
            </a:r>
            <a:endParaRPr sz="5700" b="1">
              <a:solidFill>
                <a:srgbClr val="031C36"/>
              </a:solidFill>
              <a:latin typeface="Noto Sans"/>
              <a:ea typeface="Noto Sans"/>
              <a:cs typeface="Noto Sans"/>
            </a:endParaRPr>
          </a:p>
        </p:txBody>
      </p:sp>
      <p:sp>
        <p:nvSpPr>
          <p:cNvPr id="9" name="Chọn hoạt động phù hợp khoảng nghỉ.&#10;Theo dõi việc tự chọn và"/>
          <p:cNvSpPr>
            <a:spLocks noGrp="1"/>
          </p:cNvSpPr>
          <p:nvPr/>
        </p:nvSpPr>
        <p:spPr>
          <a:xfrm>
            <a:off x="1066800" y="5095875"/>
            <a:ext cx="9810750" cy="1143000"/>
          </a:xfrm>
          <a:prstGeom prst="rect">
            <a:avLst/>
          </a:prstGeom>
          <a:noFill/>
          <a:ln w="0">
            <a:noFill/>
          </a:ln>
        </p:spPr>
        <p:txBody>
          <a:bodyPr lIns="0" tIns="0" rIns="0" bIns="0">
            <a:noAutofit/>
          </a:bodyPr>
          <a:lstStyle>
            <a:defPPr>
              <a:defRPr sz="2775" b="0">
                <a:solidFill>
                  <a:srgbClr val="031C36"/>
                </a:solidFill>
                <a:latin typeface="Noto Sans"/>
                <a:ea typeface="Noto Sans"/>
                <a:cs typeface="Noto Sans"/>
              </a:defRPr>
            </a:defPPr>
            <a:lvl1pPr>
              <a:defRPr sz="2775" b="0">
                <a:solidFill>
                  <a:srgbClr val="031C36"/>
                </a:solidFill>
                <a:latin typeface="Noto Sans"/>
                <a:ea typeface="Noto Sans"/>
                <a:cs typeface="Noto Sans"/>
              </a:defRPr>
            </a:lvl1pPr>
            <a:lvl2pPr>
              <a:defRPr sz="2775" b="0">
                <a:solidFill>
                  <a:srgbClr val="031C36"/>
                </a:solidFill>
                <a:latin typeface="Noto Sans"/>
                <a:ea typeface="Noto Sans"/>
                <a:cs typeface="Noto Sans"/>
              </a:defRPr>
            </a:lvl2pPr>
            <a:lvl3pPr>
              <a:defRPr sz="2775" b="0">
                <a:solidFill>
                  <a:srgbClr val="031C36"/>
                </a:solidFill>
                <a:latin typeface="Noto Sans"/>
                <a:ea typeface="Noto Sans"/>
                <a:cs typeface="Noto Sans"/>
              </a:defRPr>
            </a:lvl3pPr>
            <a:lvl4pPr>
              <a:defRPr sz="2775" b="0">
                <a:solidFill>
                  <a:srgbClr val="031C36"/>
                </a:solidFill>
                <a:latin typeface="Noto Sans"/>
                <a:ea typeface="Noto Sans"/>
                <a:cs typeface="Noto Sans"/>
              </a:defRPr>
            </a:lvl4pPr>
            <a:lvl5pPr>
              <a:defRPr sz="2775" b="0">
                <a:solidFill>
                  <a:srgbClr val="031C36"/>
                </a:solidFill>
                <a:latin typeface="Noto Sans"/>
                <a:ea typeface="Noto Sans"/>
                <a:cs typeface="Noto Sans"/>
              </a:defRPr>
            </a:lvl5pPr>
            <a:lvl6pPr>
              <a:defRPr sz="2775" b="0">
                <a:solidFill>
                  <a:srgbClr val="031C36"/>
                </a:solidFill>
                <a:latin typeface="Noto Sans"/>
                <a:ea typeface="Noto Sans"/>
                <a:cs typeface="Noto Sans"/>
              </a:defRPr>
            </a:lvl6pPr>
            <a:lvl7pPr>
              <a:defRPr sz="2775" b="0">
                <a:solidFill>
                  <a:srgbClr val="031C36"/>
                </a:solidFill>
                <a:latin typeface="Noto Sans"/>
                <a:ea typeface="Noto Sans"/>
                <a:cs typeface="Noto Sans"/>
              </a:defRPr>
            </a:lvl7pPr>
            <a:lvl8pPr>
              <a:defRPr sz="2775" b="0">
                <a:solidFill>
                  <a:srgbClr val="031C36"/>
                </a:solidFill>
                <a:latin typeface="Noto Sans"/>
                <a:ea typeface="Noto Sans"/>
                <a:cs typeface="Noto Sans"/>
              </a:defRPr>
            </a:lvl8pPr>
            <a:lvl9pPr>
              <a:defRPr sz="2775" b="0">
                <a:solidFill>
                  <a:srgbClr val="031C36"/>
                </a:solidFill>
                <a:latin typeface="Noto Sans"/>
                <a:ea typeface="Noto Sans"/>
                <a:cs typeface="Noto Sans"/>
              </a:defRPr>
            </a:lvl9pPr>
          </a:lstStyle>
          <a:p>
            <a:pPr>
              <a:defRPr sz="2775" b="0">
                <a:solidFill>
                  <a:srgbClr val="031C36"/>
                </a:solidFill>
                <a:latin typeface="Noto Sans"/>
                <a:ea typeface="Noto Sans"/>
                <a:cs typeface="Noto Sans"/>
              </a:defRPr>
            </a:pPr>
            <a:r>
              <a:rPr sz="2775" b="0">
                <a:solidFill>
                  <a:srgbClr val="031C36"/>
                </a:solidFill>
                <a:latin typeface="Noto Sans"/>
                <a:ea typeface="Noto Sans"/>
                <a:cs typeface="Noto Sans"/>
              </a:rPr>
              <a:t>Chọn hoạt động phù hợp khoảng nghỉ.</a:t>
            </a:r>
            <a:endParaRPr sz="2775" b="0">
              <a:solidFill>
                <a:srgbClr val="031C36"/>
              </a:solidFill>
              <a:latin typeface="Noto Sans"/>
              <a:ea typeface="Noto Sans"/>
              <a:cs typeface="Noto Sans"/>
            </a:endParaRPr>
          </a:p>
          <a:p>
            <a:pPr>
              <a:defRPr sz="2775" b="0">
                <a:solidFill>
                  <a:srgbClr val="031C36"/>
                </a:solidFill>
                <a:latin typeface="Noto Sans"/>
                <a:ea typeface="Noto Sans"/>
                <a:cs typeface="Noto Sans"/>
              </a:defRPr>
            </a:pPr>
            <a:r>
              <a:rPr sz="2775" b="0">
                <a:solidFill>
                  <a:srgbClr val="031C36"/>
                </a:solidFill>
                <a:latin typeface="Noto Sans"/>
                <a:ea typeface="Noto Sans"/>
                <a:cs typeface="Noto Sans"/>
              </a:rPr>
              <a:t>Theo dõi việc tự chọn và đổi lịch khi bận.</a:t>
            </a:r>
            <a:endParaRPr sz="2775" b="0">
              <a:solidFill>
                <a:srgbClr val="031C36"/>
              </a:solidFill>
              <a:latin typeface="Noto Sans"/>
              <a:ea typeface="Noto Sans"/>
              <a:cs typeface="Noto Sans"/>
            </a:endParaRPr>
          </a:p>
        </p:txBody>
      </p:sp>
      <p:sp>
        <p:nvSpPr>
          <p:cNvPr id="10" name="Phạm Quang Đức   Văn Quang Duy&#10;Nguyễn Tống Khánh Vĩnh   Đặng"/>
          <p:cNvSpPr>
            <a:spLocks noGrp="1"/>
          </p:cNvSpPr>
          <p:nvPr/>
        </p:nvSpPr>
        <p:spPr>
          <a:xfrm>
            <a:off x="1066800" y="7524750"/>
            <a:ext cx="10477500" cy="95250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Phạm Quang Đức   Văn Quang Duy</a:t>
            </a:r>
            <a:endParaRPr sz="2250" b="0">
              <a:solidFill>
                <a:srgbClr val="424751"/>
              </a:solidFill>
              <a:latin typeface="Noto Sans"/>
              <a:ea typeface="Noto Sans"/>
              <a:cs typeface="Noto Sans"/>
            </a:endParaRPr>
          </a:p>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Nguyễn Tống Khánh Vĩnh   Đặng Đình Long</a:t>
            </a:r>
            <a:endParaRPr sz="2250" b="0">
              <a:solidFill>
                <a:srgbClr val="424751"/>
              </a:solidFill>
              <a:latin typeface="Noto Sans"/>
              <a:ea typeface="Noto Sans"/>
              <a:cs typeface="Noto Sans"/>
            </a:endParaRPr>
          </a:p>
        </p:txBody>
      </p:sp>
      <p:pic>
        <p:nvPicPr>
          <p:cNvPr id="11" name="Picture 10"/>
          <p:cNvPicPr>
            <a:picLocks noChangeAspect="1"/>
          </p:cNvPicPr>
          <p:nvPr/>
        </p:nvPicPr>
        <p:blipFill>
          <a:blip r:embed="rId4"/>
          <a:stretch>
            <a:fillRect/>
          </a:stretch>
        </p:blipFill>
        <p:spPr>
          <a:xfrm>
            <a:off x="12858750" y="2238375"/>
            <a:ext cx="3000375" cy="6667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2" name="Vấn đề và ba persona"/>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Vấn đề và ba persona</a:t>
            </a:r>
            <a:endParaRPr sz="4350" b="1">
              <a:solidFill>
                <a:srgbClr val="1E5AA8"/>
              </a:solidFill>
              <a:latin typeface="Noto Sans"/>
              <a:ea typeface="Noto Sans"/>
              <a:cs typeface="Noto Sans"/>
            </a:endParaRPr>
          </a:p>
        </p:txBody>
      </p:sp>
      <p:sp>
        <p:nvSpPr>
          <p:cNvPr id="2" name="Một ứng dụng chung cho nhân viên văn phòng 23–45 tuổi. Perso"/>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Một ứng dụng chung cho nhân viên văn phòng 23–45 tuổi. Persona là giả định, chưa khảo sát.</a:t>
            </a:r>
            <a:endParaRPr sz="2250" b="0">
              <a:solidFill>
                <a:srgbClr val="424751"/>
              </a:solidFill>
              <a:latin typeface="Noto Sans"/>
              <a:ea typeface="Noto Sans"/>
              <a:cs typeface="Noto Sans"/>
            </a:endParaRPr>
          </a:p>
        </p:txBody>
      </p:sp>
      <p:sp>
        <p:nvSpPr>
          <p:cNvPr id="3" name="02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02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Ba persona và nhu cầu"/>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Ba persona và nhu cầu</a:t>
            </a:r>
            <a:endParaRPr sz="1650" b="0">
              <a:solidFill>
                <a:srgbClr val="1E5AA8"/>
              </a:solidFill>
              <a:latin typeface="Noto Sans"/>
              <a:ea typeface="Noto Sans"/>
              <a:cs typeface="Noto Sans"/>
              <a:hlinkClick r:id="rId1"/>
            </a:endParaRPr>
          </a:p>
        </p:txBody>
      </p:sp>
      <p:sp>
        <p:nvSpPr>
          <p:cNvPr id="6" name="Phạm vi và tiêu chí Lab 2"/>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Phạm vi và tiêu chí Lab 2</a:t>
            </a:r>
            <a:endParaRPr sz="1650" b="0">
              <a:solidFill>
                <a:srgbClr val="1E5AA8"/>
              </a:solidFill>
              <a:latin typeface="Noto Sans"/>
              <a:ea typeface="Noto Sans"/>
              <a:cs typeface="Noto Sans"/>
              <a:hlinkClick r:id="rId2"/>
            </a:endParaRPr>
          </a:p>
        </p:txBody>
      </p:sp>
      <p:sp>
        <p:nvSpPr>
          <p:cNvPr id="7" name="Huy, 28 tuổi"/>
          <p:cNvSpPr>
            <a:spLocks noGrp="1"/>
          </p:cNvSpPr>
          <p:nvPr/>
        </p:nvSpPr>
        <p:spPr>
          <a:xfrm>
            <a:off x="1066800" y="2857500"/>
            <a:ext cx="5191125" cy="619125"/>
          </a:xfrm>
          <a:prstGeom prst="rect">
            <a:avLst/>
          </a:prstGeom>
          <a:noFill/>
          <a:ln w="0">
            <a:noFill/>
          </a:ln>
        </p:spPr>
        <p:txBody>
          <a:bodyPr lIns="0" tIns="0" rIns="0" bIns="0">
            <a:noAutofit/>
          </a:bodyPr>
          <a:lstStyle>
            <a:defPPr>
              <a:defRPr sz="3225" b="1">
                <a:solidFill>
                  <a:srgbClr val="1E5AA8"/>
                </a:solidFill>
                <a:latin typeface="Noto Sans"/>
                <a:ea typeface="Noto Sans"/>
                <a:cs typeface="Noto Sans"/>
              </a:defRPr>
            </a:defPPr>
            <a:lvl1pPr>
              <a:defRPr sz="3225" b="1">
                <a:solidFill>
                  <a:srgbClr val="1E5AA8"/>
                </a:solidFill>
                <a:latin typeface="Noto Sans"/>
                <a:ea typeface="Noto Sans"/>
                <a:cs typeface="Noto Sans"/>
              </a:defRPr>
            </a:lvl1pPr>
            <a:lvl2pPr>
              <a:defRPr sz="3225" b="1">
                <a:solidFill>
                  <a:srgbClr val="1E5AA8"/>
                </a:solidFill>
                <a:latin typeface="Noto Sans"/>
                <a:ea typeface="Noto Sans"/>
                <a:cs typeface="Noto Sans"/>
              </a:defRPr>
            </a:lvl2pPr>
            <a:lvl3pPr>
              <a:defRPr sz="3225" b="1">
                <a:solidFill>
                  <a:srgbClr val="1E5AA8"/>
                </a:solidFill>
                <a:latin typeface="Noto Sans"/>
                <a:ea typeface="Noto Sans"/>
                <a:cs typeface="Noto Sans"/>
              </a:defRPr>
            </a:lvl3pPr>
            <a:lvl4pPr>
              <a:defRPr sz="3225" b="1">
                <a:solidFill>
                  <a:srgbClr val="1E5AA8"/>
                </a:solidFill>
                <a:latin typeface="Noto Sans"/>
                <a:ea typeface="Noto Sans"/>
                <a:cs typeface="Noto Sans"/>
              </a:defRPr>
            </a:lvl4pPr>
            <a:lvl5pPr>
              <a:defRPr sz="3225" b="1">
                <a:solidFill>
                  <a:srgbClr val="1E5AA8"/>
                </a:solidFill>
                <a:latin typeface="Noto Sans"/>
                <a:ea typeface="Noto Sans"/>
                <a:cs typeface="Noto Sans"/>
              </a:defRPr>
            </a:lvl5pPr>
            <a:lvl6pPr>
              <a:defRPr sz="3225" b="1">
                <a:solidFill>
                  <a:srgbClr val="1E5AA8"/>
                </a:solidFill>
                <a:latin typeface="Noto Sans"/>
                <a:ea typeface="Noto Sans"/>
                <a:cs typeface="Noto Sans"/>
              </a:defRPr>
            </a:lvl6pPr>
            <a:lvl7pPr>
              <a:defRPr sz="3225" b="1">
                <a:solidFill>
                  <a:srgbClr val="1E5AA8"/>
                </a:solidFill>
                <a:latin typeface="Noto Sans"/>
                <a:ea typeface="Noto Sans"/>
                <a:cs typeface="Noto Sans"/>
              </a:defRPr>
            </a:lvl7pPr>
            <a:lvl8pPr>
              <a:defRPr sz="3225" b="1">
                <a:solidFill>
                  <a:srgbClr val="1E5AA8"/>
                </a:solidFill>
                <a:latin typeface="Noto Sans"/>
                <a:ea typeface="Noto Sans"/>
                <a:cs typeface="Noto Sans"/>
              </a:defRPr>
            </a:lvl8pPr>
            <a:lvl9pPr>
              <a:defRPr sz="3225" b="1">
                <a:solidFill>
                  <a:srgbClr val="1E5AA8"/>
                </a:solidFill>
                <a:latin typeface="Noto Sans"/>
                <a:ea typeface="Noto Sans"/>
                <a:cs typeface="Noto Sans"/>
              </a:defRPr>
            </a:lvl9pPr>
          </a:lstStyle>
          <a:p>
            <a:pPr>
              <a:defRPr sz="3225" b="1">
                <a:solidFill>
                  <a:srgbClr val="1E5AA8"/>
                </a:solidFill>
                <a:latin typeface="Noto Sans"/>
                <a:ea typeface="Noto Sans"/>
                <a:cs typeface="Noto Sans"/>
              </a:defRPr>
            </a:pPr>
            <a:r>
              <a:rPr sz="3225" b="1">
                <a:solidFill>
                  <a:srgbClr val="1E5AA8"/>
                </a:solidFill>
                <a:latin typeface="Noto Sans"/>
                <a:ea typeface="Noto Sans"/>
                <a:cs typeface="Noto Sans"/>
              </a:rPr>
              <a:t>Huy, 28 tuổi</a:t>
            </a:r>
            <a:endParaRPr sz="3225" b="1">
              <a:solidFill>
                <a:srgbClr val="1E5AA8"/>
              </a:solidFill>
              <a:latin typeface="Noto Sans"/>
              <a:ea typeface="Noto Sans"/>
              <a:cs typeface="Noto Sans"/>
            </a:endParaRPr>
          </a:p>
        </p:txBody>
      </p:sp>
      <p:sp>
        <p:nvSpPr>
          <p:cNvPr id="8" name="Lập trình viên"/>
          <p:cNvSpPr>
            <a:spLocks noGrp="1"/>
          </p:cNvSpPr>
          <p:nvPr/>
        </p:nvSpPr>
        <p:spPr>
          <a:xfrm>
            <a:off x="1066800" y="3667125"/>
            <a:ext cx="5095875" cy="523875"/>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Lập trình viên</a:t>
            </a:r>
            <a:endParaRPr sz="2250" b="0">
              <a:solidFill>
                <a:srgbClr val="424751"/>
              </a:solidFill>
              <a:latin typeface="Noto Sans"/>
              <a:ea typeface="Noto Sans"/>
              <a:cs typeface="Noto Sans"/>
            </a:endParaRPr>
          </a:p>
        </p:txBody>
      </p:sp>
      <p:sp>
        <p:nvSpPr>
          <p:cNvPr id="9" name="Ngồi lâu, quên nghỉ khi tập trung."/>
          <p:cNvSpPr>
            <a:spLocks noGrp="1"/>
          </p:cNvSpPr>
          <p:nvPr/>
        </p:nvSpPr>
        <p:spPr>
          <a:xfrm>
            <a:off x="1066800" y="4524375"/>
            <a:ext cx="4953000" cy="1238250"/>
          </a:xfrm>
          <a:prstGeom prst="rect">
            <a:avLst/>
          </a:prstGeom>
          <a:noFill/>
          <a:ln w="0">
            <a:noFill/>
          </a:ln>
        </p:spPr>
        <p:txBody>
          <a:bodyPr lIns="0" tIns="0" rIns="0" bIns="0">
            <a:noAutofit/>
          </a:bodyPr>
          <a:lstStyle>
            <a:defPPr>
              <a:defRPr sz="2700" b="0">
                <a:solidFill>
                  <a:srgbClr val="031C36"/>
                </a:solidFill>
                <a:latin typeface="Noto Sans"/>
                <a:ea typeface="Noto Sans"/>
                <a:cs typeface="Noto Sans"/>
              </a:defRPr>
            </a:defPPr>
            <a:lvl1pPr>
              <a:defRPr sz="2700" b="0">
                <a:solidFill>
                  <a:srgbClr val="031C36"/>
                </a:solidFill>
                <a:latin typeface="Noto Sans"/>
                <a:ea typeface="Noto Sans"/>
                <a:cs typeface="Noto Sans"/>
              </a:defRPr>
            </a:lvl1pPr>
            <a:lvl2pPr>
              <a:defRPr sz="2700" b="0">
                <a:solidFill>
                  <a:srgbClr val="031C36"/>
                </a:solidFill>
                <a:latin typeface="Noto Sans"/>
                <a:ea typeface="Noto Sans"/>
                <a:cs typeface="Noto Sans"/>
              </a:defRPr>
            </a:lvl2pPr>
            <a:lvl3pPr>
              <a:defRPr sz="2700" b="0">
                <a:solidFill>
                  <a:srgbClr val="031C36"/>
                </a:solidFill>
                <a:latin typeface="Noto Sans"/>
                <a:ea typeface="Noto Sans"/>
                <a:cs typeface="Noto Sans"/>
              </a:defRPr>
            </a:lvl3pPr>
            <a:lvl4pPr>
              <a:defRPr sz="2700" b="0">
                <a:solidFill>
                  <a:srgbClr val="031C36"/>
                </a:solidFill>
                <a:latin typeface="Noto Sans"/>
                <a:ea typeface="Noto Sans"/>
                <a:cs typeface="Noto Sans"/>
              </a:defRPr>
            </a:lvl4pPr>
            <a:lvl5pPr>
              <a:defRPr sz="2700" b="0">
                <a:solidFill>
                  <a:srgbClr val="031C36"/>
                </a:solidFill>
                <a:latin typeface="Noto Sans"/>
                <a:ea typeface="Noto Sans"/>
                <a:cs typeface="Noto Sans"/>
              </a:defRPr>
            </a:lvl5pPr>
            <a:lvl6pPr>
              <a:defRPr sz="2700" b="0">
                <a:solidFill>
                  <a:srgbClr val="031C36"/>
                </a:solidFill>
                <a:latin typeface="Noto Sans"/>
                <a:ea typeface="Noto Sans"/>
                <a:cs typeface="Noto Sans"/>
              </a:defRPr>
            </a:lvl6pPr>
            <a:lvl7pPr>
              <a:defRPr sz="2700" b="0">
                <a:solidFill>
                  <a:srgbClr val="031C36"/>
                </a:solidFill>
                <a:latin typeface="Noto Sans"/>
                <a:ea typeface="Noto Sans"/>
                <a:cs typeface="Noto Sans"/>
              </a:defRPr>
            </a:lvl7pPr>
            <a:lvl8pPr>
              <a:defRPr sz="2700" b="0">
                <a:solidFill>
                  <a:srgbClr val="031C36"/>
                </a:solidFill>
                <a:latin typeface="Noto Sans"/>
                <a:ea typeface="Noto Sans"/>
                <a:cs typeface="Noto Sans"/>
              </a:defRPr>
            </a:lvl8pPr>
            <a:lvl9pPr>
              <a:defRPr sz="2700" b="0">
                <a:solidFill>
                  <a:srgbClr val="031C36"/>
                </a:solidFill>
                <a:latin typeface="Noto Sans"/>
                <a:ea typeface="Noto Sans"/>
                <a:cs typeface="Noto Sans"/>
              </a:defRPr>
            </a:lvl9pPr>
          </a:lstStyle>
          <a:p>
            <a:pPr>
              <a:defRPr sz="2700" b="0">
                <a:solidFill>
                  <a:srgbClr val="031C36"/>
                </a:solidFill>
                <a:latin typeface="Noto Sans"/>
                <a:ea typeface="Noto Sans"/>
                <a:cs typeface="Noto Sans"/>
              </a:defRPr>
            </a:pPr>
            <a:r>
              <a:rPr sz="2700" b="0">
                <a:solidFill>
                  <a:srgbClr val="031C36"/>
                </a:solidFill>
                <a:latin typeface="Noto Sans"/>
                <a:ea typeface="Noto Sans"/>
                <a:cs typeface="Noto Sans"/>
              </a:rPr>
              <a:t>Ngồi lâu, quên nghỉ khi tập trung.</a:t>
            </a:r>
            <a:endParaRPr sz="2700" b="0">
              <a:solidFill>
                <a:srgbClr val="031C36"/>
              </a:solidFill>
              <a:latin typeface="Noto Sans"/>
              <a:ea typeface="Noto Sans"/>
              <a:cs typeface="Noto Sans"/>
            </a:endParaRPr>
          </a:p>
        </p:txBody>
      </p:sp>
      <p:sp>
        <p:nvSpPr>
          <p:cNvPr id="10" name="Vận động, tư thế, góc làm việc."/>
          <p:cNvSpPr>
            <a:spLocks noGrp="1"/>
          </p:cNvSpPr>
          <p:nvPr/>
        </p:nvSpPr>
        <p:spPr>
          <a:xfrm>
            <a:off x="1066800" y="6096000"/>
            <a:ext cx="4953000" cy="1285875"/>
          </a:xfrm>
          <a:prstGeom prst="rect">
            <a:avLst/>
          </a:prstGeom>
          <a:noFill/>
          <a:ln w="0">
            <a:noFill/>
          </a:ln>
        </p:spPr>
        <p:txBody>
          <a:bodyPr lIns="0" tIns="0" rIns="0" bIns="0">
            <a:noAutofit/>
          </a:bodyPr>
          <a:lstStyle>
            <a:defPPr>
              <a:defRPr sz="2625" b="0">
                <a:solidFill>
                  <a:srgbClr val="031C36"/>
                </a:solidFill>
                <a:latin typeface="Noto Sans"/>
                <a:ea typeface="Noto Sans"/>
                <a:cs typeface="Noto Sans"/>
              </a:defRPr>
            </a:defPPr>
            <a:lvl1pPr>
              <a:defRPr sz="2625" b="0">
                <a:solidFill>
                  <a:srgbClr val="031C36"/>
                </a:solidFill>
                <a:latin typeface="Noto Sans"/>
                <a:ea typeface="Noto Sans"/>
                <a:cs typeface="Noto Sans"/>
              </a:defRPr>
            </a:lvl1pPr>
            <a:lvl2pPr>
              <a:defRPr sz="2625" b="0">
                <a:solidFill>
                  <a:srgbClr val="031C36"/>
                </a:solidFill>
                <a:latin typeface="Noto Sans"/>
                <a:ea typeface="Noto Sans"/>
                <a:cs typeface="Noto Sans"/>
              </a:defRPr>
            </a:lvl2pPr>
            <a:lvl3pPr>
              <a:defRPr sz="2625" b="0">
                <a:solidFill>
                  <a:srgbClr val="031C36"/>
                </a:solidFill>
                <a:latin typeface="Noto Sans"/>
                <a:ea typeface="Noto Sans"/>
                <a:cs typeface="Noto Sans"/>
              </a:defRPr>
            </a:lvl3pPr>
            <a:lvl4pPr>
              <a:defRPr sz="2625" b="0">
                <a:solidFill>
                  <a:srgbClr val="031C36"/>
                </a:solidFill>
                <a:latin typeface="Noto Sans"/>
                <a:ea typeface="Noto Sans"/>
                <a:cs typeface="Noto Sans"/>
              </a:defRPr>
            </a:lvl4pPr>
            <a:lvl5pPr>
              <a:defRPr sz="2625" b="0">
                <a:solidFill>
                  <a:srgbClr val="031C36"/>
                </a:solidFill>
                <a:latin typeface="Noto Sans"/>
                <a:ea typeface="Noto Sans"/>
                <a:cs typeface="Noto Sans"/>
              </a:defRPr>
            </a:lvl5pPr>
            <a:lvl6pPr>
              <a:defRPr sz="2625" b="0">
                <a:solidFill>
                  <a:srgbClr val="031C36"/>
                </a:solidFill>
                <a:latin typeface="Noto Sans"/>
                <a:ea typeface="Noto Sans"/>
                <a:cs typeface="Noto Sans"/>
              </a:defRPr>
            </a:lvl6pPr>
            <a:lvl7pPr>
              <a:defRPr sz="2625" b="0">
                <a:solidFill>
                  <a:srgbClr val="031C36"/>
                </a:solidFill>
                <a:latin typeface="Noto Sans"/>
                <a:ea typeface="Noto Sans"/>
                <a:cs typeface="Noto Sans"/>
              </a:defRPr>
            </a:lvl7pPr>
            <a:lvl8pPr>
              <a:defRPr sz="2625" b="0">
                <a:solidFill>
                  <a:srgbClr val="031C36"/>
                </a:solidFill>
                <a:latin typeface="Noto Sans"/>
                <a:ea typeface="Noto Sans"/>
                <a:cs typeface="Noto Sans"/>
              </a:defRPr>
            </a:lvl8pPr>
            <a:lvl9pPr>
              <a:defRPr sz="2625" b="0">
                <a:solidFill>
                  <a:srgbClr val="031C36"/>
                </a:solidFill>
                <a:latin typeface="Noto Sans"/>
                <a:ea typeface="Noto Sans"/>
                <a:cs typeface="Noto Sans"/>
              </a:defRPr>
            </a:lvl9pPr>
          </a:lstStyle>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Vận động, tư thế, góc làm việc.</a:t>
            </a:r>
            <a:endParaRPr sz="2625" b="0">
              <a:solidFill>
                <a:srgbClr val="031C36"/>
              </a:solidFill>
              <a:latin typeface="Noto Sans"/>
              <a:ea typeface="Noto Sans"/>
              <a:cs typeface="Noto Sans"/>
            </a:endParaRPr>
          </a:p>
        </p:txBody>
      </p:sp>
      <p:sp>
        <p:nvSpPr>
          <p:cNvPr id="11" name="Check-in ≤3 thao tác; đổi lịch &lt;30 giây."/>
          <p:cNvSpPr>
            <a:spLocks noGrp="1"/>
          </p:cNvSpPr>
          <p:nvPr/>
        </p:nvSpPr>
        <p:spPr>
          <a:xfrm>
            <a:off x="1066800" y="7762875"/>
            <a:ext cx="4953000" cy="1047750"/>
          </a:xfrm>
          <a:prstGeom prst="rect">
            <a:avLst/>
          </a:prstGeom>
          <a:noFill/>
          <a:ln w="0">
            <a:noFill/>
          </a:ln>
        </p:spPr>
        <p:txBody>
          <a:bodyPr lIns="0" tIns="0" rIns="0" bIns="0">
            <a:noAutofit/>
          </a:bodyPr>
          <a:lstStyle>
            <a:defPPr>
              <a:defRPr sz="2250" b="1">
                <a:solidFill>
                  <a:srgbClr val="031C36"/>
                </a:solidFill>
                <a:latin typeface="Noto Sans"/>
                <a:ea typeface="Noto Sans"/>
                <a:cs typeface="Noto Sans"/>
              </a:defRPr>
            </a:defPPr>
            <a:lvl1pPr>
              <a:defRPr sz="2250" b="1">
                <a:solidFill>
                  <a:srgbClr val="031C36"/>
                </a:solidFill>
                <a:latin typeface="Noto Sans"/>
                <a:ea typeface="Noto Sans"/>
                <a:cs typeface="Noto Sans"/>
              </a:defRPr>
            </a:lvl1pPr>
            <a:lvl2pPr>
              <a:defRPr sz="2250" b="1">
                <a:solidFill>
                  <a:srgbClr val="031C36"/>
                </a:solidFill>
                <a:latin typeface="Noto Sans"/>
                <a:ea typeface="Noto Sans"/>
                <a:cs typeface="Noto Sans"/>
              </a:defRPr>
            </a:lvl2pPr>
            <a:lvl3pPr>
              <a:defRPr sz="2250" b="1">
                <a:solidFill>
                  <a:srgbClr val="031C36"/>
                </a:solidFill>
                <a:latin typeface="Noto Sans"/>
                <a:ea typeface="Noto Sans"/>
                <a:cs typeface="Noto Sans"/>
              </a:defRPr>
            </a:lvl3pPr>
            <a:lvl4pPr>
              <a:defRPr sz="2250" b="1">
                <a:solidFill>
                  <a:srgbClr val="031C36"/>
                </a:solidFill>
                <a:latin typeface="Noto Sans"/>
                <a:ea typeface="Noto Sans"/>
                <a:cs typeface="Noto Sans"/>
              </a:defRPr>
            </a:lvl4pPr>
            <a:lvl5pPr>
              <a:defRPr sz="2250" b="1">
                <a:solidFill>
                  <a:srgbClr val="031C36"/>
                </a:solidFill>
                <a:latin typeface="Noto Sans"/>
                <a:ea typeface="Noto Sans"/>
                <a:cs typeface="Noto Sans"/>
              </a:defRPr>
            </a:lvl5pPr>
            <a:lvl6pPr>
              <a:defRPr sz="2250" b="1">
                <a:solidFill>
                  <a:srgbClr val="031C36"/>
                </a:solidFill>
                <a:latin typeface="Noto Sans"/>
                <a:ea typeface="Noto Sans"/>
                <a:cs typeface="Noto Sans"/>
              </a:defRPr>
            </a:lvl6pPr>
            <a:lvl7pPr>
              <a:defRPr sz="2250" b="1">
                <a:solidFill>
                  <a:srgbClr val="031C36"/>
                </a:solidFill>
                <a:latin typeface="Noto Sans"/>
                <a:ea typeface="Noto Sans"/>
                <a:cs typeface="Noto Sans"/>
              </a:defRPr>
            </a:lvl7pPr>
            <a:lvl8pPr>
              <a:defRPr sz="2250" b="1">
                <a:solidFill>
                  <a:srgbClr val="031C36"/>
                </a:solidFill>
                <a:latin typeface="Noto Sans"/>
                <a:ea typeface="Noto Sans"/>
                <a:cs typeface="Noto Sans"/>
              </a:defRPr>
            </a:lvl8pPr>
            <a:lvl9pPr>
              <a:defRPr sz="2250" b="1">
                <a:solidFill>
                  <a:srgbClr val="031C36"/>
                </a:solidFill>
                <a:latin typeface="Noto Sans"/>
                <a:ea typeface="Noto Sans"/>
                <a:cs typeface="Noto Sans"/>
              </a:defRPr>
            </a:lvl9pPr>
          </a:lstStyle>
          <a:p>
            <a:pPr>
              <a:defRPr sz="2250" b="1">
                <a:solidFill>
                  <a:srgbClr val="031C36"/>
                </a:solidFill>
                <a:latin typeface="Noto Sans"/>
                <a:ea typeface="Noto Sans"/>
                <a:cs typeface="Noto Sans"/>
              </a:defRPr>
            </a:pPr>
            <a:r>
              <a:rPr sz="2250" b="1">
                <a:solidFill>
                  <a:srgbClr val="031C36"/>
                </a:solidFill>
                <a:latin typeface="Noto Sans"/>
                <a:ea typeface="Noto Sans"/>
                <a:cs typeface="Noto Sans"/>
              </a:rPr>
              <a:t>Check-in ≤3 thao tác; đổi lịch &lt;30 giây.</a:t>
            </a:r>
            <a:endParaRPr sz="2250" b="1">
              <a:solidFill>
                <a:srgbClr val="031C36"/>
              </a:solidFill>
              <a:latin typeface="Noto Sans"/>
              <a:ea typeface="Noto Sans"/>
              <a:cs typeface="Noto Sans"/>
            </a:endParaRPr>
          </a:p>
        </p:txBody>
      </p:sp>
      <p:sp>
        <p:nvSpPr>
          <p:cNvPr id="12" name="Mai, 24 tuổi"/>
          <p:cNvSpPr>
            <a:spLocks noGrp="1"/>
          </p:cNvSpPr>
          <p:nvPr/>
        </p:nvSpPr>
        <p:spPr>
          <a:xfrm>
            <a:off x="6686550" y="2857500"/>
            <a:ext cx="5191125" cy="619125"/>
          </a:xfrm>
          <a:prstGeom prst="rect">
            <a:avLst/>
          </a:prstGeom>
          <a:noFill/>
          <a:ln w="0">
            <a:noFill/>
          </a:ln>
        </p:spPr>
        <p:txBody>
          <a:bodyPr lIns="0" tIns="0" rIns="0" bIns="0">
            <a:noAutofit/>
          </a:bodyPr>
          <a:lstStyle>
            <a:defPPr>
              <a:defRPr sz="3225" b="1">
                <a:solidFill>
                  <a:srgbClr val="1E5AA8"/>
                </a:solidFill>
                <a:latin typeface="Noto Sans"/>
                <a:ea typeface="Noto Sans"/>
                <a:cs typeface="Noto Sans"/>
              </a:defRPr>
            </a:defPPr>
            <a:lvl1pPr>
              <a:defRPr sz="3225" b="1">
                <a:solidFill>
                  <a:srgbClr val="1E5AA8"/>
                </a:solidFill>
                <a:latin typeface="Noto Sans"/>
                <a:ea typeface="Noto Sans"/>
                <a:cs typeface="Noto Sans"/>
              </a:defRPr>
            </a:lvl1pPr>
            <a:lvl2pPr>
              <a:defRPr sz="3225" b="1">
                <a:solidFill>
                  <a:srgbClr val="1E5AA8"/>
                </a:solidFill>
                <a:latin typeface="Noto Sans"/>
                <a:ea typeface="Noto Sans"/>
                <a:cs typeface="Noto Sans"/>
              </a:defRPr>
            </a:lvl2pPr>
            <a:lvl3pPr>
              <a:defRPr sz="3225" b="1">
                <a:solidFill>
                  <a:srgbClr val="1E5AA8"/>
                </a:solidFill>
                <a:latin typeface="Noto Sans"/>
                <a:ea typeface="Noto Sans"/>
                <a:cs typeface="Noto Sans"/>
              </a:defRPr>
            </a:lvl3pPr>
            <a:lvl4pPr>
              <a:defRPr sz="3225" b="1">
                <a:solidFill>
                  <a:srgbClr val="1E5AA8"/>
                </a:solidFill>
                <a:latin typeface="Noto Sans"/>
                <a:ea typeface="Noto Sans"/>
                <a:cs typeface="Noto Sans"/>
              </a:defRPr>
            </a:lvl4pPr>
            <a:lvl5pPr>
              <a:defRPr sz="3225" b="1">
                <a:solidFill>
                  <a:srgbClr val="1E5AA8"/>
                </a:solidFill>
                <a:latin typeface="Noto Sans"/>
                <a:ea typeface="Noto Sans"/>
                <a:cs typeface="Noto Sans"/>
              </a:defRPr>
            </a:lvl5pPr>
            <a:lvl6pPr>
              <a:defRPr sz="3225" b="1">
                <a:solidFill>
                  <a:srgbClr val="1E5AA8"/>
                </a:solidFill>
                <a:latin typeface="Noto Sans"/>
                <a:ea typeface="Noto Sans"/>
                <a:cs typeface="Noto Sans"/>
              </a:defRPr>
            </a:lvl6pPr>
            <a:lvl7pPr>
              <a:defRPr sz="3225" b="1">
                <a:solidFill>
                  <a:srgbClr val="1E5AA8"/>
                </a:solidFill>
                <a:latin typeface="Noto Sans"/>
                <a:ea typeface="Noto Sans"/>
                <a:cs typeface="Noto Sans"/>
              </a:defRPr>
            </a:lvl7pPr>
            <a:lvl8pPr>
              <a:defRPr sz="3225" b="1">
                <a:solidFill>
                  <a:srgbClr val="1E5AA8"/>
                </a:solidFill>
                <a:latin typeface="Noto Sans"/>
                <a:ea typeface="Noto Sans"/>
                <a:cs typeface="Noto Sans"/>
              </a:defRPr>
            </a:lvl8pPr>
            <a:lvl9pPr>
              <a:defRPr sz="3225" b="1">
                <a:solidFill>
                  <a:srgbClr val="1E5AA8"/>
                </a:solidFill>
                <a:latin typeface="Noto Sans"/>
                <a:ea typeface="Noto Sans"/>
                <a:cs typeface="Noto Sans"/>
              </a:defRPr>
            </a:lvl9pPr>
          </a:lstStyle>
          <a:p>
            <a:pPr>
              <a:defRPr sz="3225" b="1">
                <a:solidFill>
                  <a:srgbClr val="1E5AA8"/>
                </a:solidFill>
                <a:latin typeface="Noto Sans"/>
                <a:ea typeface="Noto Sans"/>
                <a:cs typeface="Noto Sans"/>
              </a:defRPr>
            </a:pPr>
            <a:r>
              <a:rPr sz="3225" b="1">
                <a:solidFill>
                  <a:srgbClr val="1E5AA8"/>
                </a:solidFill>
                <a:latin typeface="Noto Sans"/>
                <a:ea typeface="Noto Sans"/>
                <a:cs typeface="Noto Sans"/>
              </a:rPr>
              <a:t>Mai, 24 tuổi</a:t>
            </a:r>
            <a:endParaRPr sz="3225" b="1">
              <a:solidFill>
                <a:srgbClr val="1E5AA8"/>
              </a:solidFill>
              <a:latin typeface="Noto Sans"/>
              <a:ea typeface="Noto Sans"/>
              <a:cs typeface="Noto Sans"/>
            </a:endParaRPr>
          </a:p>
        </p:txBody>
      </p:sp>
      <p:sp>
        <p:nvSpPr>
          <p:cNvPr id="13" name="Nhân viên marketing mới"/>
          <p:cNvSpPr>
            <a:spLocks noGrp="1"/>
          </p:cNvSpPr>
          <p:nvPr/>
        </p:nvSpPr>
        <p:spPr>
          <a:xfrm>
            <a:off x="6686550" y="3667125"/>
            <a:ext cx="5095875" cy="523875"/>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Nhân viên marketing mới</a:t>
            </a:r>
            <a:endParaRPr sz="2250" b="0">
              <a:solidFill>
                <a:srgbClr val="424751"/>
              </a:solidFill>
              <a:latin typeface="Noto Sans"/>
              <a:ea typeface="Noto Sans"/>
              <a:cs typeface="Noto Sans"/>
            </a:endParaRPr>
          </a:p>
        </p:txBody>
      </p:sp>
      <p:sp>
        <p:nvSpPr>
          <p:cNvPr id="14" name="Ăn vội, căng thẳng, ít quen đồng nghiệp."/>
          <p:cNvSpPr>
            <a:spLocks noGrp="1"/>
          </p:cNvSpPr>
          <p:nvPr/>
        </p:nvSpPr>
        <p:spPr>
          <a:xfrm>
            <a:off x="6686550" y="4524375"/>
            <a:ext cx="4953000" cy="1238250"/>
          </a:xfrm>
          <a:prstGeom prst="rect">
            <a:avLst/>
          </a:prstGeom>
          <a:noFill/>
          <a:ln w="0">
            <a:noFill/>
          </a:ln>
        </p:spPr>
        <p:txBody>
          <a:bodyPr lIns="0" tIns="0" rIns="0" bIns="0">
            <a:noAutofit/>
          </a:bodyPr>
          <a:lstStyle>
            <a:defPPr>
              <a:defRPr sz="2700" b="0">
                <a:solidFill>
                  <a:srgbClr val="031C36"/>
                </a:solidFill>
                <a:latin typeface="Noto Sans"/>
                <a:ea typeface="Noto Sans"/>
                <a:cs typeface="Noto Sans"/>
              </a:defRPr>
            </a:defPPr>
            <a:lvl1pPr>
              <a:defRPr sz="2700" b="0">
                <a:solidFill>
                  <a:srgbClr val="031C36"/>
                </a:solidFill>
                <a:latin typeface="Noto Sans"/>
                <a:ea typeface="Noto Sans"/>
                <a:cs typeface="Noto Sans"/>
              </a:defRPr>
            </a:lvl1pPr>
            <a:lvl2pPr>
              <a:defRPr sz="2700" b="0">
                <a:solidFill>
                  <a:srgbClr val="031C36"/>
                </a:solidFill>
                <a:latin typeface="Noto Sans"/>
                <a:ea typeface="Noto Sans"/>
                <a:cs typeface="Noto Sans"/>
              </a:defRPr>
            </a:lvl2pPr>
            <a:lvl3pPr>
              <a:defRPr sz="2700" b="0">
                <a:solidFill>
                  <a:srgbClr val="031C36"/>
                </a:solidFill>
                <a:latin typeface="Noto Sans"/>
                <a:ea typeface="Noto Sans"/>
                <a:cs typeface="Noto Sans"/>
              </a:defRPr>
            </a:lvl3pPr>
            <a:lvl4pPr>
              <a:defRPr sz="2700" b="0">
                <a:solidFill>
                  <a:srgbClr val="031C36"/>
                </a:solidFill>
                <a:latin typeface="Noto Sans"/>
                <a:ea typeface="Noto Sans"/>
                <a:cs typeface="Noto Sans"/>
              </a:defRPr>
            </a:lvl4pPr>
            <a:lvl5pPr>
              <a:defRPr sz="2700" b="0">
                <a:solidFill>
                  <a:srgbClr val="031C36"/>
                </a:solidFill>
                <a:latin typeface="Noto Sans"/>
                <a:ea typeface="Noto Sans"/>
                <a:cs typeface="Noto Sans"/>
              </a:defRPr>
            </a:lvl5pPr>
            <a:lvl6pPr>
              <a:defRPr sz="2700" b="0">
                <a:solidFill>
                  <a:srgbClr val="031C36"/>
                </a:solidFill>
                <a:latin typeface="Noto Sans"/>
                <a:ea typeface="Noto Sans"/>
                <a:cs typeface="Noto Sans"/>
              </a:defRPr>
            </a:lvl6pPr>
            <a:lvl7pPr>
              <a:defRPr sz="2700" b="0">
                <a:solidFill>
                  <a:srgbClr val="031C36"/>
                </a:solidFill>
                <a:latin typeface="Noto Sans"/>
                <a:ea typeface="Noto Sans"/>
                <a:cs typeface="Noto Sans"/>
              </a:defRPr>
            </a:lvl7pPr>
            <a:lvl8pPr>
              <a:defRPr sz="2700" b="0">
                <a:solidFill>
                  <a:srgbClr val="031C36"/>
                </a:solidFill>
                <a:latin typeface="Noto Sans"/>
                <a:ea typeface="Noto Sans"/>
                <a:cs typeface="Noto Sans"/>
              </a:defRPr>
            </a:lvl8pPr>
            <a:lvl9pPr>
              <a:defRPr sz="2700" b="0">
                <a:solidFill>
                  <a:srgbClr val="031C36"/>
                </a:solidFill>
                <a:latin typeface="Noto Sans"/>
                <a:ea typeface="Noto Sans"/>
                <a:cs typeface="Noto Sans"/>
              </a:defRPr>
            </a:lvl9pPr>
          </a:lstStyle>
          <a:p>
            <a:pPr>
              <a:defRPr sz="2700" b="0">
                <a:solidFill>
                  <a:srgbClr val="031C36"/>
                </a:solidFill>
                <a:latin typeface="Noto Sans"/>
                <a:ea typeface="Noto Sans"/>
                <a:cs typeface="Noto Sans"/>
              </a:defRPr>
            </a:pPr>
            <a:r>
              <a:rPr sz="2700" b="0">
                <a:solidFill>
                  <a:srgbClr val="031C36"/>
                </a:solidFill>
                <a:latin typeface="Noto Sans"/>
                <a:ea typeface="Noto Sans"/>
                <a:cs typeface="Noto Sans"/>
              </a:rPr>
              <a:t>Ăn vội, căng thẳng, ít quen đồng nghiệp.</a:t>
            </a:r>
            <a:endParaRPr sz="2700" b="0">
              <a:solidFill>
                <a:srgbClr val="031C36"/>
              </a:solidFill>
              <a:latin typeface="Noto Sans"/>
              <a:ea typeface="Noto Sans"/>
              <a:cs typeface="Noto Sans"/>
            </a:endParaRPr>
          </a:p>
        </p:txBody>
      </p:sp>
      <p:sp>
        <p:nvSpPr>
          <p:cNvPr id="15" name="Ăn uống, nghỉ ngắn, kết nối tự nguyện."/>
          <p:cNvSpPr>
            <a:spLocks noGrp="1"/>
          </p:cNvSpPr>
          <p:nvPr/>
        </p:nvSpPr>
        <p:spPr>
          <a:xfrm>
            <a:off x="6686550" y="6096000"/>
            <a:ext cx="4953000" cy="1285875"/>
          </a:xfrm>
          <a:prstGeom prst="rect">
            <a:avLst/>
          </a:prstGeom>
          <a:noFill/>
          <a:ln w="0">
            <a:noFill/>
          </a:ln>
        </p:spPr>
        <p:txBody>
          <a:bodyPr lIns="0" tIns="0" rIns="0" bIns="0">
            <a:noAutofit/>
          </a:bodyPr>
          <a:lstStyle>
            <a:defPPr>
              <a:defRPr sz="2625" b="0">
                <a:solidFill>
                  <a:srgbClr val="031C36"/>
                </a:solidFill>
                <a:latin typeface="Noto Sans"/>
                <a:ea typeface="Noto Sans"/>
                <a:cs typeface="Noto Sans"/>
              </a:defRPr>
            </a:defPPr>
            <a:lvl1pPr>
              <a:defRPr sz="2625" b="0">
                <a:solidFill>
                  <a:srgbClr val="031C36"/>
                </a:solidFill>
                <a:latin typeface="Noto Sans"/>
                <a:ea typeface="Noto Sans"/>
                <a:cs typeface="Noto Sans"/>
              </a:defRPr>
            </a:lvl1pPr>
            <a:lvl2pPr>
              <a:defRPr sz="2625" b="0">
                <a:solidFill>
                  <a:srgbClr val="031C36"/>
                </a:solidFill>
                <a:latin typeface="Noto Sans"/>
                <a:ea typeface="Noto Sans"/>
                <a:cs typeface="Noto Sans"/>
              </a:defRPr>
            </a:lvl2pPr>
            <a:lvl3pPr>
              <a:defRPr sz="2625" b="0">
                <a:solidFill>
                  <a:srgbClr val="031C36"/>
                </a:solidFill>
                <a:latin typeface="Noto Sans"/>
                <a:ea typeface="Noto Sans"/>
                <a:cs typeface="Noto Sans"/>
              </a:defRPr>
            </a:lvl3pPr>
            <a:lvl4pPr>
              <a:defRPr sz="2625" b="0">
                <a:solidFill>
                  <a:srgbClr val="031C36"/>
                </a:solidFill>
                <a:latin typeface="Noto Sans"/>
                <a:ea typeface="Noto Sans"/>
                <a:cs typeface="Noto Sans"/>
              </a:defRPr>
            </a:lvl4pPr>
            <a:lvl5pPr>
              <a:defRPr sz="2625" b="0">
                <a:solidFill>
                  <a:srgbClr val="031C36"/>
                </a:solidFill>
                <a:latin typeface="Noto Sans"/>
                <a:ea typeface="Noto Sans"/>
                <a:cs typeface="Noto Sans"/>
              </a:defRPr>
            </a:lvl5pPr>
            <a:lvl6pPr>
              <a:defRPr sz="2625" b="0">
                <a:solidFill>
                  <a:srgbClr val="031C36"/>
                </a:solidFill>
                <a:latin typeface="Noto Sans"/>
                <a:ea typeface="Noto Sans"/>
                <a:cs typeface="Noto Sans"/>
              </a:defRPr>
            </a:lvl6pPr>
            <a:lvl7pPr>
              <a:defRPr sz="2625" b="0">
                <a:solidFill>
                  <a:srgbClr val="031C36"/>
                </a:solidFill>
                <a:latin typeface="Noto Sans"/>
                <a:ea typeface="Noto Sans"/>
                <a:cs typeface="Noto Sans"/>
              </a:defRPr>
            </a:lvl7pPr>
            <a:lvl8pPr>
              <a:defRPr sz="2625" b="0">
                <a:solidFill>
                  <a:srgbClr val="031C36"/>
                </a:solidFill>
                <a:latin typeface="Noto Sans"/>
                <a:ea typeface="Noto Sans"/>
                <a:cs typeface="Noto Sans"/>
              </a:defRPr>
            </a:lvl8pPr>
            <a:lvl9pPr>
              <a:defRPr sz="2625" b="0">
                <a:solidFill>
                  <a:srgbClr val="031C36"/>
                </a:solidFill>
                <a:latin typeface="Noto Sans"/>
                <a:ea typeface="Noto Sans"/>
                <a:cs typeface="Noto Sans"/>
              </a:defRPr>
            </a:lvl9pPr>
          </a:lstStyle>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Ăn uống, nghỉ ngắn, kết nối tự nguyện.</a:t>
            </a:r>
            <a:endParaRPr sz="2625" b="0">
              <a:solidFill>
                <a:srgbClr val="031C36"/>
              </a:solidFill>
              <a:latin typeface="Noto Sans"/>
              <a:ea typeface="Noto Sans"/>
              <a:cs typeface="Noto Sans"/>
            </a:endParaRPr>
          </a:p>
        </p:txBody>
      </p:sp>
      <p:sp>
        <p:nvSpPr>
          <p:cNvPr id="16" name="Tìm và thêm hoạt động &lt;60 giây."/>
          <p:cNvSpPr>
            <a:spLocks noGrp="1"/>
          </p:cNvSpPr>
          <p:nvPr/>
        </p:nvSpPr>
        <p:spPr>
          <a:xfrm>
            <a:off x="6686550" y="7762875"/>
            <a:ext cx="4953000" cy="1047750"/>
          </a:xfrm>
          <a:prstGeom prst="rect">
            <a:avLst/>
          </a:prstGeom>
          <a:noFill/>
          <a:ln w="0">
            <a:noFill/>
          </a:ln>
        </p:spPr>
        <p:txBody>
          <a:bodyPr lIns="0" tIns="0" rIns="0" bIns="0">
            <a:noAutofit/>
          </a:bodyPr>
          <a:lstStyle>
            <a:defPPr>
              <a:defRPr sz="2250" b="1">
                <a:solidFill>
                  <a:srgbClr val="031C36"/>
                </a:solidFill>
                <a:latin typeface="Noto Sans"/>
                <a:ea typeface="Noto Sans"/>
                <a:cs typeface="Noto Sans"/>
              </a:defRPr>
            </a:defPPr>
            <a:lvl1pPr>
              <a:defRPr sz="2250" b="1">
                <a:solidFill>
                  <a:srgbClr val="031C36"/>
                </a:solidFill>
                <a:latin typeface="Noto Sans"/>
                <a:ea typeface="Noto Sans"/>
                <a:cs typeface="Noto Sans"/>
              </a:defRPr>
            </a:lvl1pPr>
            <a:lvl2pPr>
              <a:defRPr sz="2250" b="1">
                <a:solidFill>
                  <a:srgbClr val="031C36"/>
                </a:solidFill>
                <a:latin typeface="Noto Sans"/>
                <a:ea typeface="Noto Sans"/>
                <a:cs typeface="Noto Sans"/>
              </a:defRPr>
            </a:lvl2pPr>
            <a:lvl3pPr>
              <a:defRPr sz="2250" b="1">
                <a:solidFill>
                  <a:srgbClr val="031C36"/>
                </a:solidFill>
                <a:latin typeface="Noto Sans"/>
                <a:ea typeface="Noto Sans"/>
                <a:cs typeface="Noto Sans"/>
              </a:defRPr>
            </a:lvl3pPr>
            <a:lvl4pPr>
              <a:defRPr sz="2250" b="1">
                <a:solidFill>
                  <a:srgbClr val="031C36"/>
                </a:solidFill>
                <a:latin typeface="Noto Sans"/>
                <a:ea typeface="Noto Sans"/>
                <a:cs typeface="Noto Sans"/>
              </a:defRPr>
            </a:lvl4pPr>
            <a:lvl5pPr>
              <a:defRPr sz="2250" b="1">
                <a:solidFill>
                  <a:srgbClr val="031C36"/>
                </a:solidFill>
                <a:latin typeface="Noto Sans"/>
                <a:ea typeface="Noto Sans"/>
                <a:cs typeface="Noto Sans"/>
              </a:defRPr>
            </a:lvl5pPr>
            <a:lvl6pPr>
              <a:defRPr sz="2250" b="1">
                <a:solidFill>
                  <a:srgbClr val="031C36"/>
                </a:solidFill>
                <a:latin typeface="Noto Sans"/>
                <a:ea typeface="Noto Sans"/>
                <a:cs typeface="Noto Sans"/>
              </a:defRPr>
            </a:lvl6pPr>
            <a:lvl7pPr>
              <a:defRPr sz="2250" b="1">
                <a:solidFill>
                  <a:srgbClr val="031C36"/>
                </a:solidFill>
                <a:latin typeface="Noto Sans"/>
                <a:ea typeface="Noto Sans"/>
                <a:cs typeface="Noto Sans"/>
              </a:defRPr>
            </a:lvl7pPr>
            <a:lvl8pPr>
              <a:defRPr sz="2250" b="1">
                <a:solidFill>
                  <a:srgbClr val="031C36"/>
                </a:solidFill>
                <a:latin typeface="Noto Sans"/>
                <a:ea typeface="Noto Sans"/>
                <a:cs typeface="Noto Sans"/>
              </a:defRPr>
            </a:lvl8pPr>
            <a:lvl9pPr>
              <a:defRPr sz="2250" b="1">
                <a:solidFill>
                  <a:srgbClr val="031C36"/>
                </a:solidFill>
                <a:latin typeface="Noto Sans"/>
                <a:ea typeface="Noto Sans"/>
                <a:cs typeface="Noto Sans"/>
              </a:defRPr>
            </a:lvl9pPr>
          </a:lstStyle>
          <a:p>
            <a:pPr>
              <a:defRPr sz="2250" b="1">
                <a:solidFill>
                  <a:srgbClr val="031C36"/>
                </a:solidFill>
                <a:latin typeface="Noto Sans"/>
                <a:ea typeface="Noto Sans"/>
                <a:cs typeface="Noto Sans"/>
              </a:defRPr>
            </a:pPr>
            <a:r>
              <a:rPr sz="2250" b="1">
                <a:solidFill>
                  <a:srgbClr val="031C36"/>
                </a:solidFill>
                <a:latin typeface="Noto Sans"/>
                <a:ea typeface="Noto Sans"/>
                <a:cs typeface="Noto Sans"/>
              </a:rPr>
              <a:t>Tìm và thêm hoạt động &lt;60 giây.</a:t>
            </a:r>
            <a:endParaRPr sz="2250" b="1">
              <a:solidFill>
                <a:srgbClr val="031C36"/>
              </a:solidFill>
              <a:latin typeface="Noto Sans"/>
              <a:ea typeface="Noto Sans"/>
              <a:cs typeface="Noto Sans"/>
            </a:endParaRPr>
          </a:p>
        </p:txBody>
      </p:sp>
      <p:sp>
        <p:nvSpPr>
          <p:cNvPr id="17" name="Linh, 39 tuổi"/>
          <p:cNvSpPr>
            <a:spLocks noGrp="1"/>
          </p:cNvSpPr>
          <p:nvPr/>
        </p:nvSpPr>
        <p:spPr>
          <a:xfrm>
            <a:off x="12306300" y="2857500"/>
            <a:ext cx="5191125" cy="619125"/>
          </a:xfrm>
          <a:prstGeom prst="rect">
            <a:avLst/>
          </a:prstGeom>
          <a:noFill/>
          <a:ln w="0">
            <a:noFill/>
          </a:ln>
        </p:spPr>
        <p:txBody>
          <a:bodyPr lIns="0" tIns="0" rIns="0" bIns="0">
            <a:noAutofit/>
          </a:bodyPr>
          <a:lstStyle>
            <a:defPPr>
              <a:defRPr sz="3225" b="1">
                <a:solidFill>
                  <a:srgbClr val="1E5AA8"/>
                </a:solidFill>
                <a:latin typeface="Noto Sans"/>
                <a:ea typeface="Noto Sans"/>
                <a:cs typeface="Noto Sans"/>
              </a:defRPr>
            </a:defPPr>
            <a:lvl1pPr>
              <a:defRPr sz="3225" b="1">
                <a:solidFill>
                  <a:srgbClr val="1E5AA8"/>
                </a:solidFill>
                <a:latin typeface="Noto Sans"/>
                <a:ea typeface="Noto Sans"/>
                <a:cs typeface="Noto Sans"/>
              </a:defRPr>
            </a:lvl1pPr>
            <a:lvl2pPr>
              <a:defRPr sz="3225" b="1">
                <a:solidFill>
                  <a:srgbClr val="1E5AA8"/>
                </a:solidFill>
                <a:latin typeface="Noto Sans"/>
                <a:ea typeface="Noto Sans"/>
                <a:cs typeface="Noto Sans"/>
              </a:defRPr>
            </a:lvl2pPr>
            <a:lvl3pPr>
              <a:defRPr sz="3225" b="1">
                <a:solidFill>
                  <a:srgbClr val="1E5AA8"/>
                </a:solidFill>
                <a:latin typeface="Noto Sans"/>
                <a:ea typeface="Noto Sans"/>
                <a:cs typeface="Noto Sans"/>
              </a:defRPr>
            </a:lvl3pPr>
            <a:lvl4pPr>
              <a:defRPr sz="3225" b="1">
                <a:solidFill>
                  <a:srgbClr val="1E5AA8"/>
                </a:solidFill>
                <a:latin typeface="Noto Sans"/>
                <a:ea typeface="Noto Sans"/>
                <a:cs typeface="Noto Sans"/>
              </a:defRPr>
            </a:lvl4pPr>
            <a:lvl5pPr>
              <a:defRPr sz="3225" b="1">
                <a:solidFill>
                  <a:srgbClr val="1E5AA8"/>
                </a:solidFill>
                <a:latin typeface="Noto Sans"/>
                <a:ea typeface="Noto Sans"/>
                <a:cs typeface="Noto Sans"/>
              </a:defRPr>
            </a:lvl5pPr>
            <a:lvl6pPr>
              <a:defRPr sz="3225" b="1">
                <a:solidFill>
                  <a:srgbClr val="1E5AA8"/>
                </a:solidFill>
                <a:latin typeface="Noto Sans"/>
                <a:ea typeface="Noto Sans"/>
                <a:cs typeface="Noto Sans"/>
              </a:defRPr>
            </a:lvl6pPr>
            <a:lvl7pPr>
              <a:defRPr sz="3225" b="1">
                <a:solidFill>
                  <a:srgbClr val="1E5AA8"/>
                </a:solidFill>
                <a:latin typeface="Noto Sans"/>
                <a:ea typeface="Noto Sans"/>
                <a:cs typeface="Noto Sans"/>
              </a:defRPr>
            </a:lvl7pPr>
            <a:lvl8pPr>
              <a:defRPr sz="3225" b="1">
                <a:solidFill>
                  <a:srgbClr val="1E5AA8"/>
                </a:solidFill>
                <a:latin typeface="Noto Sans"/>
                <a:ea typeface="Noto Sans"/>
                <a:cs typeface="Noto Sans"/>
              </a:defRPr>
            </a:lvl8pPr>
            <a:lvl9pPr>
              <a:defRPr sz="3225" b="1">
                <a:solidFill>
                  <a:srgbClr val="1E5AA8"/>
                </a:solidFill>
                <a:latin typeface="Noto Sans"/>
                <a:ea typeface="Noto Sans"/>
                <a:cs typeface="Noto Sans"/>
              </a:defRPr>
            </a:lvl9pPr>
          </a:lstStyle>
          <a:p>
            <a:pPr>
              <a:defRPr sz="3225" b="1">
                <a:solidFill>
                  <a:srgbClr val="1E5AA8"/>
                </a:solidFill>
                <a:latin typeface="Noto Sans"/>
                <a:ea typeface="Noto Sans"/>
                <a:cs typeface="Noto Sans"/>
              </a:defRPr>
            </a:pPr>
            <a:r>
              <a:rPr sz="3225" b="1">
                <a:solidFill>
                  <a:srgbClr val="1E5AA8"/>
                </a:solidFill>
                <a:latin typeface="Noto Sans"/>
                <a:ea typeface="Noto Sans"/>
                <a:cs typeface="Noto Sans"/>
              </a:rPr>
              <a:t>Linh, 39 tuổi</a:t>
            </a:r>
            <a:endParaRPr sz="3225" b="1">
              <a:solidFill>
                <a:srgbClr val="1E5AA8"/>
              </a:solidFill>
              <a:latin typeface="Noto Sans"/>
              <a:ea typeface="Noto Sans"/>
              <a:cs typeface="Noto Sans"/>
            </a:endParaRPr>
          </a:p>
        </p:txBody>
      </p:sp>
      <p:sp>
        <p:nvSpPr>
          <p:cNvPr id="18" name="Trưởng nhóm hành chính"/>
          <p:cNvSpPr>
            <a:spLocks noGrp="1"/>
          </p:cNvSpPr>
          <p:nvPr/>
        </p:nvSpPr>
        <p:spPr>
          <a:xfrm>
            <a:off x="12306300" y="3667125"/>
            <a:ext cx="5095875" cy="523875"/>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Trưởng nhóm hành chính</a:t>
            </a:r>
            <a:endParaRPr sz="2250" b="0">
              <a:solidFill>
                <a:srgbClr val="424751"/>
              </a:solidFill>
              <a:latin typeface="Noto Sans"/>
              <a:ea typeface="Noto Sans"/>
              <a:cs typeface="Noto Sans"/>
            </a:endParaRPr>
          </a:p>
        </p:txBody>
      </p:sp>
      <p:sp>
        <p:nvSpPr>
          <p:cNvPr id="19" name="Lịch họp thay đổi, công việc kéo dài ngoài giờ."/>
          <p:cNvSpPr>
            <a:spLocks noGrp="1"/>
          </p:cNvSpPr>
          <p:nvPr/>
        </p:nvSpPr>
        <p:spPr>
          <a:xfrm>
            <a:off x="12306300" y="4524375"/>
            <a:ext cx="4953000" cy="1238250"/>
          </a:xfrm>
          <a:prstGeom prst="rect">
            <a:avLst/>
          </a:prstGeom>
          <a:noFill/>
          <a:ln w="0">
            <a:noFill/>
          </a:ln>
        </p:spPr>
        <p:txBody>
          <a:bodyPr lIns="0" tIns="0" rIns="0" bIns="0">
            <a:noAutofit/>
          </a:bodyPr>
          <a:lstStyle>
            <a:defPPr>
              <a:defRPr sz="2700" b="0">
                <a:solidFill>
                  <a:srgbClr val="031C36"/>
                </a:solidFill>
                <a:latin typeface="Noto Sans"/>
                <a:ea typeface="Noto Sans"/>
                <a:cs typeface="Noto Sans"/>
              </a:defRPr>
            </a:defPPr>
            <a:lvl1pPr>
              <a:defRPr sz="2700" b="0">
                <a:solidFill>
                  <a:srgbClr val="031C36"/>
                </a:solidFill>
                <a:latin typeface="Noto Sans"/>
                <a:ea typeface="Noto Sans"/>
                <a:cs typeface="Noto Sans"/>
              </a:defRPr>
            </a:lvl1pPr>
            <a:lvl2pPr>
              <a:defRPr sz="2700" b="0">
                <a:solidFill>
                  <a:srgbClr val="031C36"/>
                </a:solidFill>
                <a:latin typeface="Noto Sans"/>
                <a:ea typeface="Noto Sans"/>
                <a:cs typeface="Noto Sans"/>
              </a:defRPr>
            </a:lvl2pPr>
            <a:lvl3pPr>
              <a:defRPr sz="2700" b="0">
                <a:solidFill>
                  <a:srgbClr val="031C36"/>
                </a:solidFill>
                <a:latin typeface="Noto Sans"/>
                <a:ea typeface="Noto Sans"/>
                <a:cs typeface="Noto Sans"/>
              </a:defRPr>
            </a:lvl3pPr>
            <a:lvl4pPr>
              <a:defRPr sz="2700" b="0">
                <a:solidFill>
                  <a:srgbClr val="031C36"/>
                </a:solidFill>
                <a:latin typeface="Noto Sans"/>
                <a:ea typeface="Noto Sans"/>
                <a:cs typeface="Noto Sans"/>
              </a:defRPr>
            </a:lvl4pPr>
            <a:lvl5pPr>
              <a:defRPr sz="2700" b="0">
                <a:solidFill>
                  <a:srgbClr val="031C36"/>
                </a:solidFill>
                <a:latin typeface="Noto Sans"/>
                <a:ea typeface="Noto Sans"/>
                <a:cs typeface="Noto Sans"/>
              </a:defRPr>
            </a:lvl5pPr>
            <a:lvl6pPr>
              <a:defRPr sz="2700" b="0">
                <a:solidFill>
                  <a:srgbClr val="031C36"/>
                </a:solidFill>
                <a:latin typeface="Noto Sans"/>
                <a:ea typeface="Noto Sans"/>
                <a:cs typeface="Noto Sans"/>
              </a:defRPr>
            </a:lvl6pPr>
            <a:lvl7pPr>
              <a:defRPr sz="2700" b="0">
                <a:solidFill>
                  <a:srgbClr val="031C36"/>
                </a:solidFill>
                <a:latin typeface="Noto Sans"/>
                <a:ea typeface="Noto Sans"/>
                <a:cs typeface="Noto Sans"/>
              </a:defRPr>
            </a:lvl7pPr>
            <a:lvl8pPr>
              <a:defRPr sz="2700" b="0">
                <a:solidFill>
                  <a:srgbClr val="031C36"/>
                </a:solidFill>
                <a:latin typeface="Noto Sans"/>
                <a:ea typeface="Noto Sans"/>
                <a:cs typeface="Noto Sans"/>
              </a:defRPr>
            </a:lvl8pPr>
            <a:lvl9pPr>
              <a:defRPr sz="2700" b="0">
                <a:solidFill>
                  <a:srgbClr val="031C36"/>
                </a:solidFill>
                <a:latin typeface="Noto Sans"/>
                <a:ea typeface="Noto Sans"/>
                <a:cs typeface="Noto Sans"/>
              </a:defRPr>
            </a:lvl9pPr>
          </a:lstStyle>
          <a:p>
            <a:pPr>
              <a:defRPr sz="2700" b="0">
                <a:solidFill>
                  <a:srgbClr val="031C36"/>
                </a:solidFill>
                <a:latin typeface="Noto Sans"/>
                <a:ea typeface="Noto Sans"/>
                <a:cs typeface="Noto Sans"/>
              </a:defRPr>
            </a:pPr>
            <a:r>
              <a:rPr sz="2700" b="0">
                <a:solidFill>
                  <a:srgbClr val="031C36"/>
                </a:solidFill>
                <a:latin typeface="Noto Sans"/>
                <a:ea typeface="Noto Sans"/>
                <a:cs typeface="Noto Sans"/>
              </a:rPr>
              <a:t>Lịch họp thay đổi, công việc kéo dài ngoài giờ.</a:t>
            </a:r>
            <a:endParaRPr sz="2700" b="0">
              <a:solidFill>
                <a:srgbClr val="031C36"/>
              </a:solidFill>
              <a:latin typeface="Noto Sans"/>
              <a:ea typeface="Noto Sans"/>
              <a:cs typeface="Noto Sans"/>
            </a:endParaRPr>
          </a:p>
        </p:txBody>
      </p:sp>
      <p:sp>
        <p:nvSpPr>
          <p:cNvPr id="20" name="Phục hồi, mục tiêu ngày, giờ yên lặng."/>
          <p:cNvSpPr>
            <a:spLocks noGrp="1"/>
          </p:cNvSpPr>
          <p:nvPr/>
        </p:nvSpPr>
        <p:spPr>
          <a:xfrm>
            <a:off x="12306300" y="6096000"/>
            <a:ext cx="4953000" cy="1285875"/>
          </a:xfrm>
          <a:prstGeom prst="rect">
            <a:avLst/>
          </a:prstGeom>
          <a:noFill/>
          <a:ln w="0">
            <a:noFill/>
          </a:ln>
        </p:spPr>
        <p:txBody>
          <a:bodyPr lIns="0" tIns="0" rIns="0" bIns="0">
            <a:noAutofit/>
          </a:bodyPr>
          <a:lstStyle>
            <a:defPPr>
              <a:defRPr sz="2625" b="0">
                <a:solidFill>
                  <a:srgbClr val="031C36"/>
                </a:solidFill>
                <a:latin typeface="Noto Sans"/>
                <a:ea typeface="Noto Sans"/>
                <a:cs typeface="Noto Sans"/>
              </a:defRPr>
            </a:defPPr>
            <a:lvl1pPr>
              <a:defRPr sz="2625" b="0">
                <a:solidFill>
                  <a:srgbClr val="031C36"/>
                </a:solidFill>
                <a:latin typeface="Noto Sans"/>
                <a:ea typeface="Noto Sans"/>
                <a:cs typeface="Noto Sans"/>
              </a:defRPr>
            </a:lvl1pPr>
            <a:lvl2pPr>
              <a:defRPr sz="2625" b="0">
                <a:solidFill>
                  <a:srgbClr val="031C36"/>
                </a:solidFill>
                <a:latin typeface="Noto Sans"/>
                <a:ea typeface="Noto Sans"/>
                <a:cs typeface="Noto Sans"/>
              </a:defRPr>
            </a:lvl2pPr>
            <a:lvl3pPr>
              <a:defRPr sz="2625" b="0">
                <a:solidFill>
                  <a:srgbClr val="031C36"/>
                </a:solidFill>
                <a:latin typeface="Noto Sans"/>
                <a:ea typeface="Noto Sans"/>
                <a:cs typeface="Noto Sans"/>
              </a:defRPr>
            </a:lvl3pPr>
            <a:lvl4pPr>
              <a:defRPr sz="2625" b="0">
                <a:solidFill>
                  <a:srgbClr val="031C36"/>
                </a:solidFill>
                <a:latin typeface="Noto Sans"/>
                <a:ea typeface="Noto Sans"/>
                <a:cs typeface="Noto Sans"/>
              </a:defRPr>
            </a:lvl4pPr>
            <a:lvl5pPr>
              <a:defRPr sz="2625" b="0">
                <a:solidFill>
                  <a:srgbClr val="031C36"/>
                </a:solidFill>
                <a:latin typeface="Noto Sans"/>
                <a:ea typeface="Noto Sans"/>
                <a:cs typeface="Noto Sans"/>
              </a:defRPr>
            </a:lvl5pPr>
            <a:lvl6pPr>
              <a:defRPr sz="2625" b="0">
                <a:solidFill>
                  <a:srgbClr val="031C36"/>
                </a:solidFill>
                <a:latin typeface="Noto Sans"/>
                <a:ea typeface="Noto Sans"/>
                <a:cs typeface="Noto Sans"/>
              </a:defRPr>
            </a:lvl6pPr>
            <a:lvl7pPr>
              <a:defRPr sz="2625" b="0">
                <a:solidFill>
                  <a:srgbClr val="031C36"/>
                </a:solidFill>
                <a:latin typeface="Noto Sans"/>
                <a:ea typeface="Noto Sans"/>
                <a:cs typeface="Noto Sans"/>
              </a:defRPr>
            </a:lvl7pPr>
            <a:lvl8pPr>
              <a:defRPr sz="2625" b="0">
                <a:solidFill>
                  <a:srgbClr val="031C36"/>
                </a:solidFill>
                <a:latin typeface="Noto Sans"/>
                <a:ea typeface="Noto Sans"/>
                <a:cs typeface="Noto Sans"/>
              </a:defRPr>
            </a:lvl8pPr>
            <a:lvl9pPr>
              <a:defRPr sz="2625" b="0">
                <a:solidFill>
                  <a:srgbClr val="031C36"/>
                </a:solidFill>
                <a:latin typeface="Noto Sans"/>
                <a:ea typeface="Noto Sans"/>
                <a:cs typeface="Noto Sans"/>
              </a:defRPr>
            </a:lvl9pPr>
          </a:lstStyle>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Phục hồi, mục tiêu ngày, giờ yên lặng.</a:t>
            </a:r>
            <a:endParaRPr sz="2625" b="0">
              <a:solidFill>
                <a:srgbClr val="031C36"/>
              </a:solidFill>
              <a:latin typeface="Noto Sans"/>
              <a:ea typeface="Noto Sans"/>
              <a:cs typeface="Noto Sans"/>
            </a:endParaRPr>
          </a:p>
        </p:txBody>
      </p:sp>
      <p:sp>
        <p:nvSpPr>
          <p:cNvPr id="21" name="Đặt lịch và giờ yên lặng &lt;60 giây."/>
          <p:cNvSpPr>
            <a:spLocks noGrp="1"/>
          </p:cNvSpPr>
          <p:nvPr/>
        </p:nvSpPr>
        <p:spPr>
          <a:xfrm>
            <a:off x="12306300" y="7762875"/>
            <a:ext cx="4953000" cy="1047750"/>
          </a:xfrm>
          <a:prstGeom prst="rect">
            <a:avLst/>
          </a:prstGeom>
          <a:noFill/>
          <a:ln w="0">
            <a:noFill/>
          </a:ln>
        </p:spPr>
        <p:txBody>
          <a:bodyPr lIns="0" tIns="0" rIns="0" bIns="0">
            <a:noAutofit/>
          </a:bodyPr>
          <a:lstStyle>
            <a:defPPr>
              <a:defRPr sz="2250" b="1">
                <a:solidFill>
                  <a:srgbClr val="031C36"/>
                </a:solidFill>
                <a:latin typeface="Noto Sans"/>
                <a:ea typeface="Noto Sans"/>
                <a:cs typeface="Noto Sans"/>
              </a:defRPr>
            </a:defPPr>
            <a:lvl1pPr>
              <a:defRPr sz="2250" b="1">
                <a:solidFill>
                  <a:srgbClr val="031C36"/>
                </a:solidFill>
                <a:latin typeface="Noto Sans"/>
                <a:ea typeface="Noto Sans"/>
                <a:cs typeface="Noto Sans"/>
              </a:defRPr>
            </a:lvl1pPr>
            <a:lvl2pPr>
              <a:defRPr sz="2250" b="1">
                <a:solidFill>
                  <a:srgbClr val="031C36"/>
                </a:solidFill>
                <a:latin typeface="Noto Sans"/>
                <a:ea typeface="Noto Sans"/>
                <a:cs typeface="Noto Sans"/>
              </a:defRPr>
            </a:lvl2pPr>
            <a:lvl3pPr>
              <a:defRPr sz="2250" b="1">
                <a:solidFill>
                  <a:srgbClr val="031C36"/>
                </a:solidFill>
                <a:latin typeface="Noto Sans"/>
                <a:ea typeface="Noto Sans"/>
                <a:cs typeface="Noto Sans"/>
              </a:defRPr>
            </a:lvl3pPr>
            <a:lvl4pPr>
              <a:defRPr sz="2250" b="1">
                <a:solidFill>
                  <a:srgbClr val="031C36"/>
                </a:solidFill>
                <a:latin typeface="Noto Sans"/>
                <a:ea typeface="Noto Sans"/>
                <a:cs typeface="Noto Sans"/>
              </a:defRPr>
            </a:lvl4pPr>
            <a:lvl5pPr>
              <a:defRPr sz="2250" b="1">
                <a:solidFill>
                  <a:srgbClr val="031C36"/>
                </a:solidFill>
                <a:latin typeface="Noto Sans"/>
                <a:ea typeface="Noto Sans"/>
                <a:cs typeface="Noto Sans"/>
              </a:defRPr>
            </a:lvl5pPr>
            <a:lvl6pPr>
              <a:defRPr sz="2250" b="1">
                <a:solidFill>
                  <a:srgbClr val="031C36"/>
                </a:solidFill>
                <a:latin typeface="Noto Sans"/>
                <a:ea typeface="Noto Sans"/>
                <a:cs typeface="Noto Sans"/>
              </a:defRPr>
            </a:lvl6pPr>
            <a:lvl7pPr>
              <a:defRPr sz="2250" b="1">
                <a:solidFill>
                  <a:srgbClr val="031C36"/>
                </a:solidFill>
                <a:latin typeface="Noto Sans"/>
                <a:ea typeface="Noto Sans"/>
                <a:cs typeface="Noto Sans"/>
              </a:defRPr>
            </a:lvl7pPr>
            <a:lvl8pPr>
              <a:defRPr sz="2250" b="1">
                <a:solidFill>
                  <a:srgbClr val="031C36"/>
                </a:solidFill>
                <a:latin typeface="Noto Sans"/>
                <a:ea typeface="Noto Sans"/>
                <a:cs typeface="Noto Sans"/>
              </a:defRPr>
            </a:lvl8pPr>
            <a:lvl9pPr>
              <a:defRPr sz="2250" b="1">
                <a:solidFill>
                  <a:srgbClr val="031C36"/>
                </a:solidFill>
                <a:latin typeface="Noto Sans"/>
                <a:ea typeface="Noto Sans"/>
                <a:cs typeface="Noto Sans"/>
              </a:defRPr>
            </a:lvl9pPr>
          </a:lstStyle>
          <a:p>
            <a:pPr>
              <a:defRPr sz="2250" b="1">
                <a:solidFill>
                  <a:srgbClr val="031C36"/>
                </a:solidFill>
                <a:latin typeface="Noto Sans"/>
                <a:ea typeface="Noto Sans"/>
                <a:cs typeface="Noto Sans"/>
              </a:defRPr>
            </a:pPr>
            <a:r>
              <a:rPr sz="2250" b="1">
                <a:solidFill>
                  <a:srgbClr val="031C36"/>
                </a:solidFill>
                <a:latin typeface="Noto Sans"/>
                <a:ea typeface="Noto Sans"/>
                <a:cs typeface="Noto Sans"/>
              </a:rPr>
              <a:t>Đặt lịch và giờ yên lặng &lt;60 giây.</a:t>
            </a:r>
            <a:endParaRPr sz="2250" b="1">
              <a:solidFill>
                <a:srgbClr val="031C36"/>
              </a:solidFill>
              <a:latin typeface="Noto Sans"/>
              <a:ea typeface="Noto Sans"/>
              <a:cs typeface="No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17" name="Straight Arrow Connector 16"/>
          <p:cNvCxnSpPr>
            <a:stCxn id="14" idx="3"/>
            <a:endCxn id="15" idx="1"/>
          </p:cNvCxnSpPr>
          <p:nvPr/>
        </p:nvCxnSpPr>
        <p:spPr>
          <a:xfrm>
            <a:off x="4495800" y="7596188"/>
            <a:ext cx="742950" cy="0"/>
          </a:xfrm>
          <a:prstGeom prst="straightConnector1">
            <a:avLst/>
          </a:prstGeom>
          <a:ln w="19050">
            <a:solidFill>
              <a:srgbClr val="1E5AA8"/>
            </a:solidFill>
            <a:tailEnd type="arrow" w="med" len="med"/>
          </a:ln>
        </p:spPr>
      </p:cxnSp>
      <p:cxnSp>
        <p:nvCxnSpPr>
          <p:cNvPr id="16" name="Straight Arrow Connector 15"/>
          <p:cNvCxnSpPr>
            <a:stCxn id="12" idx="2"/>
            <a:endCxn id="14" idx="0"/>
          </p:cNvCxnSpPr>
          <p:nvPr/>
        </p:nvCxnSpPr>
        <p:spPr>
          <a:xfrm flipH="1">
            <a:off x="2781300" y="5810250"/>
            <a:ext cx="333375" cy="1333500"/>
          </a:xfrm>
          <a:prstGeom prst="straightConnector1">
            <a:avLst/>
          </a:prstGeom>
          <a:ln w="19050">
            <a:solidFill>
              <a:srgbClr val="1E5AA8"/>
            </a:solidFill>
            <a:tailEnd type="arrow" w="med" len="med"/>
          </a:ln>
        </p:spPr>
      </p:cxnSp>
      <p:sp>
        <p:nvSpPr>
          <p:cNvPr id="24" name="Kiến trúc thông tin"/>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Kiến trúc thông tin</a:t>
            </a:r>
            <a:endParaRPr sz="4350" b="1">
              <a:solidFill>
                <a:srgbClr val="1E5AA8"/>
              </a:solidFill>
              <a:latin typeface="Noto Sans"/>
              <a:ea typeface="Noto Sans"/>
              <a:cs typeface="Noto Sans"/>
            </a:endParaRPr>
          </a:p>
        </p:txBody>
      </p:sp>
      <p:sp>
        <p:nvSpPr>
          <p:cNvPr id="2" name="4 tab cấp cao, 6 màn cấp con. Dialog và state không tính thê"/>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4 tab cấp cao, 6 màn cấp con. Dialog và state không tính thêm màn chức năng.</a:t>
            </a:r>
            <a:endParaRPr sz="2250" b="0">
              <a:solidFill>
                <a:srgbClr val="424751"/>
              </a:solidFill>
              <a:latin typeface="Noto Sans"/>
              <a:ea typeface="Noto Sans"/>
              <a:cs typeface="Noto Sans"/>
            </a:endParaRPr>
          </a:p>
        </p:txBody>
      </p:sp>
      <p:sp>
        <p:nvSpPr>
          <p:cNvPr id="3" name="03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03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IA và mapping flow"/>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IA và mapping flow</a:t>
            </a:r>
            <a:endParaRPr sz="1650" b="0">
              <a:solidFill>
                <a:srgbClr val="1E5AA8"/>
              </a:solidFill>
              <a:latin typeface="Noto Sans"/>
              <a:ea typeface="Noto Sans"/>
              <a:cs typeface="Noto Sans"/>
              <a:hlinkClick r:id="rId1"/>
            </a:endParaRPr>
          </a:p>
        </p:txBody>
      </p:sp>
      <p:sp>
        <p:nvSpPr>
          <p:cNvPr id="6" name="Figma 01 User Flow"/>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Figma 01 User Flow</a:t>
            </a:r>
            <a:endParaRPr sz="1650" b="0">
              <a:solidFill>
                <a:srgbClr val="1E5AA8"/>
              </a:solidFill>
              <a:latin typeface="Noto Sans"/>
              <a:ea typeface="Noto Sans"/>
              <a:cs typeface="Noto Sans"/>
              <a:hlinkClick r:id="rId2"/>
            </a:endParaRPr>
          </a:p>
        </p:txBody>
      </p:sp>
      <p:sp>
        <p:nvSpPr>
          <p:cNvPr id="7" name="S01  Hôm nay"/>
          <p:cNvSpPr>
            <a:spLocks noGrp="1"/>
          </p:cNvSpPr>
          <p:nvPr/>
        </p:nvSpPr>
        <p:spPr>
          <a:xfrm>
            <a:off x="1047750" y="2714625"/>
            <a:ext cx="3619500" cy="857250"/>
          </a:xfrm>
          <a:prstGeom prst="roundRect">
            <a:avLst>
              <a:gd name="adj" fmla="val 11111"/>
            </a:avLst>
          </a:prstGeom>
          <a:solidFill>
            <a:srgbClr val="EFF4FF"/>
          </a:solidFill>
          <a:ln w="9525">
            <a:solidFill>
              <a:srgbClr val="1E5AA8"/>
            </a:solidFill>
          </a:ln>
        </p:spPr>
        <p:txBody>
          <a:bodyPr lIns="95250" tIns="95250" rIns="95250" bIns="95250" anchor="ctr"/>
          <a:lstStyle>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S01  Hôm nay</a:t>
            </a:r>
            <a:endParaRPr sz="2475" b="1">
              <a:solidFill>
                <a:srgbClr val="031C36"/>
              </a:solidFill>
              <a:latin typeface="Noto Sans"/>
              <a:ea typeface="Noto Sans"/>
              <a:cs typeface="Noto Sans"/>
            </a:endParaRPr>
          </a:p>
        </p:txBody>
      </p:sp>
      <p:sp>
        <p:nvSpPr>
          <p:cNvPr id="8" name="S02  Ăn uống"/>
          <p:cNvSpPr>
            <a:spLocks noGrp="1"/>
          </p:cNvSpPr>
          <p:nvPr/>
        </p:nvSpPr>
        <p:spPr>
          <a:xfrm>
            <a:off x="5238750" y="2714625"/>
            <a:ext cx="3619500" cy="857250"/>
          </a:xfrm>
          <a:prstGeom prst="roundRect">
            <a:avLst>
              <a:gd name="adj" fmla="val 11111"/>
            </a:avLst>
          </a:prstGeom>
          <a:solidFill>
            <a:srgbClr val="EFF4FF"/>
          </a:solidFill>
          <a:ln w="9525">
            <a:solidFill>
              <a:srgbClr val="1E5AA8"/>
            </a:solidFill>
          </a:ln>
        </p:spPr>
        <p:txBody>
          <a:bodyPr lIns="95250" tIns="95250" rIns="95250" bIns="95250" anchor="ctr"/>
          <a:lstStyle>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S02  Ăn uống</a:t>
            </a:r>
            <a:endParaRPr sz="2475" b="1">
              <a:solidFill>
                <a:srgbClr val="031C36"/>
              </a:solidFill>
              <a:latin typeface="Noto Sans"/>
              <a:ea typeface="Noto Sans"/>
              <a:cs typeface="Noto Sans"/>
            </a:endParaRPr>
          </a:p>
        </p:txBody>
      </p:sp>
      <p:sp>
        <p:nvSpPr>
          <p:cNvPr id="9" name="S03  Thư giãn"/>
          <p:cNvSpPr>
            <a:spLocks noGrp="1"/>
          </p:cNvSpPr>
          <p:nvPr/>
        </p:nvSpPr>
        <p:spPr>
          <a:xfrm>
            <a:off x="9429750" y="2714625"/>
            <a:ext cx="3619500" cy="857250"/>
          </a:xfrm>
          <a:prstGeom prst="roundRect">
            <a:avLst>
              <a:gd name="adj" fmla="val 11111"/>
            </a:avLst>
          </a:prstGeom>
          <a:solidFill>
            <a:srgbClr val="EFF4FF"/>
          </a:solidFill>
          <a:ln w="9525">
            <a:solidFill>
              <a:srgbClr val="1E5AA8"/>
            </a:solidFill>
          </a:ln>
        </p:spPr>
        <p:txBody>
          <a:bodyPr lIns="95250" tIns="95250" rIns="95250" bIns="95250" anchor="ctr"/>
          <a:lstStyle>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S03  Thư giãn</a:t>
            </a:r>
            <a:endParaRPr sz="2475" b="1">
              <a:solidFill>
                <a:srgbClr val="031C36"/>
              </a:solidFill>
              <a:latin typeface="Noto Sans"/>
              <a:ea typeface="Noto Sans"/>
              <a:cs typeface="Noto Sans"/>
            </a:endParaRPr>
          </a:p>
        </p:txBody>
      </p:sp>
      <p:sp>
        <p:nvSpPr>
          <p:cNvPr id="10" name="S04  Kết nối"/>
          <p:cNvSpPr>
            <a:spLocks noGrp="1"/>
          </p:cNvSpPr>
          <p:nvPr/>
        </p:nvSpPr>
        <p:spPr>
          <a:xfrm>
            <a:off x="13620750" y="2714625"/>
            <a:ext cx="3619500" cy="857250"/>
          </a:xfrm>
          <a:prstGeom prst="roundRect">
            <a:avLst>
              <a:gd name="adj" fmla="val 11111"/>
            </a:avLst>
          </a:prstGeom>
          <a:solidFill>
            <a:srgbClr val="EFF4FF"/>
          </a:solidFill>
          <a:ln w="9525">
            <a:solidFill>
              <a:srgbClr val="1E5AA8"/>
            </a:solidFill>
          </a:ln>
        </p:spPr>
        <p:txBody>
          <a:bodyPr lIns="95250" tIns="95250" rIns="95250" bIns="95250" anchor="ctr"/>
          <a:lstStyle>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S04  Kết nối</a:t>
            </a:r>
            <a:endParaRPr sz="2475" b="1">
              <a:solidFill>
                <a:srgbClr val="031C36"/>
              </a:solidFill>
              <a:latin typeface="Noto Sans"/>
              <a:ea typeface="Noto Sans"/>
              <a:cs typeface="Noto Sans"/>
            </a:endParaRPr>
          </a:p>
        </p:txBody>
      </p:sp>
      <p:sp>
        <p:nvSpPr>
          <p:cNvPr id="11" name="Từ Hôm nay"/>
          <p:cNvSpPr>
            <a:spLocks noGrp="1"/>
          </p:cNvSpPr>
          <p:nvPr/>
        </p:nvSpPr>
        <p:spPr>
          <a:xfrm>
            <a:off x="1066800" y="4143375"/>
            <a:ext cx="6191250" cy="523875"/>
          </a:xfrm>
          <a:prstGeom prst="rect">
            <a:avLst/>
          </a:prstGeom>
          <a:noFill/>
          <a:ln w="0">
            <a:noFill/>
          </a:ln>
        </p:spPr>
        <p:txBody>
          <a:bodyPr lIns="0" tIns="0" rIns="0" bIns="0">
            <a:noAutofit/>
          </a:bodyPr>
          <a:lstStyle>
            <a:defPPr>
              <a:defRPr sz="2400" b="1">
                <a:solidFill>
                  <a:srgbClr val="1E5AA8"/>
                </a:solidFill>
                <a:latin typeface="Noto Sans"/>
                <a:ea typeface="Noto Sans"/>
                <a:cs typeface="Noto Sans"/>
              </a:defRPr>
            </a:defPPr>
            <a:lvl1pPr>
              <a:defRPr sz="2400" b="1">
                <a:solidFill>
                  <a:srgbClr val="1E5AA8"/>
                </a:solidFill>
                <a:latin typeface="Noto Sans"/>
                <a:ea typeface="Noto Sans"/>
                <a:cs typeface="Noto Sans"/>
              </a:defRPr>
            </a:lvl1pPr>
            <a:lvl2pPr>
              <a:defRPr sz="2400" b="1">
                <a:solidFill>
                  <a:srgbClr val="1E5AA8"/>
                </a:solidFill>
                <a:latin typeface="Noto Sans"/>
                <a:ea typeface="Noto Sans"/>
                <a:cs typeface="Noto Sans"/>
              </a:defRPr>
            </a:lvl2pPr>
            <a:lvl3pPr>
              <a:defRPr sz="2400" b="1">
                <a:solidFill>
                  <a:srgbClr val="1E5AA8"/>
                </a:solidFill>
                <a:latin typeface="Noto Sans"/>
                <a:ea typeface="Noto Sans"/>
                <a:cs typeface="Noto Sans"/>
              </a:defRPr>
            </a:lvl3pPr>
            <a:lvl4pPr>
              <a:defRPr sz="2400" b="1">
                <a:solidFill>
                  <a:srgbClr val="1E5AA8"/>
                </a:solidFill>
                <a:latin typeface="Noto Sans"/>
                <a:ea typeface="Noto Sans"/>
                <a:cs typeface="Noto Sans"/>
              </a:defRPr>
            </a:lvl4pPr>
            <a:lvl5pPr>
              <a:defRPr sz="2400" b="1">
                <a:solidFill>
                  <a:srgbClr val="1E5AA8"/>
                </a:solidFill>
                <a:latin typeface="Noto Sans"/>
                <a:ea typeface="Noto Sans"/>
                <a:cs typeface="Noto Sans"/>
              </a:defRPr>
            </a:lvl5pPr>
            <a:lvl6pPr>
              <a:defRPr sz="2400" b="1">
                <a:solidFill>
                  <a:srgbClr val="1E5AA8"/>
                </a:solidFill>
                <a:latin typeface="Noto Sans"/>
                <a:ea typeface="Noto Sans"/>
                <a:cs typeface="Noto Sans"/>
              </a:defRPr>
            </a:lvl6pPr>
            <a:lvl7pPr>
              <a:defRPr sz="2400" b="1">
                <a:solidFill>
                  <a:srgbClr val="1E5AA8"/>
                </a:solidFill>
                <a:latin typeface="Noto Sans"/>
                <a:ea typeface="Noto Sans"/>
                <a:cs typeface="Noto Sans"/>
              </a:defRPr>
            </a:lvl7pPr>
            <a:lvl8pPr>
              <a:defRPr sz="2400" b="1">
                <a:solidFill>
                  <a:srgbClr val="1E5AA8"/>
                </a:solidFill>
                <a:latin typeface="Noto Sans"/>
                <a:ea typeface="Noto Sans"/>
                <a:cs typeface="Noto Sans"/>
              </a:defRPr>
            </a:lvl8pPr>
            <a:lvl9pPr>
              <a:defRPr sz="2400" b="1">
                <a:solidFill>
                  <a:srgbClr val="1E5AA8"/>
                </a:solidFill>
                <a:latin typeface="Noto Sans"/>
                <a:ea typeface="Noto Sans"/>
                <a:cs typeface="Noto Sans"/>
              </a:defRPr>
            </a:lvl9pPr>
          </a:lstStyle>
          <a:p>
            <a:pPr>
              <a:defRPr sz="2400" b="1">
                <a:solidFill>
                  <a:srgbClr val="1E5AA8"/>
                </a:solidFill>
                <a:latin typeface="Noto Sans"/>
                <a:ea typeface="Noto Sans"/>
                <a:cs typeface="Noto Sans"/>
              </a:defRPr>
            </a:pPr>
            <a:r>
              <a:rPr sz="2400" b="1">
                <a:solidFill>
                  <a:srgbClr val="1E5AA8"/>
                </a:solidFill>
                <a:latin typeface="Noto Sans"/>
                <a:ea typeface="Noto Sans"/>
                <a:cs typeface="Noto Sans"/>
              </a:rPr>
              <a:t>Từ Hôm nay</a:t>
            </a:r>
            <a:endParaRPr sz="2400" b="1">
              <a:solidFill>
                <a:srgbClr val="1E5AA8"/>
              </a:solidFill>
              <a:latin typeface="Noto Sans"/>
              <a:ea typeface="Noto Sans"/>
              <a:cs typeface="Noto Sans"/>
            </a:endParaRPr>
          </a:p>
        </p:txBody>
      </p:sp>
      <p:sp>
        <p:nvSpPr>
          <p:cNvPr id="12" name="S05  Khám phá"/>
          <p:cNvSpPr>
            <a:spLocks noGrp="1"/>
          </p:cNvSpPr>
          <p:nvPr/>
        </p:nvSpPr>
        <p:spPr>
          <a:xfrm>
            <a:off x="1066800" y="4905375"/>
            <a:ext cx="4095750" cy="904875"/>
          </a:xfrm>
          <a:prstGeom prst="roundRect">
            <a:avLst>
              <a:gd name="adj" fmla="val 10526"/>
            </a:avLst>
          </a:prstGeom>
          <a:solidFill>
            <a:srgbClr val="EFF4FF"/>
          </a:solidFill>
          <a:ln w="9525">
            <a:solidFill>
              <a:srgbClr val="1E5AA8"/>
            </a:solidFill>
          </a:ln>
        </p:spPr>
        <p:txBody>
          <a:bodyPr lIns="95250" tIns="95250" rIns="95250" bIns="95250" anchor="ctr"/>
          <a:lstStyle>
            <a:defPPr algn="ctr">
              <a:defRPr sz="2550" b="1">
                <a:solidFill>
                  <a:srgbClr val="031C36"/>
                </a:solidFill>
                <a:latin typeface="Noto Sans"/>
                <a:ea typeface="Noto Sans"/>
                <a:cs typeface="Noto Sans"/>
              </a:defRPr>
            </a:defPPr>
            <a:lvl1pPr algn="ctr">
              <a:defRPr sz="2550" b="1">
                <a:solidFill>
                  <a:srgbClr val="031C36"/>
                </a:solidFill>
                <a:latin typeface="Noto Sans"/>
                <a:ea typeface="Noto Sans"/>
                <a:cs typeface="Noto Sans"/>
              </a:defRPr>
            </a:lvl1pPr>
            <a:lvl2pPr algn="ctr">
              <a:defRPr sz="2550" b="1">
                <a:solidFill>
                  <a:srgbClr val="031C36"/>
                </a:solidFill>
                <a:latin typeface="Noto Sans"/>
                <a:ea typeface="Noto Sans"/>
                <a:cs typeface="Noto Sans"/>
              </a:defRPr>
            </a:lvl2pPr>
            <a:lvl3pPr algn="ctr">
              <a:defRPr sz="2550" b="1">
                <a:solidFill>
                  <a:srgbClr val="031C36"/>
                </a:solidFill>
                <a:latin typeface="Noto Sans"/>
                <a:ea typeface="Noto Sans"/>
                <a:cs typeface="Noto Sans"/>
              </a:defRPr>
            </a:lvl3pPr>
            <a:lvl4pPr algn="ctr">
              <a:defRPr sz="2550" b="1">
                <a:solidFill>
                  <a:srgbClr val="031C36"/>
                </a:solidFill>
                <a:latin typeface="Noto Sans"/>
                <a:ea typeface="Noto Sans"/>
                <a:cs typeface="Noto Sans"/>
              </a:defRPr>
            </a:lvl4pPr>
            <a:lvl5pPr algn="ctr">
              <a:defRPr sz="2550" b="1">
                <a:solidFill>
                  <a:srgbClr val="031C36"/>
                </a:solidFill>
                <a:latin typeface="Noto Sans"/>
                <a:ea typeface="Noto Sans"/>
                <a:cs typeface="Noto Sans"/>
              </a:defRPr>
            </a:lvl5pPr>
            <a:lvl6pPr algn="ctr">
              <a:defRPr sz="2550" b="1">
                <a:solidFill>
                  <a:srgbClr val="031C36"/>
                </a:solidFill>
                <a:latin typeface="Noto Sans"/>
                <a:ea typeface="Noto Sans"/>
                <a:cs typeface="Noto Sans"/>
              </a:defRPr>
            </a:lvl6pPr>
            <a:lvl7pPr algn="ctr">
              <a:defRPr sz="2550" b="1">
                <a:solidFill>
                  <a:srgbClr val="031C36"/>
                </a:solidFill>
                <a:latin typeface="Noto Sans"/>
                <a:ea typeface="Noto Sans"/>
                <a:cs typeface="Noto Sans"/>
              </a:defRPr>
            </a:lvl7pPr>
            <a:lvl8pPr algn="ctr">
              <a:defRPr sz="2550" b="1">
                <a:solidFill>
                  <a:srgbClr val="031C36"/>
                </a:solidFill>
                <a:latin typeface="Noto Sans"/>
                <a:ea typeface="Noto Sans"/>
                <a:cs typeface="Noto Sans"/>
              </a:defRPr>
            </a:lvl8pPr>
            <a:lvl9pPr algn="ctr">
              <a:defRPr sz="2550" b="1">
                <a:solidFill>
                  <a:srgbClr val="031C36"/>
                </a:solidFill>
                <a:latin typeface="Noto Sans"/>
                <a:ea typeface="Noto Sans"/>
                <a:cs typeface="Noto Sans"/>
              </a:defRPr>
            </a:lvl9pPr>
          </a:lstStyle>
          <a:p>
            <a:pPr algn="ctr">
              <a:defRPr sz="2550" b="1">
                <a:solidFill>
                  <a:srgbClr val="031C36"/>
                </a:solidFill>
                <a:latin typeface="Noto Sans"/>
                <a:ea typeface="Noto Sans"/>
                <a:cs typeface="Noto Sans"/>
              </a:defRPr>
            </a:pPr>
            <a:r>
              <a:rPr sz="2550" b="1">
                <a:solidFill>
                  <a:srgbClr val="031C36"/>
                </a:solidFill>
                <a:latin typeface="Noto Sans"/>
                <a:ea typeface="Noto Sans"/>
                <a:cs typeface="Noto Sans"/>
              </a:rPr>
              <a:t>S05  Khám phá</a:t>
            </a:r>
            <a:endParaRPr sz="2550" b="1">
              <a:solidFill>
                <a:srgbClr val="031C36"/>
              </a:solidFill>
              <a:latin typeface="Noto Sans"/>
              <a:ea typeface="Noto Sans"/>
              <a:cs typeface="Noto Sans"/>
            </a:endParaRPr>
          </a:p>
        </p:txBody>
      </p:sp>
      <p:sp>
        <p:nvSpPr>
          <p:cNvPr id="13" name="S08  Tiến độ"/>
          <p:cNvSpPr>
            <a:spLocks noGrp="1"/>
          </p:cNvSpPr>
          <p:nvPr/>
        </p:nvSpPr>
        <p:spPr>
          <a:xfrm>
            <a:off x="5810250" y="4905375"/>
            <a:ext cx="4095750" cy="904875"/>
          </a:xfrm>
          <a:prstGeom prst="roundRect">
            <a:avLst>
              <a:gd name="adj" fmla="val 10526"/>
            </a:avLst>
          </a:prstGeom>
          <a:solidFill>
            <a:srgbClr val="EFF4FF"/>
          </a:solidFill>
          <a:ln w="9525">
            <a:solidFill>
              <a:srgbClr val="1E5AA8"/>
            </a:solidFill>
          </a:ln>
        </p:spPr>
        <p:txBody>
          <a:bodyPr lIns="95250" tIns="95250" rIns="95250" bIns="95250" anchor="ctr"/>
          <a:lstStyle>
            <a:defPPr algn="ctr">
              <a:defRPr sz="2550" b="1">
                <a:solidFill>
                  <a:srgbClr val="031C36"/>
                </a:solidFill>
                <a:latin typeface="Noto Sans"/>
                <a:ea typeface="Noto Sans"/>
                <a:cs typeface="Noto Sans"/>
              </a:defRPr>
            </a:defPPr>
            <a:lvl1pPr algn="ctr">
              <a:defRPr sz="2550" b="1">
                <a:solidFill>
                  <a:srgbClr val="031C36"/>
                </a:solidFill>
                <a:latin typeface="Noto Sans"/>
                <a:ea typeface="Noto Sans"/>
                <a:cs typeface="Noto Sans"/>
              </a:defRPr>
            </a:lvl1pPr>
            <a:lvl2pPr algn="ctr">
              <a:defRPr sz="2550" b="1">
                <a:solidFill>
                  <a:srgbClr val="031C36"/>
                </a:solidFill>
                <a:latin typeface="Noto Sans"/>
                <a:ea typeface="Noto Sans"/>
                <a:cs typeface="Noto Sans"/>
              </a:defRPr>
            </a:lvl2pPr>
            <a:lvl3pPr algn="ctr">
              <a:defRPr sz="2550" b="1">
                <a:solidFill>
                  <a:srgbClr val="031C36"/>
                </a:solidFill>
                <a:latin typeface="Noto Sans"/>
                <a:ea typeface="Noto Sans"/>
                <a:cs typeface="Noto Sans"/>
              </a:defRPr>
            </a:lvl3pPr>
            <a:lvl4pPr algn="ctr">
              <a:defRPr sz="2550" b="1">
                <a:solidFill>
                  <a:srgbClr val="031C36"/>
                </a:solidFill>
                <a:latin typeface="Noto Sans"/>
                <a:ea typeface="Noto Sans"/>
                <a:cs typeface="Noto Sans"/>
              </a:defRPr>
            </a:lvl4pPr>
            <a:lvl5pPr algn="ctr">
              <a:defRPr sz="2550" b="1">
                <a:solidFill>
                  <a:srgbClr val="031C36"/>
                </a:solidFill>
                <a:latin typeface="Noto Sans"/>
                <a:ea typeface="Noto Sans"/>
                <a:cs typeface="Noto Sans"/>
              </a:defRPr>
            </a:lvl5pPr>
            <a:lvl6pPr algn="ctr">
              <a:defRPr sz="2550" b="1">
                <a:solidFill>
                  <a:srgbClr val="031C36"/>
                </a:solidFill>
                <a:latin typeface="Noto Sans"/>
                <a:ea typeface="Noto Sans"/>
                <a:cs typeface="Noto Sans"/>
              </a:defRPr>
            </a:lvl6pPr>
            <a:lvl7pPr algn="ctr">
              <a:defRPr sz="2550" b="1">
                <a:solidFill>
                  <a:srgbClr val="031C36"/>
                </a:solidFill>
                <a:latin typeface="Noto Sans"/>
                <a:ea typeface="Noto Sans"/>
                <a:cs typeface="Noto Sans"/>
              </a:defRPr>
            </a:lvl7pPr>
            <a:lvl8pPr algn="ctr">
              <a:defRPr sz="2550" b="1">
                <a:solidFill>
                  <a:srgbClr val="031C36"/>
                </a:solidFill>
                <a:latin typeface="Noto Sans"/>
                <a:ea typeface="Noto Sans"/>
                <a:cs typeface="Noto Sans"/>
              </a:defRPr>
            </a:lvl8pPr>
            <a:lvl9pPr algn="ctr">
              <a:defRPr sz="2550" b="1">
                <a:solidFill>
                  <a:srgbClr val="031C36"/>
                </a:solidFill>
                <a:latin typeface="Noto Sans"/>
                <a:ea typeface="Noto Sans"/>
                <a:cs typeface="Noto Sans"/>
              </a:defRPr>
            </a:lvl9pPr>
          </a:lstStyle>
          <a:p>
            <a:pPr algn="ctr">
              <a:defRPr sz="2550" b="1">
                <a:solidFill>
                  <a:srgbClr val="031C36"/>
                </a:solidFill>
                <a:latin typeface="Noto Sans"/>
                <a:ea typeface="Noto Sans"/>
                <a:cs typeface="Noto Sans"/>
              </a:defRPr>
            </a:pPr>
            <a:r>
              <a:rPr sz="2550" b="1">
                <a:solidFill>
                  <a:srgbClr val="031C36"/>
                </a:solidFill>
                <a:latin typeface="Noto Sans"/>
                <a:ea typeface="Noto Sans"/>
                <a:cs typeface="Noto Sans"/>
              </a:rPr>
              <a:t>S08  Tiến độ</a:t>
            </a:r>
            <a:endParaRPr sz="2550" b="1">
              <a:solidFill>
                <a:srgbClr val="031C36"/>
              </a:solidFill>
              <a:latin typeface="Noto Sans"/>
              <a:ea typeface="Noto Sans"/>
              <a:cs typeface="Noto Sans"/>
            </a:endParaRPr>
          </a:p>
        </p:txBody>
      </p:sp>
      <p:sp>
        <p:nvSpPr>
          <p:cNvPr id="14" name="S06  Chi tiết"/>
          <p:cNvSpPr>
            <a:spLocks noGrp="1"/>
          </p:cNvSpPr>
          <p:nvPr/>
        </p:nvSpPr>
        <p:spPr>
          <a:xfrm>
            <a:off x="1066800" y="7143750"/>
            <a:ext cx="3429000" cy="904875"/>
          </a:xfrm>
          <a:prstGeom prst="roundRect">
            <a:avLst>
              <a:gd name="adj" fmla="val 10526"/>
            </a:avLst>
          </a:prstGeom>
          <a:solidFill>
            <a:srgbClr val="EFF4FF"/>
          </a:solidFill>
          <a:ln w="9525">
            <a:solidFill>
              <a:srgbClr val="1E5AA8"/>
            </a:solidFill>
          </a:ln>
        </p:spPr>
        <p:txBody>
          <a:bodyPr lIns="95250" tIns="95250" rIns="95250" bIns="95250" anchor="ctr"/>
          <a:lstStyle>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S06  Chi tiết</a:t>
            </a:r>
            <a:endParaRPr sz="2475" b="1">
              <a:solidFill>
                <a:srgbClr val="031C36"/>
              </a:solidFill>
              <a:latin typeface="Noto Sans"/>
              <a:ea typeface="Noto Sans"/>
              <a:cs typeface="Noto Sans"/>
            </a:endParaRPr>
          </a:p>
        </p:txBody>
      </p:sp>
      <p:sp>
        <p:nvSpPr>
          <p:cNvPr id="15" name="S07  Lịch"/>
          <p:cNvSpPr>
            <a:spLocks noGrp="1"/>
          </p:cNvSpPr>
          <p:nvPr/>
        </p:nvSpPr>
        <p:spPr>
          <a:xfrm>
            <a:off x="5238750" y="7143750"/>
            <a:ext cx="3429000" cy="904875"/>
          </a:xfrm>
          <a:prstGeom prst="roundRect">
            <a:avLst>
              <a:gd name="adj" fmla="val 10526"/>
            </a:avLst>
          </a:prstGeom>
          <a:solidFill>
            <a:srgbClr val="EFF4FF"/>
          </a:solidFill>
          <a:ln w="9525">
            <a:solidFill>
              <a:srgbClr val="1E5AA8"/>
            </a:solidFill>
          </a:ln>
        </p:spPr>
        <p:txBody>
          <a:bodyPr lIns="95250" tIns="95250" rIns="95250" bIns="95250" anchor="ctr"/>
          <a:lstStyle>
            <a:defPPr algn="ctr">
              <a:defRPr sz="2475" b="1">
                <a:solidFill>
                  <a:srgbClr val="031C36"/>
                </a:solidFill>
                <a:latin typeface="Noto Sans"/>
                <a:ea typeface="Noto Sans"/>
                <a:cs typeface="Noto Sans"/>
              </a:defRPr>
            </a:defPPr>
            <a:lvl1pPr algn="ctr">
              <a:defRPr sz="2475" b="1">
                <a:solidFill>
                  <a:srgbClr val="031C36"/>
                </a:solidFill>
                <a:latin typeface="Noto Sans"/>
                <a:ea typeface="Noto Sans"/>
                <a:cs typeface="Noto Sans"/>
              </a:defRPr>
            </a:lvl1pPr>
            <a:lvl2pPr algn="ctr">
              <a:defRPr sz="2475" b="1">
                <a:solidFill>
                  <a:srgbClr val="031C36"/>
                </a:solidFill>
                <a:latin typeface="Noto Sans"/>
                <a:ea typeface="Noto Sans"/>
                <a:cs typeface="Noto Sans"/>
              </a:defRPr>
            </a:lvl2pPr>
            <a:lvl3pPr algn="ctr">
              <a:defRPr sz="2475" b="1">
                <a:solidFill>
                  <a:srgbClr val="031C36"/>
                </a:solidFill>
                <a:latin typeface="Noto Sans"/>
                <a:ea typeface="Noto Sans"/>
                <a:cs typeface="Noto Sans"/>
              </a:defRPr>
            </a:lvl3pPr>
            <a:lvl4pPr algn="ctr">
              <a:defRPr sz="2475" b="1">
                <a:solidFill>
                  <a:srgbClr val="031C36"/>
                </a:solidFill>
                <a:latin typeface="Noto Sans"/>
                <a:ea typeface="Noto Sans"/>
                <a:cs typeface="Noto Sans"/>
              </a:defRPr>
            </a:lvl4pPr>
            <a:lvl5pPr algn="ctr">
              <a:defRPr sz="2475" b="1">
                <a:solidFill>
                  <a:srgbClr val="031C36"/>
                </a:solidFill>
                <a:latin typeface="Noto Sans"/>
                <a:ea typeface="Noto Sans"/>
                <a:cs typeface="Noto Sans"/>
              </a:defRPr>
            </a:lvl5pPr>
            <a:lvl6pPr algn="ctr">
              <a:defRPr sz="2475" b="1">
                <a:solidFill>
                  <a:srgbClr val="031C36"/>
                </a:solidFill>
                <a:latin typeface="Noto Sans"/>
                <a:ea typeface="Noto Sans"/>
                <a:cs typeface="Noto Sans"/>
              </a:defRPr>
            </a:lvl6pPr>
            <a:lvl7pPr algn="ctr">
              <a:defRPr sz="2475" b="1">
                <a:solidFill>
                  <a:srgbClr val="031C36"/>
                </a:solidFill>
                <a:latin typeface="Noto Sans"/>
                <a:ea typeface="Noto Sans"/>
                <a:cs typeface="Noto Sans"/>
              </a:defRPr>
            </a:lvl7pPr>
            <a:lvl8pPr algn="ctr">
              <a:defRPr sz="2475" b="1">
                <a:solidFill>
                  <a:srgbClr val="031C36"/>
                </a:solidFill>
                <a:latin typeface="Noto Sans"/>
                <a:ea typeface="Noto Sans"/>
                <a:cs typeface="Noto Sans"/>
              </a:defRPr>
            </a:lvl8pPr>
            <a:lvl9pPr algn="ctr">
              <a:defRPr sz="2475" b="1">
                <a:solidFill>
                  <a:srgbClr val="031C36"/>
                </a:solidFill>
                <a:latin typeface="Noto Sans"/>
                <a:ea typeface="Noto Sans"/>
                <a:cs typeface="Noto Sans"/>
              </a:defRPr>
            </a:lvl9pPr>
          </a:lstStyle>
          <a:p>
            <a:pPr algn="ctr">
              <a:defRPr sz="2475" b="1">
                <a:solidFill>
                  <a:srgbClr val="031C36"/>
                </a:solidFill>
                <a:latin typeface="Noto Sans"/>
                <a:ea typeface="Noto Sans"/>
                <a:cs typeface="Noto Sans"/>
              </a:defRPr>
            </a:pPr>
            <a:r>
              <a:rPr sz="2475" b="1">
                <a:solidFill>
                  <a:srgbClr val="031C36"/>
                </a:solidFill>
                <a:latin typeface="Noto Sans"/>
                <a:ea typeface="Noto Sans"/>
                <a:cs typeface="Noto Sans"/>
              </a:rPr>
              <a:t>S07  Lịch</a:t>
            </a:r>
            <a:endParaRPr sz="2475" b="1">
              <a:solidFill>
                <a:srgbClr val="031C36"/>
              </a:solidFill>
              <a:latin typeface="Noto Sans"/>
              <a:ea typeface="Noto Sans"/>
              <a:cs typeface="Noto Sans"/>
            </a:endParaRPr>
          </a:p>
        </p:txBody>
      </p:sp>
      <p:sp>
        <p:nvSpPr>
          <p:cNvPr id="18" name="Các nhóm nội dung trong Khám phá"/>
          <p:cNvSpPr>
            <a:spLocks noGrp="1"/>
          </p:cNvSpPr>
          <p:nvPr/>
        </p:nvSpPr>
        <p:spPr>
          <a:xfrm>
            <a:off x="10477500" y="4143375"/>
            <a:ext cx="6667500" cy="666750"/>
          </a:xfrm>
          <a:prstGeom prst="rect">
            <a:avLst/>
          </a:prstGeom>
          <a:noFill/>
          <a:ln w="0">
            <a:noFill/>
          </a:ln>
        </p:spPr>
        <p:txBody>
          <a:bodyPr lIns="0" tIns="0" rIns="0" bIns="0">
            <a:noAutofit/>
          </a:bodyPr>
          <a:lstStyle>
            <a:defPPr>
              <a:defRPr sz="2400" b="1">
                <a:solidFill>
                  <a:srgbClr val="1E5AA8"/>
                </a:solidFill>
                <a:latin typeface="Noto Sans"/>
                <a:ea typeface="Noto Sans"/>
                <a:cs typeface="Noto Sans"/>
              </a:defRPr>
            </a:defPPr>
            <a:lvl1pPr>
              <a:defRPr sz="2400" b="1">
                <a:solidFill>
                  <a:srgbClr val="1E5AA8"/>
                </a:solidFill>
                <a:latin typeface="Noto Sans"/>
                <a:ea typeface="Noto Sans"/>
                <a:cs typeface="Noto Sans"/>
              </a:defRPr>
            </a:lvl1pPr>
            <a:lvl2pPr>
              <a:defRPr sz="2400" b="1">
                <a:solidFill>
                  <a:srgbClr val="1E5AA8"/>
                </a:solidFill>
                <a:latin typeface="Noto Sans"/>
                <a:ea typeface="Noto Sans"/>
                <a:cs typeface="Noto Sans"/>
              </a:defRPr>
            </a:lvl2pPr>
            <a:lvl3pPr>
              <a:defRPr sz="2400" b="1">
                <a:solidFill>
                  <a:srgbClr val="1E5AA8"/>
                </a:solidFill>
                <a:latin typeface="Noto Sans"/>
                <a:ea typeface="Noto Sans"/>
                <a:cs typeface="Noto Sans"/>
              </a:defRPr>
            </a:lvl3pPr>
            <a:lvl4pPr>
              <a:defRPr sz="2400" b="1">
                <a:solidFill>
                  <a:srgbClr val="1E5AA8"/>
                </a:solidFill>
                <a:latin typeface="Noto Sans"/>
                <a:ea typeface="Noto Sans"/>
                <a:cs typeface="Noto Sans"/>
              </a:defRPr>
            </a:lvl4pPr>
            <a:lvl5pPr>
              <a:defRPr sz="2400" b="1">
                <a:solidFill>
                  <a:srgbClr val="1E5AA8"/>
                </a:solidFill>
                <a:latin typeface="Noto Sans"/>
                <a:ea typeface="Noto Sans"/>
                <a:cs typeface="Noto Sans"/>
              </a:defRPr>
            </a:lvl5pPr>
            <a:lvl6pPr>
              <a:defRPr sz="2400" b="1">
                <a:solidFill>
                  <a:srgbClr val="1E5AA8"/>
                </a:solidFill>
                <a:latin typeface="Noto Sans"/>
                <a:ea typeface="Noto Sans"/>
                <a:cs typeface="Noto Sans"/>
              </a:defRPr>
            </a:lvl6pPr>
            <a:lvl7pPr>
              <a:defRPr sz="2400" b="1">
                <a:solidFill>
                  <a:srgbClr val="1E5AA8"/>
                </a:solidFill>
                <a:latin typeface="Noto Sans"/>
                <a:ea typeface="Noto Sans"/>
                <a:cs typeface="Noto Sans"/>
              </a:defRPr>
            </a:lvl7pPr>
            <a:lvl8pPr>
              <a:defRPr sz="2400" b="1">
                <a:solidFill>
                  <a:srgbClr val="1E5AA8"/>
                </a:solidFill>
                <a:latin typeface="Noto Sans"/>
                <a:ea typeface="Noto Sans"/>
                <a:cs typeface="Noto Sans"/>
              </a:defRPr>
            </a:lvl8pPr>
            <a:lvl9pPr>
              <a:defRPr sz="2400" b="1">
                <a:solidFill>
                  <a:srgbClr val="1E5AA8"/>
                </a:solidFill>
                <a:latin typeface="Noto Sans"/>
                <a:ea typeface="Noto Sans"/>
                <a:cs typeface="Noto Sans"/>
              </a:defRPr>
            </a:lvl9pPr>
          </a:lstStyle>
          <a:p>
            <a:pPr>
              <a:defRPr sz="2400" b="1">
                <a:solidFill>
                  <a:srgbClr val="1E5AA8"/>
                </a:solidFill>
                <a:latin typeface="Noto Sans"/>
                <a:ea typeface="Noto Sans"/>
                <a:cs typeface="Noto Sans"/>
              </a:defRPr>
            </a:pPr>
            <a:r>
              <a:rPr sz="2400" b="1">
                <a:solidFill>
                  <a:srgbClr val="1E5AA8"/>
                </a:solidFill>
                <a:latin typeface="Noto Sans"/>
                <a:ea typeface="Noto Sans"/>
                <a:cs typeface="Noto Sans"/>
              </a:rPr>
              <a:t>Các nhóm nội dung trong Khám phá</a:t>
            </a:r>
            <a:endParaRPr sz="2400" b="1">
              <a:solidFill>
                <a:srgbClr val="1E5AA8"/>
              </a:solidFill>
              <a:latin typeface="Noto Sans"/>
              <a:ea typeface="Noto Sans"/>
              <a:cs typeface="Noto Sans"/>
            </a:endParaRPr>
          </a:p>
        </p:txBody>
      </p:sp>
      <p:sp>
        <p:nvSpPr>
          <p:cNvPr id="19" name="S09  Góc làm việc"/>
          <p:cNvSpPr>
            <a:spLocks noGrp="1"/>
          </p:cNvSpPr>
          <p:nvPr/>
        </p:nvSpPr>
        <p:spPr>
          <a:xfrm>
            <a:off x="10477500" y="5143500"/>
            <a:ext cx="6191250" cy="904875"/>
          </a:xfrm>
          <a:prstGeom prst="roundRect">
            <a:avLst>
              <a:gd name="adj" fmla="val 10526"/>
            </a:avLst>
          </a:prstGeom>
          <a:solidFill>
            <a:srgbClr val="EFF4FF"/>
          </a:solidFill>
          <a:ln w="9525">
            <a:solidFill>
              <a:srgbClr val="1E5AA8"/>
            </a:solidFill>
          </a:ln>
        </p:spPr>
        <p:txBody>
          <a:bodyPr lIns="95250" tIns="95250" rIns="95250" bIns="95250" anchor="ctr"/>
          <a:lstStyle>
            <a:defPPr algn="ctr">
              <a:defRPr sz="2550" b="1">
                <a:solidFill>
                  <a:srgbClr val="031C36"/>
                </a:solidFill>
                <a:latin typeface="Noto Sans"/>
                <a:ea typeface="Noto Sans"/>
                <a:cs typeface="Noto Sans"/>
              </a:defRPr>
            </a:defPPr>
            <a:lvl1pPr algn="ctr">
              <a:defRPr sz="2550" b="1">
                <a:solidFill>
                  <a:srgbClr val="031C36"/>
                </a:solidFill>
                <a:latin typeface="Noto Sans"/>
                <a:ea typeface="Noto Sans"/>
                <a:cs typeface="Noto Sans"/>
              </a:defRPr>
            </a:lvl1pPr>
            <a:lvl2pPr algn="ctr">
              <a:defRPr sz="2550" b="1">
                <a:solidFill>
                  <a:srgbClr val="031C36"/>
                </a:solidFill>
                <a:latin typeface="Noto Sans"/>
                <a:ea typeface="Noto Sans"/>
                <a:cs typeface="Noto Sans"/>
              </a:defRPr>
            </a:lvl2pPr>
            <a:lvl3pPr algn="ctr">
              <a:defRPr sz="2550" b="1">
                <a:solidFill>
                  <a:srgbClr val="031C36"/>
                </a:solidFill>
                <a:latin typeface="Noto Sans"/>
                <a:ea typeface="Noto Sans"/>
                <a:cs typeface="Noto Sans"/>
              </a:defRPr>
            </a:lvl3pPr>
            <a:lvl4pPr algn="ctr">
              <a:defRPr sz="2550" b="1">
                <a:solidFill>
                  <a:srgbClr val="031C36"/>
                </a:solidFill>
                <a:latin typeface="Noto Sans"/>
                <a:ea typeface="Noto Sans"/>
                <a:cs typeface="Noto Sans"/>
              </a:defRPr>
            </a:lvl4pPr>
            <a:lvl5pPr algn="ctr">
              <a:defRPr sz="2550" b="1">
                <a:solidFill>
                  <a:srgbClr val="031C36"/>
                </a:solidFill>
                <a:latin typeface="Noto Sans"/>
                <a:ea typeface="Noto Sans"/>
                <a:cs typeface="Noto Sans"/>
              </a:defRPr>
            </a:lvl5pPr>
            <a:lvl6pPr algn="ctr">
              <a:defRPr sz="2550" b="1">
                <a:solidFill>
                  <a:srgbClr val="031C36"/>
                </a:solidFill>
                <a:latin typeface="Noto Sans"/>
                <a:ea typeface="Noto Sans"/>
                <a:cs typeface="Noto Sans"/>
              </a:defRPr>
            </a:lvl6pPr>
            <a:lvl7pPr algn="ctr">
              <a:defRPr sz="2550" b="1">
                <a:solidFill>
                  <a:srgbClr val="031C36"/>
                </a:solidFill>
                <a:latin typeface="Noto Sans"/>
                <a:ea typeface="Noto Sans"/>
                <a:cs typeface="Noto Sans"/>
              </a:defRPr>
            </a:lvl7pPr>
            <a:lvl8pPr algn="ctr">
              <a:defRPr sz="2550" b="1">
                <a:solidFill>
                  <a:srgbClr val="031C36"/>
                </a:solidFill>
                <a:latin typeface="Noto Sans"/>
                <a:ea typeface="Noto Sans"/>
                <a:cs typeface="Noto Sans"/>
              </a:defRPr>
            </a:lvl8pPr>
            <a:lvl9pPr algn="ctr">
              <a:defRPr sz="2550" b="1">
                <a:solidFill>
                  <a:srgbClr val="031C36"/>
                </a:solidFill>
                <a:latin typeface="Noto Sans"/>
                <a:ea typeface="Noto Sans"/>
                <a:cs typeface="Noto Sans"/>
              </a:defRPr>
            </a:lvl9pPr>
          </a:lstStyle>
          <a:p>
            <a:pPr algn="ctr">
              <a:defRPr sz="2550" b="1">
                <a:solidFill>
                  <a:srgbClr val="031C36"/>
                </a:solidFill>
                <a:latin typeface="Noto Sans"/>
                <a:ea typeface="Noto Sans"/>
                <a:cs typeface="Noto Sans"/>
              </a:defRPr>
            </a:pPr>
            <a:r>
              <a:rPr sz="2550" b="1">
                <a:solidFill>
                  <a:srgbClr val="031C36"/>
                </a:solidFill>
                <a:latin typeface="Noto Sans"/>
                <a:ea typeface="Noto Sans"/>
                <a:cs typeface="Noto Sans"/>
              </a:rPr>
              <a:t>S09  Góc làm việc</a:t>
            </a:r>
            <a:endParaRPr sz="2550" b="1">
              <a:solidFill>
                <a:srgbClr val="031C36"/>
              </a:solidFill>
              <a:latin typeface="Noto Sans"/>
              <a:ea typeface="Noto Sans"/>
              <a:cs typeface="Noto Sans"/>
            </a:endParaRPr>
          </a:p>
        </p:txBody>
      </p:sp>
      <p:sp>
        <p:nvSpPr>
          <p:cNvPr id="20" name="S10  Ngủ &amp; phục hồi"/>
          <p:cNvSpPr>
            <a:spLocks noGrp="1"/>
          </p:cNvSpPr>
          <p:nvPr/>
        </p:nvSpPr>
        <p:spPr>
          <a:xfrm>
            <a:off x="10477500" y="7143750"/>
            <a:ext cx="6191250" cy="904875"/>
          </a:xfrm>
          <a:prstGeom prst="roundRect">
            <a:avLst>
              <a:gd name="adj" fmla="val 10526"/>
            </a:avLst>
          </a:prstGeom>
          <a:solidFill>
            <a:srgbClr val="EFF4FF"/>
          </a:solidFill>
          <a:ln w="9525">
            <a:solidFill>
              <a:srgbClr val="1E5AA8"/>
            </a:solidFill>
          </a:ln>
        </p:spPr>
        <p:txBody>
          <a:bodyPr lIns="95250" tIns="95250" rIns="95250" bIns="95250" anchor="ctr"/>
          <a:lstStyle>
            <a:defPPr algn="ctr">
              <a:defRPr sz="2550" b="1">
                <a:solidFill>
                  <a:srgbClr val="031C36"/>
                </a:solidFill>
                <a:latin typeface="Noto Sans"/>
                <a:ea typeface="Noto Sans"/>
                <a:cs typeface="Noto Sans"/>
              </a:defRPr>
            </a:defPPr>
            <a:lvl1pPr algn="ctr">
              <a:defRPr sz="2550" b="1">
                <a:solidFill>
                  <a:srgbClr val="031C36"/>
                </a:solidFill>
                <a:latin typeface="Noto Sans"/>
                <a:ea typeface="Noto Sans"/>
                <a:cs typeface="Noto Sans"/>
              </a:defRPr>
            </a:lvl1pPr>
            <a:lvl2pPr algn="ctr">
              <a:defRPr sz="2550" b="1">
                <a:solidFill>
                  <a:srgbClr val="031C36"/>
                </a:solidFill>
                <a:latin typeface="Noto Sans"/>
                <a:ea typeface="Noto Sans"/>
                <a:cs typeface="Noto Sans"/>
              </a:defRPr>
            </a:lvl2pPr>
            <a:lvl3pPr algn="ctr">
              <a:defRPr sz="2550" b="1">
                <a:solidFill>
                  <a:srgbClr val="031C36"/>
                </a:solidFill>
                <a:latin typeface="Noto Sans"/>
                <a:ea typeface="Noto Sans"/>
                <a:cs typeface="Noto Sans"/>
              </a:defRPr>
            </a:lvl3pPr>
            <a:lvl4pPr algn="ctr">
              <a:defRPr sz="2550" b="1">
                <a:solidFill>
                  <a:srgbClr val="031C36"/>
                </a:solidFill>
                <a:latin typeface="Noto Sans"/>
                <a:ea typeface="Noto Sans"/>
                <a:cs typeface="Noto Sans"/>
              </a:defRPr>
            </a:lvl4pPr>
            <a:lvl5pPr algn="ctr">
              <a:defRPr sz="2550" b="1">
                <a:solidFill>
                  <a:srgbClr val="031C36"/>
                </a:solidFill>
                <a:latin typeface="Noto Sans"/>
                <a:ea typeface="Noto Sans"/>
                <a:cs typeface="Noto Sans"/>
              </a:defRPr>
            </a:lvl5pPr>
            <a:lvl6pPr algn="ctr">
              <a:defRPr sz="2550" b="1">
                <a:solidFill>
                  <a:srgbClr val="031C36"/>
                </a:solidFill>
                <a:latin typeface="Noto Sans"/>
                <a:ea typeface="Noto Sans"/>
                <a:cs typeface="Noto Sans"/>
              </a:defRPr>
            </a:lvl6pPr>
            <a:lvl7pPr algn="ctr">
              <a:defRPr sz="2550" b="1">
                <a:solidFill>
                  <a:srgbClr val="031C36"/>
                </a:solidFill>
                <a:latin typeface="Noto Sans"/>
                <a:ea typeface="Noto Sans"/>
                <a:cs typeface="Noto Sans"/>
              </a:defRPr>
            </a:lvl7pPr>
            <a:lvl8pPr algn="ctr">
              <a:defRPr sz="2550" b="1">
                <a:solidFill>
                  <a:srgbClr val="031C36"/>
                </a:solidFill>
                <a:latin typeface="Noto Sans"/>
                <a:ea typeface="Noto Sans"/>
                <a:cs typeface="Noto Sans"/>
              </a:defRPr>
            </a:lvl8pPr>
            <a:lvl9pPr algn="ctr">
              <a:defRPr sz="2550" b="1">
                <a:solidFill>
                  <a:srgbClr val="031C36"/>
                </a:solidFill>
                <a:latin typeface="Noto Sans"/>
                <a:ea typeface="Noto Sans"/>
                <a:cs typeface="Noto Sans"/>
              </a:defRPr>
            </a:lvl9pPr>
          </a:lstStyle>
          <a:p>
            <a:pPr algn="ctr">
              <a:defRPr sz="2550" b="1">
                <a:solidFill>
                  <a:srgbClr val="031C36"/>
                </a:solidFill>
                <a:latin typeface="Noto Sans"/>
                <a:ea typeface="Noto Sans"/>
                <a:cs typeface="Noto Sans"/>
              </a:defRPr>
            </a:pPr>
            <a:r>
              <a:rPr sz="2550" b="1">
                <a:solidFill>
                  <a:srgbClr val="031C36"/>
                </a:solidFill>
                <a:latin typeface="Noto Sans"/>
                <a:ea typeface="Noto Sans"/>
                <a:cs typeface="Noto Sans"/>
              </a:rPr>
              <a:t>S10  Ngủ &amp; phục hồi</a:t>
            </a:r>
            <a:endParaRPr sz="2550" b="1">
              <a:solidFill>
                <a:srgbClr val="031C36"/>
              </a:solidFill>
              <a:latin typeface="Noto Sans"/>
              <a:ea typeface="Noto Sans"/>
              <a:cs typeface="Noto Sans"/>
            </a:endParaRPr>
          </a:p>
        </p:txBody>
      </p:sp>
      <p:sp>
        <p:nvSpPr>
          <p:cNvPr id="21" name="Tư thế và không gian làm việc"/>
          <p:cNvSpPr>
            <a:spLocks noGrp="1"/>
          </p:cNvSpPr>
          <p:nvPr/>
        </p:nvSpPr>
        <p:spPr>
          <a:xfrm>
            <a:off x="10572750" y="6238875"/>
            <a:ext cx="6000750" cy="476250"/>
          </a:xfrm>
          <a:prstGeom prst="rect">
            <a:avLst/>
          </a:prstGeom>
          <a:noFill/>
          <a:ln w="0">
            <a:noFill/>
          </a:ln>
        </p:spPr>
        <p:txBody>
          <a:bodyPr lIns="0" tIns="0" rIns="0" bIns="0">
            <a:noAutofit/>
          </a:bodyPr>
          <a:lstStyle>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Tư thế và không gian làm việc</a:t>
            </a:r>
            <a:endParaRPr sz="2100" b="0">
              <a:solidFill>
                <a:srgbClr val="424751"/>
              </a:solidFill>
              <a:latin typeface="Noto Sans"/>
              <a:ea typeface="Noto Sans"/>
              <a:cs typeface="Noto Sans"/>
            </a:endParaRPr>
          </a:p>
        </p:txBody>
      </p:sp>
      <p:sp>
        <p:nvSpPr>
          <p:cNvPr id="22" name="Có thể mở form giờ nhắc"/>
          <p:cNvSpPr>
            <a:spLocks noGrp="1"/>
          </p:cNvSpPr>
          <p:nvPr/>
        </p:nvSpPr>
        <p:spPr>
          <a:xfrm>
            <a:off x="10572750" y="8239125"/>
            <a:ext cx="6000750" cy="476250"/>
          </a:xfrm>
          <a:prstGeom prst="rect">
            <a:avLst/>
          </a:prstGeom>
          <a:noFill/>
          <a:ln w="0">
            <a:noFill/>
          </a:ln>
        </p:spPr>
        <p:txBody>
          <a:bodyPr lIns="0" tIns="0" rIns="0" bIns="0">
            <a:noAutofit/>
          </a:bodyPr>
          <a:lstStyle>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Có thể mở form giờ nhắc</a:t>
            </a:r>
            <a:endParaRPr sz="2100" b="0">
              <a:solidFill>
                <a:srgbClr val="424751"/>
              </a:solidFill>
              <a:latin typeface="Noto Sans"/>
              <a:ea typeface="Noto Sans"/>
              <a:cs typeface="Noto Sans"/>
            </a:endParaRPr>
          </a:p>
        </p:txBody>
      </p:sp>
      <p:sp>
        <p:nvSpPr>
          <p:cNvPr id="23" name="S05 chứa 9 nhóm; mỗi nhóm mở/thu gọn và có thẻ hoạt động."/>
          <p:cNvSpPr>
            <a:spLocks noGrp="1"/>
          </p:cNvSpPr>
          <p:nvPr/>
        </p:nvSpPr>
        <p:spPr>
          <a:xfrm>
            <a:off x="1066800" y="8572500"/>
            <a:ext cx="9048750" cy="571500"/>
          </a:xfrm>
          <a:prstGeom prst="rect">
            <a:avLst/>
          </a:prstGeom>
          <a:noFill/>
          <a:ln w="0">
            <a:noFill/>
          </a:ln>
        </p:spPr>
        <p:txBody>
          <a:bodyPr lIns="0" tIns="0" rIns="0" bIns="0">
            <a:noAutofit/>
          </a:bodyPr>
          <a:lstStyle>
            <a:defPPr>
              <a:defRPr sz="2175" b="0">
                <a:solidFill>
                  <a:srgbClr val="424751"/>
                </a:solidFill>
                <a:latin typeface="Noto Sans"/>
                <a:ea typeface="Noto Sans"/>
                <a:cs typeface="Noto Sans"/>
              </a:defRPr>
            </a:defPPr>
            <a:lvl1pPr>
              <a:defRPr sz="2175" b="0">
                <a:solidFill>
                  <a:srgbClr val="424751"/>
                </a:solidFill>
                <a:latin typeface="Noto Sans"/>
                <a:ea typeface="Noto Sans"/>
                <a:cs typeface="Noto Sans"/>
              </a:defRPr>
            </a:lvl1pPr>
            <a:lvl2pPr>
              <a:defRPr sz="2175" b="0">
                <a:solidFill>
                  <a:srgbClr val="424751"/>
                </a:solidFill>
                <a:latin typeface="Noto Sans"/>
                <a:ea typeface="Noto Sans"/>
                <a:cs typeface="Noto Sans"/>
              </a:defRPr>
            </a:lvl2pPr>
            <a:lvl3pPr>
              <a:defRPr sz="2175" b="0">
                <a:solidFill>
                  <a:srgbClr val="424751"/>
                </a:solidFill>
                <a:latin typeface="Noto Sans"/>
                <a:ea typeface="Noto Sans"/>
                <a:cs typeface="Noto Sans"/>
              </a:defRPr>
            </a:lvl3pPr>
            <a:lvl4pPr>
              <a:defRPr sz="2175" b="0">
                <a:solidFill>
                  <a:srgbClr val="424751"/>
                </a:solidFill>
                <a:latin typeface="Noto Sans"/>
                <a:ea typeface="Noto Sans"/>
                <a:cs typeface="Noto Sans"/>
              </a:defRPr>
            </a:lvl4pPr>
            <a:lvl5pPr>
              <a:defRPr sz="2175" b="0">
                <a:solidFill>
                  <a:srgbClr val="424751"/>
                </a:solidFill>
                <a:latin typeface="Noto Sans"/>
                <a:ea typeface="Noto Sans"/>
                <a:cs typeface="Noto Sans"/>
              </a:defRPr>
            </a:lvl5pPr>
            <a:lvl6pPr>
              <a:defRPr sz="2175" b="0">
                <a:solidFill>
                  <a:srgbClr val="424751"/>
                </a:solidFill>
                <a:latin typeface="Noto Sans"/>
                <a:ea typeface="Noto Sans"/>
                <a:cs typeface="Noto Sans"/>
              </a:defRPr>
            </a:lvl6pPr>
            <a:lvl7pPr>
              <a:defRPr sz="2175" b="0">
                <a:solidFill>
                  <a:srgbClr val="424751"/>
                </a:solidFill>
                <a:latin typeface="Noto Sans"/>
                <a:ea typeface="Noto Sans"/>
                <a:cs typeface="Noto Sans"/>
              </a:defRPr>
            </a:lvl7pPr>
            <a:lvl8pPr>
              <a:defRPr sz="2175" b="0">
                <a:solidFill>
                  <a:srgbClr val="424751"/>
                </a:solidFill>
                <a:latin typeface="Noto Sans"/>
                <a:ea typeface="Noto Sans"/>
                <a:cs typeface="Noto Sans"/>
              </a:defRPr>
            </a:lvl8pPr>
            <a:lvl9pPr>
              <a:defRPr sz="2175" b="0">
                <a:solidFill>
                  <a:srgbClr val="424751"/>
                </a:solidFill>
                <a:latin typeface="Noto Sans"/>
                <a:ea typeface="Noto Sans"/>
                <a:cs typeface="Noto Sans"/>
              </a:defRPr>
            </a:lvl9pPr>
          </a:lstStyle>
          <a:p>
            <a:pPr>
              <a:defRPr sz="2175" b="0">
                <a:solidFill>
                  <a:srgbClr val="424751"/>
                </a:solidFill>
                <a:latin typeface="Noto Sans"/>
                <a:ea typeface="Noto Sans"/>
                <a:cs typeface="Noto Sans"/>
              </a:defRPr>
            </a:pPr>
            <a:r>
              <a:rPr sz="2175" b="0">
                <a:solidFill>
                  <a:srgbClr val="424751"/>
                </a:solidFill>
                <a:latin typeface="Noto Sans"/>
                <a:ea typeface="Noto Sans"/>
                <a:cs typeface="Noto Sans"/>
              </a:rPr>
              <a:t>S05 chứa 9 nhóm; mỗi nhóm mở/thu gọn và có thẻ hoạt động.</a:t>
            </a:r>
            <a:endParaRPr sz="2175" b="0">
              <a:solidFill>
                <a:srgbClr val="424751"/>
              </a:solidFill>
              <a:latin typeface="Noto Sans"/>
              <a:ea typeface="Noto Sans"/>
              <a:cs typeface="No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44" name="Straight Arrow Connector 43"/>
          <p:cNvCxnSpPr>
            <a:stCxn id="38" idx="3"/>
            <a:endCxn id="39" idx="1"/>
          </p:cNvCxnSpPr>
          <p:nvPr/>
        </p:nvCxnSpPr>
        <p:spPr>
          <a:xfrm>
            <a:off x="14516100" y="7953375"/>
            <a:ext cx="266700" cy="0"/>
          </a:xfrm>
          <a:prstGeom prst="straightConnector1">
            <a:avLst/>
          </a:prstGeom>
          <a:ln w="19050">
            <a:solidFill>
              <a:srgbClr val="1E5AA8"/>
            </a:solidFill>
            <a:tailEnd type="arrow" w="med" len="med"/>
          </a:ln>
        </p:spPr>
      </p:cxnSp>
      <p:cxnSp>
        <p:nvCxnSpPr>
          <p:cNvPr id="43" name="Straight Arrow Connector 42"/>
          <p:cNvCxnSpPr>
            <a:stCxn id="37" idx="3"/>
            <a:endCxn id="38" idx="1"/>
          </p:cNvCxnSpPr>
          <p:nvPr/>
        </p:nvCxnSpPr>
        <p:spPr>
          <a:xfrm>
            <a:off x="11772900" y="7953375"/>
            <a:ext cx="266700" cy="0"/>
          </a:xfrm>
          <a:prstGeom prst="straightConnector1">
            <a:avLst/>
          </a:prstGeom>
          <a:ln w="19050">
            <a:solidFill>
              <a:srgbClr val="1E5AA8"/>
            </a:solidFill>
            <a:tailEnd type="arrow" w="med" len="med"/>
          </a:ln>
        </p:spPr>
      </p:cxnSp>
      <p:cxnSp>
        <p:nvCxnSpPr>
          <p:cNvPr id="42" name="Straight Arrow Connector 41"/>
          <p:cNvCxnSpPr>
            <a:stCxn id="36" idx="3"/>
            <a:endCxn id="37" idx="1"/>
          </p:cNvCxnSpPr>
          <p:nvPr/>
        </p:nvCxnSpPr>
        <p:spPr>
          <a:xfrm>
            <a:off x="9029700" y="7953375"/>
            <a:ext cx="266700" cy="0"/>
          </a:xfrm>
          <a:prstGeom prst="straightConnector1">
            <a:avLst/>
          </a:prstGeom>
          <a:ln w="19050">
            <a:solidFill>
              <a:srgbClr val="1E5AA8"/>
            </a:solidFill>
            <a:tailEnd type="arrow" w="med" len="med"/>
          </a:ln>
        </p:spPr>
      </p:cxnSp>
      <p:cxnSp>
        <p:nvCxnSpPr>
          <p:cNvPr id="41" name="Straight Arrow Connector 40"/>
          <p:cNvCxnSpPr>
            <a:stCxn id="35" idx="3"/>
            <a:endCxn id="36" idx="1"/>
          </p:cNvCxnSpPr>
          <p:nvPr/>
        </p:nvCxnSpPr>
        <p:spPr>
          <a:xfrm>
            <a:off x="6286500" y="7953375"/>
            <a:ext cx="266700" cy="0"/>
          </a:xfrm>
          <a:prstGeom prst="straightConnector1">
            <a:avLst/>
          </a:prstGeom>
          <a:ln w="19050">
            <a:solidFill>
              <a:srgbClr val="1E5AA8"/>
            </a:solidFill>
            <a:tailEnd type="arrow" w="med" len="med"/>
          </a:ln>
        </p:spPr>
      </p:cxnSp>
      <p:cxnSp>
        <p:nvCxnSpPr>
          <p:cNvPr id="40" name="Straight Arrow Connector 39"/>
          <p:cNvCxnSpPr>
            <a:stCxn id="34" idx="3"/>
            <a:endCxn id="35" idx="1"/>
          </p:cNvCxnSpPr>
          <p:nvPr/>
        </p:nvCxnSpPr>
        <p:spPr>
          <a:xfrm>
            <a:off x="3543300" y="7953375"/>
            <a:ext cx="266700" cy="0"/>
          </a:xfrm>
          <a:prstGeom prst="straightConnector1">
            <a:avLst/>
          </a:prstGeom>
          <a:ln w="19050">
            <a:solidFill>
              <a:srgbClr val="1E5AA8"/>
            </a:solidFill>
            <a:tailEnd type="arrow" w="med" len="med"/>
          </a:ln>
        </p:spPr>
      </p:cxnSp>
      <p:cxnSp>
        <p:nvCxnSpPr>
          <p:cNvPr id="31" name="Straight Arrow Connector 30"/>
          <p:cNvCxnSpPr>
            <a:stCxn id="25" idx="3"/>
            <a:endCxn id="26" idx="1"/>
          </p:cNvCxnSpPr>
          <p:nvPr/>
        </p:nvCxnSpPr>
        <p:spPr>
          <a:xfrm>
            <a:off x="14516100" y="5810250"/>
            <a:ext cx="266700" cy="0"/>
          </a:xfrm>
          <a:prstGeom prst="straightConnector1">
            <a:avLst/>
          </a:prstGeom>
          <a:ln w="19050">
            <a:solidFill>
              <a:srgbClr val="1E5AA8"/>
            </a:solidFill>
            <a:tailEnd type="arrow" w="med" len="med"/>
          </a:ln>
        </p:spPr>
      </p:cxnSp>
      <p:cxnSp>
        <p:nvCxnSpPr>
          <p:cNvPr id="30" name="Straight Arrow Connector 29"/>
          <p:cNvCxnSpPr>
            <a:stCxn id="24" idx="3"/>
            <a:endCxn id="25" idx="1"/>
          </p:cNvCxnSpPr>
          <p:nvPr/>
        </p:nvCxnSpPr>
        <p:spPr>
          <a:xfrm>
            <a:off x="11772900" y="5810250"/>
            <a:ext cx="266700" cy="0"/>
          </a:xfrm>
          <a:prstGeom prst="straightConnector1">
            <a:avLst/>
          </a:prstGeom>
          <a:ln w="19050">
            <a:solidFill>
              <a:srgbClr val="1E5AA8"/>
            </a:solidFill>
            <a:tailEnd type="arrow" w="med" len="med"/>
          </a:ln>
        </p:spPr>
      </p:cxnSp>
      <p:cxnSp>
        <p:nvCxnSpPr>
          <p:cNvPr id="29" name="Straight Arrow Connector 28"/>
          <p:cNvCxnSpPr>
            <a:stCxn id="23" idx="3"/>
            <a:endCxn id="24" idx="1"/>
          </p:cNvCxnSpPr>
          <p:nvPr/>
        </p:nvCxnSpPr>
        <p:spPr>
          <a:xfrm>
            <a:off x="9029700" y="5810250"/>
            <a:ext cx="266700" cy="0"/>
          </a:xfrm>
          <a:prstGeom prst="straightConnector1">
            <a:avLst/>
          </a:prstGeom>
          <a:ln w="19050">
            <a:solidFill>
              <a:srgbClr val="1E5AA8"/>
            </a:solidFill>
            <a:tailEnd type="arrow" w="med" len="med"/>
          </a:ln>
        </p:spPr>
      </p:cxnSp>
      <p:cxnSp>
        <p:nvCxnSpPr>
          <p:cNvPr id="28" name="Straight Arrow Connector 27"/>
          <p:cNvCxnSpPr>
            <a:stCxn id="22" idx="3"/>
            <a:endCxn id="23" idx="1"/>
          </p:cNvCxnSpPr>
          <p:nvPr/>
        </p:nvCxnSpPr>
        <p:spPr>
          <a:xfrm>
            <a:off x="6286500" y="5810250"/>
            <a:ext cx="266700" cy="0"/>
          </a:xfrm>
          <a:prstGeom prst="straightConnector1">
            <a:avLst/>
          </a:prstGeom>
          <a:ln w="19050">
            <a:solidFill>
              <a:srgbClr val="1E5AA8"/>
            </a:solidFill>
            <a:tailEnd type="arrow" w="med" len="med"/>
          </a:ln>
        </p:spPr>
      </p:cxnSp>
      <p:cxnSp>
        <p:nvCxnSpPr>
          <p:cNvPr id="27" name="Straight Arrow Connector 26"/>
          <p:cNvCxnSpPr>
            <a:stCxn id="21" idx="3"/>
            <a:endCxn id="22" idx="1"/>
          </p:cNvCxnSpPr>
          <p:nvPr/>
        </p:nvCxnSpPr>
        <p:spPr>
          <a:xfrm>
            <a:off x="3543300" y="5810250"/>
            <a:ext cx="266700" cy="0"/>
          </a:xfrm>
          <a:prstGeom prst="straightConnector1">
            <a:avLst/>
          </a:prstGeom>
          <a:ln w="19050">
            <a:solidFill>
              <a:srgbClr val="1E5AA8"/>
            </a:solidFill>
            <a:tailEnd type="arrow" w="med" len="med"/>
          </a:ln>
        </p:spPr>
      </p:cxnSp>
      <p:cxnSp>
        <p:nvCxnSpPr>
          <p:cNvPr id="18" name="Straight Arrow Connector 17"/>
          <p:cNvCxnSpPr>
            <a:stCxn id="12" idx="3"/>
            <a:endCxn id="13" idx="1"/>
          </p:cNvCxnSpPr>
          <p:nvPr/>
        </p:nvCxnSpPr>
        <p:spPr>
          <a:xfrm>
            <a:off x="14516100" y="3667125"/>
            <a:ext cx="266700" cy="0"/>
          </a:xfrm>
          <a:prstGeom prst="straightConnector1">
            <a:avLst/>
          </a:prstGeom>
          <a:ln w="19050">
            <a:solidFill>
              <a:srgbClr val="1E5AA8"/>
            </a:solidFill>
            <a:tailEnd type="arrow" w="med" len="med"/>
          </a:ln>
        </p:spPr>
      </p:cxnSp>
      <p:cxnSp>
        <p:nvCxnSpPr>
          <p:cNvPr id="17" name="Straight Arrow Connector 16"/>
          <p:cNvCxnSpPr>
            <a:stCxn id="11" idx="3"/>
            <a:endCxn id="12" idx="1"/>
          </p:cNvCxnSpPr>
          <p:nvPr/>
        </p:nvCxnSpPr>
        <p:spPr>
          <a:xfrm>
            <a:off x="11772900" y="3667125"/>
            <a:ext cx="266700" cy="0"/>
          </a:xfrm>
          <a:prstGeom prst="straightConnector1">
            <a:avLst/>
          </a:prstGeom>
          <a:ln w="19050">
            <a:solidFill>
              <a:srgbClr val="1E5AA8"/>
            </a:solidFill>
            <a:tailEnd type="arrow" w="med" len="med"/>
          </a:ln>
        </p:spPr>
      </p:cxnSp>
      <p:cxnSp>
        <p:nvCxnSpPr>
          <p:cNvPr id="16" name="Straight Arrow Connector 15"/>
          <p:cNvCxnSpPr>
            <a:stCxn id="10" idx="3"/>
            <a:endCxn id="11" idx="1"/>
          </p:cNvCxnSpPr>
          <p:nvPr/>
        </p:nvCxnSpPr>
        <p:spPr>
          <a:xfrm>
            <a:off x="9029700" y="3667125"/>
            <a:ext cx="266700" cy="0"/>
          </a:xfrm>
          <a:prstGeom prst="straightConnector1">
            <a:avLst/>
          </a:prstGeom>
          <a:ln w="19050">
            <a:solidFill>
              <a:srgbClr val="1E5AA8"/>
            </a:solidFill>
            <a:tailEnd type="arrow" w="med" len="med"/>
          </a:ln>
        </p:spPr>
      </p:cxnSp>
      <p:cxnSp>
        <p:nvCxnSpPr>
          <p:cNvPr id="15" name="Straight Arrow Connector 14"/>
          <p:cNvCxnSpPr>
            <a:stCxn id="9" idx="3"/>
            <a:endCxn id="10" idx="1"/>
          </p:cNvCxnSpPr>
          <p:nvPr/>
        </p:nvCxnSpPr>
        <p:spPr>
          <a:xfrm>
            <a:off x="6286500" y="3667125"/>
            <a:ext cx="266700" cy="0"/>
          </a:xfrm>
          <a:prstGeom prst="straightConnector1">
            <a:avLst/>
          </a:prstGeom>
          <a:ln w="19050">
            <a:solidFill>
              <a:srgbClr val="1E5AA8"/>
            </a:solidFill>
            <a:tailEnd type="arrow" w="med" len="med"/>
          </a:ln>
        </p:spPr>
      </p:cxnSp>
      <p:cxnSp>
        <p:nvCxnSpPr>
          <p:cNvPr id="14" name="Straight Arrow Connector 13"/>
          <p:cNvCxnSpPr>
            <a:stCxn id="8" idx="3"/>
            <a:endCxn id="9" idx="1"/>
          </p:cNvCxnSpPr>
          <p:nvPr/>
        </p:nvCxnSpPr>
        <p:spPr>
          <a:xfrm>
            <a:off x="3543300" y="3667125"/>
            <a:ext cx="266700" cy="0"/>
          </a:xfrm>
          <a:prstGeom prst="straightConnector1">
            <a:avLst/>
          </a:prstGeom>
          <a:ln w="19050">
            <a:solidFill>
              <a:srgbClr val="1E5AA8"/>
            </a:solidFill>
            <a:tailEnd type="arrow" w="med" len="med"/>
          </a:ln>
        </p:spPr>
      </p:cxnSp>
      <p:sp>
        <p:nvSpPr>
          <p:cNvPr id="46" name="Ba luồng người dùng"/>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Ba luồng người dùng</a:t>
            </a:r>
            <a:endParaRPr sz="4350" b="1">
              <a:solidFill>
                <a:srgbClr val="1E5AA8"/>
              </a:solidFill>
              <a:latin typeface="Noto Sans"/>
              <a:ea typeface="Noto Sans"/>
              <a:cs typeface="Noto Sans"/>
            </a:endParaRPr>
          </a:p>
        </p:txBody>
      </p:sp>
      <p:sp>
        <p:nvSpPr>
          <p:cNvPr id="2" name="Mỗi luồng có điểm bắt đầu, đích hoàn thành và nhánh thay thế"/>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Mỗi luồng có điểm bắt đầu, đích hoàn thành và nhánh thay thế hoặc phục hồi.</a:t>
            </a:r>
            <a:endParaRPr sz="2250" b="0">
              <a:solidFill>
                <a:srgbClr val="424751"/>
              </a:solidFill>
              <a:latin typeface="Noto Sans"/>
              <a:ea typeface="Noto Sans"/>
              <a:cs typeface="Noto Sans"/>
            </a:endParaRPr>
          </a:p>
        </p:txBody>
      </p:sp>
      <p:sp>
        <p:nvSpPr>
          <p:cNvPr id="3" name="04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04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Đặc tả ba flow"/>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Đặc tả ba flow</a:t>
            </a:r>
            <a:endParaRPr sz="1650" b="0">
              <a:solidFill>
                <a:srgbClr val="1E5AA8"/>
              </a:solidFill>
              <a:latin typeface="Noto Sans"/>
              <a:ea typeface="Noto Sans"/>
              <a:cs typeface="Noto Sans"/>
              <a:hlinkClick r:id="rId1"/>
            </a:endParaRPr>
          </a:p>
        </p:txBody>
      </p:sp>
      <p:sp>
        <p:nvSpPr>
          <p:cNvPr id="6" name="Figma 06 Prototype"/>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Figma 06 Prototype</a:t>
            </a:r>
            <a:endParaRPr sz="1650" b="0">
              <a:solidFill>
                <a:srgbClr val="1E5AA8"/>
              </a:solidFill>
              <a:latin typeface="Noto Sans"/>
              <a:ea typeface="Noto Sans"/>
              <a:cs typeface="Noto Sans"/>
              <a:hlinkClick r:id="rId2"/>
            </a:endParaRPr>
          </a:p>
        </p:txBody>
      </p:sp>
      <p:sp>
        <p:nvSpPr>
          <p:cNvPr id="7" name="F01  Mai"/>
          <p:cNvSpPr>
            <a:spLocks noGrp="1"/>
          </p:cNvSpPr>
          <p:nvPr/>
        </p:nvSpPr>
        <p:spPr>
          <a:xfrm>
            <a:off x="1066800" y="2667000"/>
            <a:ext cx="12382500" cy="523875"/>
          </a:xfrm>
          <a:prstGeom prst="rect">
            <a:avLst/>
          </a:prstGeom>
          <a:noFill/>
          <a:ln w="0">
            <a:noFill/>
          </a:ln>
        </p:spPr>
        <p:txBody>
          <a:bodyPr lIns="0" tIns="0" rIns="0" bIns="0">
            <a:noAutofit/>
          </a:bodyPr>
          <a:lstStyle>
            <a:defPPr>
              <a:defRPr sz="2625" b="1">
                <a:solidFill>
                  <a:srgbClr val="1E5AA8"/>
                </a:solidFill>
                <a:latin typeface="Noto Sans"/>
                <a:ea typeface="Noto Sans"/>
                <a:cs typeface="Noto Sans"/>
              </a:defRPr>
            </a:defPPr>
            <a:lvl1pPr>
              <a:defRPr sz="2625" b="1">
                <a:solidFill>
                  <a:srgbClr val="1E5AA8"/>
                </a:solidFill>
                <a:latin typeface="Noto Sans"/>
                <a:ea typeface="Noto Sans"/>
                <a:cs typeface="Noto Sans"/>
              </a:defRPr>
            </a:lvl1pPr>
            <a:lvl2pPr>
              <a:defRPr sz="2625" b="1">
                <a:solidFill>
                  <a:srgbClr val="1E5AA8"/>
                </a:solidFill>
                <a:latin typeface="Noto Sans"/>
                <a:ea typeface="Noto Sans"/>
                <a:cs typeface="Noto Sans"/>
              </a:defRPr>
            </a:lvl2pPr>
            <a:lvl3pPr>
              <a:defRPr sz="2625" b="1">
                <a:solidFill>
                  <a:srgbClr val="1E5AA8"/>
                </a:solidFill>
                <a:latin typeface="Noto Sans"/>
                <a:ea typeface="Noto Sans"/>
                <a:cs typeface="Noto Sans"/>
              </a:defRPr>
            </a:lvl3pPr>
            <a:lvl4pPr>
              <a:defRPr sz="2625" b="1">
                <a:solidFill>
                  <a:srgbClr val="1E5AA8"/>
                </a:solidFill>
                <a:latin typeface="Noto Sans"/>
                <a:ea typeface="Noto Sans"/>
                <a:cs typeface="Noto Sans"/>
              </a:defRPr>
            </a:lvl4pPr>
            <a:lvl5pPr>
              <a:defRPr sz="2625" b="1">
                <a:solidFill>
                  <a:srgbClr val="1E5AA8"/>
                </a:solidFill>
                <a:latin typeface="Noto Sans"/>
                <a:ea typeface="Noto Sans"/>
                <a:cs typeface="Noto Sans"/>
              </a:defRPr>
            </a:lvl5pPr>
            <a:lvl6pPr>
              <a:defRPr sz="2625" b="1">
                <a:solidFill>
                  <a:srgbClr val="1E5AA8"/>
                </a:solidFill>
                <a:latin typeface="Noto Sans"/>
                <a:ea typeface="Noto Sans"/>
                <a:cs typeface="Noto Sans"/>
              </a:defRPr>
            </a:lvl6pPr>
            <a:lvl7pPr>
              <a:defRPr sz="2625" b="1">
                <a:solidFill>
                  <a:srgbClr val="1E5AA8"/>
                </a:solidFill>
                <a:latin typeface="Noto Sans"/>
                <a:ea typeface="Noto Sans"/>
                <a:cs typeface="Noto Sans"/>
              </a:defRPr>
            </a:lvl7pPr>
            <a:lvl8pPr>
              <a:defRPr sz="2625" b="1">
                <a:solidFill>
                  <a:srgbClr val="1E5AA8"/>
                </a:solidFill>
                <a:latin typeface="Noto Sans"/>
                <a:ea typeface="Noto Sans"/>
                <a:cs typeface="Noto Sans"/>
              </a:defRPr>
            </a:lvl8pPr>
            <a:lvl9pPr>
              <a:defRPr sz="2625" b="1">
                <a:solidFill>
                  <a:srgbClr val="1E5AA8"/>
                </a:solidFill>
                <a:latin typeface="Noto Sans"/>
                <a:ea typeface="Noto Sans"/>
                <a:cs typeface="Noto Sans"/>
              </a:defRPr>
            </a:lvl9pPr>
          </a:lstStyle>
          <a:p>
            <a:pPr>
              <a:defRPr sz="2625" b="1">
                <a:solidFill>
                  <a:srgbClr val="1E5AA8"/>
                </a:solidFill>
                <a:latin typeface="Noto Sans"/>
                <a:ea typeface="Noto Sans"/>
                <a:cs typeface="Noto Sans"/>
              </a:defRPr>
            </a:pPr>
            <a:r>
              <a:rPr sz="2625" b="1">
                <a:solidFill>
                  <a:srgbClr val="1E5AA8"/>
                </a:solidFill>
                <a:latin typeface="Noto Sans"/>
                <a:ea typeface="Noto Sans"/>
                <a:cs typeface="Noto Sans"/>
              </a:rPr>
              <a:t>F01  Mai</a:t>
            </a:r>
            <a:endParaRPr sz="2625" b="1">
              <a:solidFill>
                <a:srgbClr val="1E5AA8"/>
              </a:solidFill>
              <a:latin typeface="Noto Sans"/>
              <a:ea typeface="Noto Sans"/>
              <a:cs typeface="Noto Sans"/>
            </a:endParaRPr>
          </a:p>
        </p:txBody>
      </p:sp>
      <p:sp>
        <p:nvSpPr>
          <p:cNvPr id="8" name="Hôm nay"/>
          <p:cNvSpPr>
            <a:spLocks noGrp="1"/>
          </p:cNvSpPr>
          <p:nvPr/>
        </p:nvSpPr>
        <p:spPr>
          <a:xfrm>
            <a:off x="1066800" y="328612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Hôm nay</a:t>
            </a:r>
            <a:endParaRPr sz="2025" b="1">
              <a:solidFill>
                <a:srgbClr val="031C36"/>
              </a:solidFill>
              <a:latin typeface="Noto Sans"/>
              <a:ea typeface="Noto Sans"/>
              <a:cs typeface="Noto Sans"/>
            </a:endParaRPr>
          </a:p>
        </p:txBody>
      </p:sp>
      <p:sp>
        <p:nvSpPr>
          <p:cNvPr id="9" name="Khám phá ≤5 phút"/>
          <p:cNvSpPr>
            <a:spLocks noGrp="1"/>
          </p:cNvSpPr>
          <p:nvPr/>
        </p:nvSpPr>
        <p:spPr>
          <a:xfrm>
            <a:off x="3810000" y="328612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Khám phá ≤5 phút</a:t>
            </a:r>
            <a:endParaRPr sz="2025" b="1">
              <a:solidFill>
                <a:srgbClr val="031C36"/>
              </a:solidFill>
              <a:latin typeface="Noto Sans"/>
              <a:ea typeface="Noto Sans"/>
              <a:cs typeface="Noto Sans"/>
            </a:endParaRPr>
          </a:p>
        </p:txBody>
      </p:sp>
      <p:sp>
        <p:nvSpPr>
          <p:cNvPr id="10" name="Chi tiết"/>
          <p:cNvSpPr>
            <a:spLocks noGrp="1"/>
          </p:cNvSpPr>
          <p:nvPr/>
        </p:nvSpPr>
        <p:spPr>
          <a:xfrm>
            <a:off x="6553200" y="328612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Chi tiết</a:t>
            </a:r>
            <a:endParaRPr sz="2025" b="1">
              <a:solidFill>
                <a:srgbClr val="031C36"/>
              </a:solidFill>
              <a:latin typeface="Noto Sans"/>
              <a:ea typeface="Noto Sans"/>
              <a:cs typeface="Noto Sans"/>
            </a:endParaRPr>
          </a:p>
        </p:txBody>
      </p:sp>
      <p:sp>
        <p:nvSpPr>
          <p:cNvPr id="11" name="Lịch 12:00"/>
          <p:cNvSpPr>
            <a:spLocks noGrp="1"/>
          </p:cNvSpPr>
          <p:nvPr/>
        </p:nvSpPr>
        <p:spPr>
          <a:xfrm>
            <a:off x="9296400" y="328612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Lịch 12:00</a:t>
            </a:r>
            <a:endParaRPr sz="2025" b="1">
              <a:solidFill>
                <a:srgbClr val="031C36"/>
              </a:solidFill>
              <a:latin typeface="Noto Sans"/>
              <a:ea typeface="Noto Sans"/>
              <a:cs typeface="Noto Sans"/>
            </a:endParaRPr>
          </a:p>
        </p:txBody>
      </p:sp>
      <p:sp>
        <p:nvSpPr>
          <p:cNvPr id="12" name="Lỗi / Thử lại"/>
          <p:cNvSpPr>
            <a:spLocks noGrp="1"/>
          </p:cNvSpPr>
          <p:nvPr/>
        </p:nvSpPr>
        <p:spPr>
          <a:xfrm>
            <a:off x="12039600" y="328612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Lỗi / Thử lại</a:t>
            </a:r>
            <a:endParaRPr sz="2025" b="1">
              <a:solidFill>
                <a:srgbClr val="031C36"/>
              </a:solidFill>
              <a:latin typeface="Noto Sans"/>
              <a:ea typeface="Noto Sans"/>
              <a:cs typeface="Noto Sans"/>
            </a:endParaRPr>
          </a:p>
        </p:txBody>
      </p:sp>
      <p:sp>
        <p:nvSpPr>
          <p:cNvPr id="13" name="Home 1/4"/>
          <p:cNvSpPr>
            <a:spLocks noGrp="1"/>
          </p:cNvSpPr>
          <p:nvPr/>
        </p:nvSpPr>
        <p:spPr>
          <a:xfrm>
            <a:off x="14782800" y="328612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Home 1/4</a:t>
            </a:r>
            <a:endParaRPr sz="2025" b="1">
              <a:solidFill>
                <a:srgbClr val="031C36"/>
              </a:solidFill>
              <a:latin typeface="Noto Sans"/>
              <a:ea typeface="Noto Sans"/>
              <a:cs typeface="Noto Sans"/>
            </a:endParaRPr>
          </a:p>
        </p:txBody>
      </p:sp>
      <p:sp>
        <p:nvSpPr>
          <p:cNvPr id="19" name="Hủy giữ nguyên dữ liệu. Back từ chi tiết giữ bộ lọc."/>
          <p:cNvSpPr>
            <a:spLocks noGrp="1"/>
          </p:cNvSpPr>
          <p:nvPr/>
        </p:nvSpPr>
        <p:spPr>
          <a:xfrm>
            <a:off x="1143000" y="4191000"/>
            <a:ext cx="15716250" cy="476250"/>
          </a:xfrm>
          <a:prstGeom prst="rect">
            <a:avLst/>
          </a:prstGeom>
          <a:noFill/>
          <a:ln w="0">
            <a:noFill/>
          </a:ln>
        </p:spPr>
        <p:txBody>
          <a:bodyPr lIns="0" tIns="0" rIns="0" bIns="0">
            <a:noAutofit/>
          </a:bodyPr>
          <a:lstStyle>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Hủy giữ nguyên dữ liệu. Back từ chi tiết giữ bộ lọc.</a:t>
            </a:r>
            <a:endParaRPr sz="2100" b="0">
              <a:solidFill>
                <a:srgbClr val="424751"/>
              </a:solidFill>
              <a:latin typeface="Noto Sans"/>
              <a:ea typeface="Noto Sans"/>
              <a:cs typeface="Noto Sans"/>
            </a:endParaRPr>
          </a:p>
        </p:txBody>
      </p:sp>
      <p:sp>
        <p:nvSpPr>
          <p:cNvPr id="20" name="F02  Huy"/>
          <p:cNvSpPr>
            <a:spLocks noGrp="1"/>
          </p:cNvSpPr>
          <p:nvPr/>
        </p:nvSpPr>
        <p:spPr>
          <a:xfrm>
            <a:off x="1066800" y="4810125"/>
            <a:ext cx="12382500" cy="523875"/>
          </a:xfrm>
          <a:prstGeom prst="rect">
            <a:avLst/>
          </a:prstGeom>
          <a:noFill/>
          <a:ln w="0">
            <a:noFill/>
          </a:ln>
        </p:spPr>
        <p:txBody>
          <a:bodyPr lIns="0" tIns="0" rIns="0" bIns="0">
            <a:noAutofit/>
          </a:bodyPr>
          <a:lstStyle>
            <a:defPPr>
              <a:defRPr sz="2625" b="1">
                <a:solidFill>
                  <a:srgbClr val="1E5AA8"/>
                </a:solidFill>
                <a:latin typeface="Noto Sans"/>
                <a:ea typeface="Noto Sans"/>
                <a:cs typeface="Noto Sans"/>
              </a:defRPr>
            </a:defPPr>
            <a:lvl1pPr>
              <a:defRPr sz="2625" b="1">
                <a:solidFill>
                  <a:srgbClr val="1E5AA8"/>
                </a:solidFill>
                <a:latin typeface="Noto Sans"/>
                <a:ea typeface="Noto Sans"/>
                <a:cs typeface="Noto Sans"/>
              </a:defRPr>
            </a:lvl1pPr>
            <a:lvl2pPr>
              <a:defRPr sz="2625" b="1">
                <a:solidFill>
                  <a:srgbClr val="1E5AA8"/>
                </a:solidFill>
                <a:latin typeface="Noto Sans"/>
                <a:ea typeface="Noto Sans"/>
                <a:cs typeface="Noto Sans"/>
              </a:defRPr>
            </a:lvl2pPr>
            <a:lvl3pPr>
              <a:defRPr sz="2625" b="1">
                <a:solidFill>
                  <a:srgbClr val="1E5AA8"/>
                </a:solidFill>
                <a:latin typeface="Noto Sans"/>
                <a:ea typeface="Noto Sans"/>
                <a:cs typeface="Noto Sans"/>
              </a:defRPr>
            </a:lvl3pPr>
            <a:lvl4pPr>
              <a:defRPr sz="2625" b="1">
                <a:solidFill>
                  <a:srgbClr val="1E5AA8"/>
                </a:solidFill>
                <a:latin typeface="Noto Sans"/>
                <a:ea typeface="Noto Sans"/>
                <a:cs typeface="Noto Sans"/>
              </a:defRPr>
            </a:lvl4pPr>
            <a:lvl5pPr>
              <a:defRPr sz="2625" b="1">
                <a:solidFill>
                  <a:srgbClr val="1E5AA8"/>
                </a:solidFill>
                <a:latin typeface="Noto Sans"/>
                <a:ea typeface="Noto Sans"/>
                <a:cs typeface="Noto Sans"/>
              </a:defRPr>
            </a:lvl5pPr>
            <a:lvl6pPr>
              <a:defRPr sz="2625" b="1">
                <a:solidFill>
                  <a:srgbClr val="1E5AA8"/>
                </a:solidFill>
                <a:latin typeface="Noto Sans"/>
                <a:ea typeface="Noto Sans"/>
                <a:cs typeface="Noto Sans"/>
              </a:defRPr>
            </a:lvl6pPr>
            <a:lvl7pPr>
              <a:defRPr sz="2625" b="1">
                <a:solidFill>
                  <a:srgbClr val="1E5AA8"/>
                </a:solidFill>
                <a:latin typeface="Noto Sans"/>
                <a:ea typeface="Noto Sans"/>
                <a:cs typeface="Noto Sans"/>
              </a:defRPr>
            </a:lvl7pPr>
            <a:lvl8pPr>
              <a:defRPr sz="2625" b="1">
                <a:solidFill>
                  <a:srgbClr val="1E5AA8"/>
                </a:solidFill>
                <a:latin typeface="Noto Sans"/>
                <a:ea typeface="Noto Sans"/>
                <a:cs typeface="Noto Sans"/>
              </a:defRPr>
            </a:lvl8pPr>
            <a:lvl9pPr>
              <a:defRPr sz="2625" b="1">
                <a:solidFill>
                  <a:srgbClr val="1E5AA8"/>
                </a:solidFill>
                <a:latin typeface="Noto Sans"/>
                <a:ea typeface="Noto Sans"/>
                <a:cs typeface="Noto Sans"/>
              </a:defRPr>
            </a:lvl9pPr>
          </a:lstStyle>
          <a:p>
            <a:pPr>
              <a:defRPr sz="2625" b="1">
                <a:solidFill>
                  <a:srgbClr val="1E5AA8"/>
                </a:solidFill>
                <a:latin typeface="Noto Sans"/>
                <a:ea typeface="Noto Sans"/>
                <a:cs typeface="Noto Sans"/>
              </a:defRPr>
            </a:pPr>
            <a:r>
              <a:rPr sz="2625" b="1">
                <a:solidFill>
                  <a:srgbClr val="1E5AA8"/>
                </a:solidFill>
                <a:latin typeface="Noto Sans"/>
                <a:ea typeface="Noto Sans"/>
                <a:cs typeface="Noto Sans"/>
              </a:rPr>
              <a:t>F02  Huy</a:t>
            </a:r>
            <a:endParaRPr sz="2625" b="1">
              <a:solidFill>
                <a:srgbClr val="1E5AA8"/>
              </a:solidFill>
              <a:latin typeface="Noto Sans"/>
              <a:ea typeface="Noto Sans"/>
              <a:cs typeface="Noto Sans"/>
            </a:endParaRPr>
          </a:p>
        </p:txBody>
      </p:sp>
      <p:sp>
        <p:nvSpPr>
          <p:cNvPr id="21" name="Hôm nay"/>
          <p:cNvSpPr>
            <a:spLocks noGrp="1"/>
          </p:cNvSpPr>
          <p:nvPr/>
        </p:nvSpPr>
        <p:spPr>
          <a:xfrm>
            <a:off x="1066800" y="5429250"/>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Hôm nay</a:t>
            </a:r>
            <a:endParaRPr sz="2025" b="1">
              <a:solidFill>
                <a:srgbClr val="031C36"/>
              </a:solidFill>
              <a:latin typeface="Noto Sans"/>
              <a:ea typeface="Noto Sans"/>
              <a:cs typeface="Noto Sans"/>
            </a:endParaRPr>
          </a:p>
        </p:txBody>
      </p:sp>
      <p:sp>
        <p:nvSpPr>
          <p:cNvPr id="22" name="Thư giãn"/>
          <p:cNvSpPr>
            <a:spLocks noGrp="1"/>
          </p:cNvSpPr>
          <p:nvPr/>
        </p:nvSpPr>
        <p:spPr>
          <a:xfrm>
            <a:off x="3810000" y="5429250"/>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Thư giãn</a:t>
            </a:r>
            <a:endParaRPr sz="2025" b="1">
              <a:solidFill>
                <a:srgbClr val="031C36"/>
              </a:solidFill>
              <a:latin typeface="Noto Sans"/>
              <a:ea typeface="Noto Sans"/>
              <a:cs typeface="Noto Sans"/>
            </a:endParaRPr>
          </a:p>
        </p:txBody>
      </p:sp>
      <p:sp>
        <p:nvSpPr>
          <p:cNvPr id="23" name="Đang nghỉ"/>
          <p:cNvSpPr>
            <a:spLocks noGrp="1"/>
          </p:cNvSpPr>
          <p:nvPr/>
        </p:nvSpPr>
        <p:spPr>
          <a:xfrm>
            <a:off x="6553200" y="5429250"/>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Đang nghỉ</a:t>
            </a:r>
            <a:endParaRPr sz="2025" b="1">
              <a:solidFill>
                <a:srgbClr val="031C36"/>
              </a:solidFill>
              <a:latin typeface="Noto Sans"/>
              <a:ea typeface="Noto Sans"/>
              <a:cs typeface="Noto Sans"/>
            </a:endParaRPr>
          </a:p>
        </p:txBody>
      </p:sp>
      <p:sp>
        <p:nvSpPr>
          <p:cNvPr id="24" name="Tạm dừng"/>
          <p:cNvSpPr>
            <a:spLocks noGrp="1"/>
          </p:cNvSpPr>
          <p:nvPr/>
        </p:nvSpPr>
        <p:spPr>
          <a:xfrm>
            <a:off x="9296400" y="5429250"/>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Tạm dừng</a:t>
            </a:r>
            <a:endParaRPr sz="2025" b="1">
              <a:solidFill>
                <a:srgbClr val="031C36"/>
              </a:solidFill>
              <a:latin typeface="Noto Sans"/>
              <a:ea typeface="Noto Sans"/>
              <a:cs typeface="Noto Sans"/>
            </a:endParaRPr>
          </a:p>
        </p:txBody>
      </p:sp>
      <p:sp>
        <p:nvSpPr>
          <p:cNvPr id="25" name="Kết thúc / ghi nhận"/>
          <p:cNvSpPr>
            <a:spLocks noGrp="1"/>
          </p:cNvSpPr>
          <p:nvPr/>
        </p:nvSpPr>
        <p:spPr>
          <a:xfrm>
            <a:off x="12039600" y="5429250"/>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Kết thúc / ghi nhận</a:t>
            </a:r>
            <a:endParaRPr sz="2025" b="1">
              <a:solidFill>
                <a:srgbClr val="031C36"/>
              </a:solidFill>
              <a:latin typeface="Noto Sans"/>
              <a:ea typeface="Noto Sans"/>
              <a:cs typeface="Noto Sans"/>
            </a:endParaRPr>
          </a:p>
        </p:txBody>
      </p:sp>
      <p:sp>
        <p:nvSpPr>
          <p:cNvPr id="26" name="Tiến độ 2/4"/>
          <p:cNvSpPr>
            <a:spLocks noGrp="1"/>
          </p:cNvSpPr>
          <p:nvPr/>
        </p:nvSpPr>
        <p:spPr>
          <a:xfrm>
            <a:off x="14782800" y="5429250"/>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Tiến độ 2/4</a:t>
            </a:r>
            <a:endParaRPr sz="2025" b="1">
              <a:solidFill>
                <a:srgbClr val="031C36"/>
              </a:solidFill>
              <a:latin typeface="Noto Sans"/>
              <a:ea typeface="Noto Sans"/>
              <a:cs typeface="Noto Sans"/>
            </a:endParaRPr>
          </a:p>
        </p:txBody>
      </p:sp>
      <p:sp>
        <p:nvSpPr>
          <p:cNvPr id="32" name="Overlay rời phiên; ở lại phục hồi paused. Check-in có Hoàn t"/>
          <p:cNvSpPr>
            <a:spLocks noGrp="1"/>
          </p:cNvSpPr>
          <p:nvPr/>
        </p:nvSpPr>
        <p:spPr>
          <a:xfrm>
            <a:off x="1143000" y="6334125"/>
            <a:ext cx="15716250" cy="476250"/>
          </a:xfrm>
          <a:prstGeom prst="rect">
            <a:avLst/>
          </a:prstGeom>
          <a:noFill/>
          <a:ln w="0">
            <a:noFill/>
          </a:ln>
        </p:spPr>
        <p:txBody>
          <a:bodyPr lIns="0" tIns="0" rIns="0" bIns="0">
            <a:noAutofit/>
          </a:bodyPr>
          <a:lstStyle>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Overlay rời phiên; ở lại phục hồi paused. Check-in có Hoàn tác.</a:t>
            </a:r>
            <a:endParaRPr sz="2100" b="0">
              <a:solidFill>
                <a:srgbClr val="424751"/>
              </a:solidFill>
              <a:latin typeface="Noto Sans"/>
              <a:ea typeface="Noto Sans"/>
              <a:cs typeface="Noto Sans"/>
            </a:endParaRPr>
          </a:p>
        </p:txBody>
      </p:sp>
      <p:sp>
        <p:nvSpPr>
          <p:cNvPr id="33" name="F03  Linh"/>
          <p:cNvSpPr>
            <a:spLocks noGrp="1"/>
          </p:cNvSpPr>
          <p:nvPr/>
        </p:nvSpPr>
        <p:spPr>
          <a:xfrm>
            <a:off x="1066800" y="6953250"/>
            <a:ext cx="12382500" cy="523875"/>
          </a:xfrm>
          <a:prstGeom prst="rect">
            <a:avLst/>
          </a:prstGeom>
          <a:noFill/>
          <a:ln w="0">
            <a:noFill/>
          </a:ln>
        </p:spPr>
        <p:txBody>
          <a:bodyPr lIns="0" tIns="0" rIns="0" bIns="0">
            <a:noAutofit/>
          </a:bodyPr>
          <a:lstStyle>
            <a:defPPr>
              <a:defRPr sz="2625" b="1">
                <a:solidFill>
                  <a:srgbClr val="1E5AA8"/>
                </a:solidFill>
                <a:latin typeface="Noto Sans"/>
                <a:ea typeface="Noto Sans"/>
                <a:cs typeface="Noto Sans"/>
              </a:defRPr>
            </a:defPPr>
            <a:lvl1pPr>
              <a:defRPr sz="2625" b="1">
                <a:solidFill>
                  <a:srgbClr val="1E5AA8"/>
                </a:solidFill>
                <a:latin typeface="Noto Sans"/>
                <a:ea typeface="Noto Sans"/>
                <a:cs typeface="Noto Sans"/>
              </a:defRPr>
            </a:lvl1pPr>
            <a:lvl2pPr>
              <a:defRPr sz="2625" b="1">
                <a:solidFill>
                  <a:srgbClr val="1E5AA8"/>
                </a:solidFill>
                <a:latin typeface="Noto Sans"/>
                <a:ea typeface="Noto Sans"/>
                <a:cs typeface="Noto Sans"/>
              </a:defRPr>
            </a:lvl2pPr>
            <a:lvl3pPr>
              <a:defRPr sz="2625" b="1">
                <a:solidFill>
                  <a:srgbClr val="1E5AA8"/>
                </a:solidFill>
                <a:latin typeface="Noto Sans"/>
                <a:ea typeface="Noto Sans"/>
                <a:cs typeface="Noto Sans"/>
              </a:defRPr>
            </a:lvl3pPr>
            <a:lvl4pPr>
              <a:defRPr sz="2625" b="1">
                <a:solidFill>
                  <a:srgbClr val="1E5AA8"/>
                </a:solidFill>
                <a:latin typeface="Noto Sans"/>
                <a:ea typeface="Noto Sans"/>
                <a:cs typeface="Noto Sans"/>
              </a:defRPr>
            </a:lvl4pPr>
            <a:lvl5pPr>
              <a:defRPr sz="2625" b="1">
                <a:solidFill>
                  <a:srgbClr val="1E5AA8"/>
                </a:solidFill>
                <a:latin typeface="Noto Sans"/>
                <a:ea typeface="Noto Sans"/>
                <a:cs typeface="Noto Sans"/>
              </a:defRPr>
            </a:lvl5pPr>
            <a:lvl6pPr>
              <a:defRPr sz="2625" b="1">
                <a:solidFill>
                  <a:srgbClr val="1E5AA8"/>
                </a:solidFill>
                <a:latin typeface="Noto Sans"/>
                <a:ea typeface="Noto Sans"/>
                <a:cs typeface="Noto Sans"/>
              </a:defRPr>
            </a:lvl6pPr>
            <a:lvl7pPr>
              <a:defRPr sz="2625" b="1">
                <a:solidFill>
                  <a:srgbClr val="1E5AA8"/>
                </a:solidFill>
                <a:latin typeface="Noto Sans"/>
                <a:ea typeface="Noto Sans"/>
                <a:cs typeface="Noto Sans"/>
              </a:defRPr>
            </a:lvl7pPr>
            <a:lvl8pPr>
              <a:defRPr sz="2625" b="1">
                <a:solidFill>
                  <a:srgbClr val="1E5AA8"/>
                </a:solidFill>
                <a:latin typeface="Noto Sans"/>
                <a:ea typeface="Noto Sans"/>
                <a:cs typeface="Noto Sans"/>
              </a:defRPr>
            </a:lvl8pPr>
            <a:lvl9pPr>
              <a:defRPr sz="2625" b="1">
                <a:solidFill>
                  <a:srgbClr val="1E5AA8"/>
                </a:solidFill>
                <a:latin typeface="Noto Sans"/>
                <a:ea typeface="Noto Sans"/>
                <a:cs typeface="Noto Sans"/>
              </a:defRPr>
            </a:lvl9pPr>
          </a:lstStyle>
          <a:p>
            <a:pPr>
              <a:defRPr sz="2625" b="1">
                <a:solidFill>
                  <a:srgbClr val="1E5AA8"/>
                </a:solidFill>
                <a:latin typeface="Noto Sans"/>
                <a:ea typeface="Noto Sans"/>
                <a:cs typeface="Noto Sans"/>
              </a:defRPr>
            </a:pPr>
            <a:r>
              <a:rPr sz="2625" b="1">
                <a:solidFill>
                  <a:srgbClr val="1E5AA8"/>
                </a:solidFill>
                <a:latin typeface="Noto Sans"/>
                <a:ea typeface="Noto Sans"/>
                <a:cs typeface="Noto Sans"/>
              </a:rPr>
              <a:t>F03  Linh</a:t>
            </a:r>
            <a:endParaRPr sz="2625" b="1">
              <a:solidFill>
                <a:srgbClr val="1E5AA8"/>
              </a:solidFill>
              <a:latin typeface="Noto Sans"/>
              <a:ea typeface="Noto Sans"/>
              <a:cs typeface="Noto Sans"/>
            </a:endParaRPr>
          </a:p>
        </p:txBody>
      </p:sp>
      <p:sp>
        <p:nvSpPr>
          <p:cNvPr id="34" name="Home 17:30"/>
          <p:cNvSpPr>
            <a:spLocks noGrp="1"/>
          </p:cNvSpPr>
          <p:nvPr/>
        </p:nvSpPr>
        <p:spPr>
          <a:xfrm>
            <a:off x="1066800" y="757237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Home 17:30</a:t>
            </a:r>
            <a:endParaRPr sz="2025" b="1">
              <a:solidFill>
                <a:srgbClr val="031C36"/>
              </a:solidFill>
              <a:latin typeface="Noto Sans"/>
              <a:ea typeface="Noto Sans"/>
              <a:cs typeface="Noto Sans"/>
            </a:endParaRPr>
          </a:p>
        </p:txBody>
      </p:sp>
      <p:sp>
        <p:nvSpPr>
          <p:cNvPr id="35" name="Chi tiết đã thêm"/>
          <p:cNvSpPr>
            <a:spLocks noGrp="1"/>
          </p:cNvSpPr>
          <p:nvPr/>
        </p:nvSpPr>
        <p:spPr>
          <a:xfrm>
            <a:off x="3810000" y="757237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Chi tiết đã thêm</a:t>
            </a:r>
            <a:endParaRPr sz="2025" b="1">
              <a:solidFill>
                <a:srgbClr val="031C36"/>
              </a:solidFill>
              <a:latin typeface="Noto Sans"/>
              <a:ea typeface="Noto Sans"/>
              <a:cs typeface="Noto Sans"/>
            </a:endParaRPr>
          </a:p>
        </p:txBody>
      </p:sp>
      <p:sp>
        <p:nvSpPr>
          <p:cNvPr id="36" name="Đổi lịch 18:00"/>
          <p:cNvSpPr>
            <a:spLocks noGrp="1"/>
          </p:cNvSpPr>
          <p:nvPr/>
        </p:nvSpPr>
        <p:spPr>
          <a:xfrm>
            <a:off x="6553200" y="757237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Đổi lịch 18:00</a:t>
            </a:r>
            <a:endParaRPr sz="2025" b="1">
              <a:solidFill>
                <a:srgbClr val="031C36"/>
              </a:solidFill>
              <a:latin typeface="Noto Sans"/>
              <a:ea typeface="Noto Sans"/>
              <a:cs typeface="Noto Sans"/>
            </a:endParaRPr>
          </a:p>
        </p:txBody>
      </p:sp>
      <p:sp>
        <p:nvSpPr>
          <p:cNvPr id="37" name="Đang lưu"/>
          <p:cNvSpPr>
            <a:spLocks noGrp="1"/>
          </p:cNvSpPr>
          <p:nvPr/>
        </p:nvSpPr>
        <p:spPr>
          <a:xfrm>
            <a:off x="9296400" y="757237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Đang lưu</a:t>
            </a:r>
            <a:endParaRPr sz="2025" b="1">
              <a:solidFill>
                <a:srgbClr val="031C36"/>
              </a:solidFill>
              <a:latin typeface="Noto Sans"/>
              <a:ea typeface="Noto Sans"/>
              <a:cs typeface="Noto Sans"/>
            </a:endParaRPr>
          </a:p>
        </p:txBody>
      </p:sp>
      <p:sp>
        <p:nvSpPr>
          <p:cNvPr id="38" name="Lỗi / Thử lại"/>
          <p:cNvSpPr>
            <a:spLocks noGrp="1"/>
          </p:cNvSpPr>
          <p:nvPr/>
        </p:nvSpPr>
        <p:spPr>
          <a:xfrm>
            <a:off x="12039600" y="757237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Lỗi / Thử lại</a:t>
            </a:r>
            <a:endParaRPr sz="2025" b="1">
              <a:solidFill>
                <a:srgbClr val="031C36"/>
              </a:solidFill>
              <a:latin typeface="Noto Sans"/>
              <a:ea typeface="Noto Sans"/>
              <a:cs typeface="Noto Sans"/>
            </a:endParaRPr>
          </a:p>
        </p:txBody>
      </p:sp>
      <p:sp>
        <p:nvSpPr>
          <p:cNvPr id="39" name="Home 18:00"/>
          <p:cNvSpPr>
            <a:spLocks noGrp="1"/>
          </p:cNvSpPr>
          <p:nvPr/>
        </p:nvSpPr>
        <p:spPr>
          <a:xfrm>
            <a:off x="14782800" y="7572375"/>
            <a:ext cx="2476500" cy="762000"/>
          </a:xfrm>
          <a:prstGeom prst="roundRect">
            <a:avLst>
              <a:gd name="adj" fmla="val 12500"/>
            </a:avLst>
          </a:prstGeom>
          <a:solidFill>
            <a:srgbClr val="EFF4FF"/>
          </a:solidFill>
          <a:ln w="9525">
            <a:solidFill>
              <a:srgbClr val="1E5AA8"/>
            </a:solidFill>
          </a:ln>
        </p:spPr>
        <p:txBody>
          <a:bodyPr lIns="95250" tIns="95250" rIns="95250" bIns="95250" anchor="ctr"/>
          <a:lstStyle>
            <a:defPPr algn="ctr">
              <a:defRPr sz="2025" b="1">
                <a:solidFill>
                  <a:srgbClr val="031C36"/>
                </a:solidFill>
                <a:latin typeface="Noto Sans"/>
                <a:ea typeface="Noto Sans"/>
                <a:cs typeface="Noto Sans"/>
              </a:defRPr>
            </a:defPPr>
            <a:lvl1pPr algn="ctr">
              <a:defRPr sz="2025" b="1">
                <a:solidFill>
                  <a:srgbClr val="031C36"/>
                </a:solidFill>
                <a:latin typeface="Noto Sans"/>
                <a:ea typeface="Noto Sans"/>
                <a:cs typeface="Noto Sans"/>
              </a:defRPr>
            </a:lvl1pPr>
            <a:lvl2pPr algn="ctr">
              <a:defRPr sz="2025" b="1">
                <a:solidFill>
                  <a:srgbClr val="031C36"/>
                </a:solidFill>
                <a:latin typeface="Noto Sans"/>
                <a:ea typeface="Noto Sans"/>
                <a:cs typeface="Noto Sans"/>
              </a:defRPr>
            </a:lvl2pPr>
            <a:lvl3pPr algn="ctr">
              <a:defRPr sz="2025" b="1">
                <a:solidFill>
                  <a:srgbClr val="031C36"/>
                </a:solidFill>
                <a:latin typeface="Noto Sans"/>
                <a:ea typeface="Noto Sans"/>
                <a:cs typeface="Noto Sans"/>
              </a:defRPr>
            </a:lvl3pPr>
            <a:lvl4pPr algn="ctr">
              <a:defRPr sz="2025" b="1">
                <a:solidFill>
                  <a:srgbClr val="031C36"/>
                </a:solidFill>
                <a:latin typeface="Noto Sans"/>
                <a:ea typeface="Noto Sans"/>
                <a:cs typeface="Noto Sans"/>
              </a:defRPr>
            </a:lvl4pPr>
            <a:lvl5pPr algn="ctr">
              <a:defRPr sz="2025" b="1">
                <a:solidFill>
                  <a:srgbClr val="031C36"/>
                </a:solidFill>
                <a:latin typeface="Noto Sans"/>
                <a:ea typeface="Noto Sans"/>
                <a:cs typeface="Noto Sans"/>
              </a:defRPr>
            </a:lvl5pPr>
            <a:lvl6pPr algn="ctr">
              <a:defRPr sz="2025" b="1">
                <a:solidFill>
                  <a:srgbClr val="031C36"/>
                </a:solidFill>
                <a:latin typeface="Noto Sans"/>
                <a:ea typeface="Noto Sans"/>
                <a:cs typeface="Noto Sans"/>
              </a:defRPr>
            </a:lvl6pPr>
            <a:lvl7pPr algn="ctr">
              <a:defRPr sz="2025" b="1">
                <a:solidFill>
                  <a:srgbClr val="031C36"/>
                </a:solidFill>
                <a:latin typeface="Noto Sans"/>
                <a:ea typeface="Noto Sans"/>
                <a:cs typeface="Noto Sans"/>
              </a:defRPr>
            </a:lvl7pPr>
            <a:lvl8pPr algn="ctr">
              <a:defRPr sz="2025" b="1">
                <a:solidFill>
                  <a:srgbClr val="031C36"/>
                </a:solidFill>
                <a:latin typeface="Noto Sans"/>
                <a:ea typeface="Noto Sans"/>
                <a:cs typeface="Noto Sans"/>
              </a:defRPr>
            </a:lvl8pPr>
            <a:lvl9pPr algn="ctr">
              <a:defRPr sz="2025" b="1">
                <a:solidFill>
                  <a:srgbClr val="031C36"/>
                </a:solidFill>
                <a:latin typeface="Noto Sans"/>
                <a:ea typeface="Noto Sans"/>
                <a:cs typeface="Noto Sans"/>
              </a:defRPr>
            </a:lvl9pPr>
          </a:lstStyle>
          <a:p>
            <a:pPr algn="ctr">
              <a:defRPr sz="2025" b="1">
                <a:solidFill>
                  <a:srgbClr val="031C36"/>
                </a:solidFill>
                <a:latin typeface="Noto Sans"/>
                <a:ea typeface="Noto Sans"/>
                <a:cs typeface="Noto Sans"/>
              </a:defRPr>
            </a:pPr>
            <a:r>
              <a:rPr sz="2025" b="1">
                <a:solidFill>
                  <a:srgbClr val="031C36"/>
                </a:solidFill>
                <a:latin typeface="Noto Sans"/>
                <a:ea typeface="Noto Sans"/>
                <a:cs typeface="Noto Sans"/>
              </a:rPr>
              <a:t>Home 18:00</a:t>
            </a:r>
            <a:endParaRPr sz="2025" b="1">
              <a:solidFill>
                <a:srgbClr val="031C36"/>
              </a:solidFill>
              <a:latin typeface="Noto Sans"/>
              <a:ea typeface="Noto Sans"/>
              <a:cs typeface="Noto Sans"/>
            </a:endParaRPr>
          </a:p>
        </p:txBody>
      </p:sp>
      <p:sp>
        <p:nvSpPr>
          <p:cNvPr id="45" name="Không tạo bản sao hoạt động. Giờ yên lặng chỉ tắt thông báo."/>
          <p:cNvSpPr>
            <a:spLocks noGrp="1"/>
          </p:cNvSpPr>
          <p:nvPr/>
        </p:nvSpPr>
        <p:spPr>
          <a:xfrm>
            <a:off x="1143000" y="8477250"/>
            <a:ext cx="15716250" cy="476250"/>
          </a:xfrm>
          <a:prstGeom prst="rect">
            <a:avLst/>
          </a:prstGeom>
          <a:noFill/>
          <a:ln w="0">
            <a:noFill/>
          </a:ln>
        </p:spPr>
        <p:txBody>
          <a:bodyPr lIns="0" tIns="0" rIns="0" bIns="0">
            <a:noAutofit/>
          </a:bodyPr>
          <a:lstStyle>
            <a:defPPr>
              <a:defRPr sz="2100" b="0">
                <a:solidFill>
                  <a:srgbClr val="424751"/>
                </a:solidFill>
                <a:latin typeface="Noto Sans"/>
                <a:ea typeface="Noto Sans"/>
                <a:cs typeface="Noto Sans"/>
              </a:defRPr>
            </a:defPPr>
            <a:lvl1pPr>
              <a:defRPr sz="2100" b="0">
                <a:solidFill>
                  <a:srgbClr val="424751"/>
                </a:solidFill>
                <a:latin typeface="Noto Sans"/>
                <a:ea typeface="Noto Sans"/>
                <a:cs typeface="Noto Sans"/>
              </a:defRPr>
            </a:lvl1pPr>
            <a:lvl2pPr>
              <a:defRPr sz="2100" b="0">
                <a:solidFill>
                  <a:srgbClr val="424751"/>
                </a:solidFill>
                <a:latin typeface="Noto Sans"/>
                <a:ea typeface="Noto Sans"/>
                <a:cs typeface="Noto Sans"/>
              </a:defRPr>
            </a:lvl2pPr>
            <a:lvl3pPr>
              <a:defRPr sz="2100" b="0">
                <a:solidFill>
                  <a:srgbClr val="424751"/>
                </a:solidFill>
                <a:latin typeface="Noto Sans"/>
                <a:ea typeface="Noto Sans"/>
                <a:cs typeface="Noto Sans"/>
              </a:defRPr>
            </a:lvl3pPr>
            <a:lvl4pPr>
              <a:defRPr sz="2100" b="0">
                <a:solidFill>
                  <a:srgbClr val="424751"/>
                </a:solidFill>
                <a:latin typeface="Noto Sans"/>
                <a:ea typeface="Noto Sans"/>
                <a:cs typeface="Noto Sans"/>
              </a:defRPr>
            </a:lvl4pPr>
            <a:lvl5pPr>
              <a:defRPr sz="2100" b="0">
                <a:solidFill>
                  <a:srgbClr val="424751"/>
                </a:solidFill>
                <a:latin typeface="Noto Sans"/>
                <a:ea typeface="Noto Sans"/>
                <a:cs typeface="Noto Sans"/>
              </a:defRPr>
            </a:lvl5pPr>
            <a:lvl6pPr>
              <a:defRPr sz="2100" b="0">
                <a:solidFill>
                  <a:srgbClr val="424751"/>
                </a:solidFill>
                <a:latin typeface="Noto Sans"/>
                <a:ea typeface="Noto Sans"/>
                <a:cs typeface="Noto Sans"/>
              </a:defRPr>
            </a:lvl6pPr>
            <a:lvl7pPr>
              <a:defRPr sz="2100" b="0">
                <a:solidFill>
                  <a:srgbClr val="424751"/>
                </a:solidFill>
                <a:latin typeface="Noto Sans"/>
                <a:ea typeface="Noto Sans"/>
                <a:cs typeface="Noto Sans"/>
              </a:defRPr>
            </a:lvl7pPr>
            <a:lvl8pPr>
              <a:defRPr sz="2100" b="0">
                <a:solidFill>
                  <a:srgbClr val="424751"/>
                </a:solidFill>
                <a:latin typeface="Noto Sans"/>
                <a:ea typeface="Noto Sans"/>
                <a:cs typeface="Noto Sans"/>
              </a:defRPr>
            </a:lvl8pPr>
            <a:lvl9pPr>
              <a:defRPr sz="2100" b="0">
                <a:solidFill>
                  <a:srgbClr val="424751"/>
                </a:solidFill>
                <a:latin typeface="Noto Sans"/>
                <a:ea typeface="Noto Sans"/>
                <a:cs typeface="Noto Sans"/>
              </a:defRPr>
            </a:lvl9pPr>
          </a:lstStyle>
          <a:p>
            <a:pPr>
              <a:defRPr sz="2100" b="0">
                <a:solidFill>
                  <a:srgbClr val="424751"/>
                </a:solidFill>
                <a:latin typeface="Noto Sans"/>
                <a:ea typeface="Noto Sans"/>
                <a:cs typeface="Noto Sans"/>
              </a:defRPr>
            </a:pPr>
            <a:r>
              <a:rPr sz="2100" b="0">
                <a:solidFill>
                  <a:srgbClr val="424751"/>
                </a:solidFill>
                <a:latin typeface="Noto Sans"/>
                <a:ea typeface="Noto Sans"/>
                <a:cs typeface="Noto Sans"/>
              </a:rPr>
              <a:t>Không tạo bản sao hoạt động. Giờ yên lặng chỉ tắt thông báo.</a:t>
            </a:r>
            <a:endParaRPr sz="2100" b="0">
              <a:solidFill>
                <a:srgbClr val="424751"/>
              </a:solidFill>
              <a:latin typeface="Noto Sans"/>
              <a:ea typeface="Noto Sans"/>
              <a:cs typeface="No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Tạo UI bằng Google Stitch"/>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Tạo UI bằng Google Stitch</a:t>
            </a:r>
            <a:endParaRPr sz="4350" b="1">
              <a:solidFill>
                <a:srgbClr val="1E5AA8"/>
              </a:solidFill>
              <a:latin typeface="Noto Sans"/>
              <a:ea typeface="Noto Sans"/>
              <a:cs typeface="Noto Sans"/>
            </a:endParaRPr>
          </a:p>
        </p:txBody>
      </p:sp>
      <p:sp>
        <p:nvSpPr>
          <p:cNvPr id="2" name="Đầu vào gồm persona, nhiệm vụ Android, wireframe, phong cách"/>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Đầu vào gồm persona, nhiệm vụ Android, wireframe, phong cách và ràng buộc.</a:t>
            </a:r>
            <a:endParaRPr sz="2250" b="0">
              <a:solidFill>
                <a:srgbClr val="424751"/>
              </a:solidFill>
              <a:latin typeface="Noto Sans"/>
              <a:ea typeface="Noto Sans"/>
              <a:cs typeface="Noto Sans"/>
            </a:endParaRPr>
          </a:p>
        </p:txBody>
      </p:sp>
      <p:sp>
        <p:nvSpPr>
          <p:cNvPr id="3" name="05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05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Prompt UI01 lưu trong dự án"/>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Prompt UI01 lưu trong dự án</a:t>
            </a:r>
            <a:endParaRPr sz="1650" b="0">
              <a:solidFill>
                <a:srgbClr val="1E5AA8"/>
              </a:solidFill>
              <a:latin typeface="Noto Sans"/>
              <a:ea typeface="Noto Sans"/>
              <a:cs typeface="Noto Sans"/>
              <a:hlinkClick r:id="rId1"/>
            </a:endParaRPr>
          </a:p>
        </p:txBody>
      </p:sp>
      <p:sp>
        <p:nvSpPr>
          <p:cNvPr id="6" name="Brief và AI log"/>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Brief và AI log</a:t>
            </a:r>
            <a:endParaRPr sz="1650" b="0">
              <a:solidFill>
                <a:srgbClr val="1E5AA8"/>
              </a:solidFill>
              <a:latin typeface="Noto Sans"/>
              <a:ea typeface="Noto Sans"/>
              <a:cs typeface="Noto Sans"/>
              <a:hlinkClick r:id="rId2"/>
            </a:endParaRPr>
          </a:p>
        </p:txBody>
      </p:sp>
      <p:sp>
        <p:nvSpPr>
          <p:cNvPr id="7" name="Dự án Stitch"/>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Dự án Stitch</a:t>
            </a:r>
            <a:endParaRPr sz="1650" b="0">
              <a:solidFill>
                <a:srgbClr val="1E5AA8"/>
              </a:solidFill>
              <a:latin typeface="Noto Sans"/>
              <a:ea typeface="Noto Sans"/>
              <a:cs typeface="Noto Sans"/>
              <a:hlinkClick r:id="rId3"/>
            </a:endParaRPr>
          </a:p>
        </p:txBody>
      </p:sp>
      <p:sp>
        <p:nvSpPr>
          <p:cNvPr id="8" name="Trích prompt đã gửi trên Stitch"/>
          <p:cNvSpPr>
            <a:spLocks noGrp="1"/>
          </p:cNvSpPr>
          <p:nvPr/>
        </p:nvSpPr>
        <p:spPr>
          <a:xfrm>
            <a:off x="1066800" y="2714625"/>
            <a:ext cx="7429500" cy="523875"/>
          </a:xfrm>
          <a:prstGeom prst="rect">
            <a:avLst/>
          </a:prstGeom>
          <a:noFill/>
          <a:ln w="0">
            <a:noFill/>
          </a:ln>
        </p:spPr>
        <p:txBody>
          <a:bodyPr lIns="0" tIns="0" rIns="0" bIns="0">
            <a:noAutofit/>
          </a:bodyPr>
          <a:lstStyle>
            <a:defPPr>
              <a:defRPr sz="2550" b="1">
                <a:solidFill>
                  <a:srgbClr val="1E5AA8"/>
                </a:solidFill>
                <a:latin typeface="Noto Sans"/>
                <a:ea typeface="Noto Sans"/>
                <a:cs typeface="Noto Sans"/>
              </a:defRPr>
            </a:defPPr>
            <a:lvl1pPr>
              <a:defRPr sz="2550" b="1">
                <a:solidFill>
                  <a:srgbClr val="1E5AA8"/>
                </a:solidFill>
                <a:latin typeface="Noto Sans"/>
                <a:ea typeface="Noto Sans"/>
                <a:cs typeface="Noto Sans"/>
              </a:defRPr>
            </a:lvl1pPr>
            <a:lvl2pPr>
              <a:defRPr sz="2550" b="1">
                <a:solidFill>
                  <a:srgbClr val="1E5AA8"/>
                </a:solidFill>
                <a:latin typeface="Noto Sans"/>
                <a:ea typeface="Noto Sans"/>
                <a:cs typeface="Noto Sans"/>
              </a:defRPr>
            </a:lvl2pPr>
            <a:lvl3pPr>
              <a:defRPr sz="2550" b="1">
                <a:solidFill>
                  <a:srgbClr val="1E5AA8"/>
                </a:solidFill>
                <a:latin typeface="Noto Sans"/>
                <a:ea typeface="Noto Sans"/>
                <a:cs typeface="Noto Sans"/>
              </a:defRPr>
            </a:lvl3pPr>
            <a:lvl4pPr>
              <a:defRPr sz="2550" b="1">
                <a:solidFill>
                  <a:srgbClr val="1E5AA8"/>
                </a:solidFill>
                <a:latin typeface="Noto Sans"/>
                <a:ea typeface="Noto Sans"/>
                <a:cs typeface="Noto Sans"/>
              </a:defRPr>
            </a:lvl4pPr>
            <a:lvl5pPr>
              <a:defRPr sz="2550" b="1">
                <a:solidFill>
                  <a:srgbClr val="1E5AA8"/>
                </a:solidFill>
                <a:latin typeface="Noto Sans"/>
                <a:ea typeface="Noto Sans"/>
                <a:cs typeface="Noto Sans"/>
              </a:defRPr>
            </a:lvl5pPr>
            <a:lvl6pPr>
              <a:defRPr sz="2550" b="1">
                <a:solidFill>
                  <a:srgbClr val="1E5AA8"/>
                </a:solidFill>
                <a:latin typeface="Noto Sans"/>
                <a:ea typeface="Noto Sans"/>
                <a:cs typeface="Noto Sans"/>
              </a:defRPr>
            </a:lvl6pPr>
            <a:lvl7pPr>
              <a:defRPr sz="2550" b="1">
                <a:solidFill>
                  <a:srgbClr val="1E5AA8"/>
                </a:solidFill>
                <a:latin typeface="Noto Sans"/>
                <a:ea typeface="Noto Sans"/>
                <a:cs typeface="Noto Sans"/>
              </a:defRPr>
            </a:lvl7pPr>
            <a:lvl8pPr>
              <a:defRPr sz="2550" b="1">
                <a:solidFill>
                  <a:srgbClr val="1E5AA8"/>
                </a:solidFill>
                <a:latin typeface="Noto Sans"/>
                <a:ea typeface="Noto Sans"/>
                <a:cs typeface="Noto Sans"/>
              </a:defRPr>
            </a:lvl8pPr>
            <a:lvl9pPr>
              <a:defRPr sz="2550" b="1">
                <a:solidFill>
                  <a:srgbClr val="1E5AA8"/>
                </a:solidFill>
                <a:latin typeface="Noto Sans"/>
                <a:ea typeface="Noto Sans"/>
                <a:cs typeface="Noto Sans"/>
              </a:defRPr>
            </a:lvl9pPr>
          </a:lstStyle>
          <a:p>
            <a:pPr>
              <a:defRPr sz="2550" b="1">
                <a:solidFill>
                  <a:srgbClr val="1E5AA8"/>
                </a:solidFill>
                <a:latin typeface="Noto Sans"/>
                <a:ea typeface="Noto Sans"/>
                <a:cs typeface="Noto Sans"/>
              </a:defRPr>
            </a:pPr>
            <a:r>
              <a:rPr sz="2550" b="1">
                <a:solidFill>
                  <a:srgbClr val="1E5AA8"/>
                </a:solidFill>
                <a:latin typeface="Noto Sans"/>
                <a:ea typeface="Noto Sans"/>
                <a:cs typeface="Noto Sans"/>
              </a:rPr>
              <a:t>Trích prompt đã gửi trên Stitch</a:t>
            </a:r>
            <a:endParaRPr sz="2550" b="1">
              <a:solidFill>
                <a:srgbClr val="1E5AA8"/>
              </a:solidFill>
              <a:latin typeface="Noto Sans"/>
              <a:ea typeface="Noto Sans"/>
              <a:cs typeface="Noto Sans"/>
            </a:endParaRPr>
          </a:p>
        </p:txBody>
      </p:sp>
      <p:sp>
        <p:nvSpPr>
          <p:cNvPr id="9" name="“Từ đúng 10 wireframe Power9 Office Routine đang chọn, tạo 1"/>
          <p:cNvSpPr>
            <a:spLocks noGrp="1"/>
          </p:cNvSpPr>
          <p:nvPr/>
        </p:nvSpPr>
        <p:spPr>
          <a:xfrm>
            <a:off x="1066800" y="3571875"/>
            <a:ext cx="7334250" cy="1571625"/>
          </a:xfrm>
          <a:prstGeom prst="rect">
            <a:avLst/>
          </a:prstGeom>
          <a:noFill/>
          <a:ln w="0">
            <a:noFill/>
          </a:ln>
        </p:spPr>
        <p:txBody>
          <a:bodyPr lIns="0" tIns="0" rIns="0" bIns="0">
            <a:noAutofit/>
          </a:bodyPr>
          <a:lstStyle>
            <a:defPPr>
              <a:defRPr sz="2475" b="0">
                <a:solidFill>
                  <a:srgbClr val="031C36"/>
                </a:solidFill>
                <a:latin typeface="Noto Sans"/>
                <a:ea typeface="Noto Sans"/>
                <a:cs typeface="Noto Sans"/>
              </a:defRPr>
            </a:defPPr>
            <a:lvl1pPr>
              <a:defRPr sz="2475" b="0">
                <a:solidFill>
                  <a:srgbClr val="031C36"/>
                </a:solidFill>
                <a:latin typeface="Noto Sans"/>
                <a:ea typeface="Noto Sans"/>
                <a:cs typeface="Noto Sans"/>
              </a:defRPr>
            </a:lvl1pPr>
            <a:lvl2pPr>
              <a:defRPr sz="2475" b="0">
                <a:solidFill>
                  <a:srgbClr val="031C36"/>
                </a:solidFill>
                <a:latin typeface="Noto Sans"/>
                <a:ea typeface="Noto Sans"/>
                <a:cs typeface="Noto Sans"/>
              </a:defRPr>
            </a:lvl2pPr>
            <a:lvl3pPr>
              <a:defRPr sz="2475" b="0">
                <a:solidFill>
                  <a:srgbClr val="031C36"/>
                </a:solidFill>
                <a:latin typeface="Noto Sans"/>
                <a:ea typeface="Noto Sans"/>
                <a:cs typeface="Noto Sans"/>
              </a:defRPr>
            </a:lvl3pPr>
            <a:lvl4pPr>
              <a:defRPr sz="2475" b="0">
                <a:solidFill>
                  <a:srgbClr val="031C36"/>
                </a:solidFill>
                <a:latin typeface="Noto Sans"/>
                <a:ea typeface="Noto Sans"/>
                <a:cs typeface="Noto Sans"/>
              </a:defRPr>
            </a:lvl4pPr>
            <a:lvl5pPr>
              <a:defRPr sz="2475" b="0">
                <a:solidFill>
                  <a:srgbClr val="031C36"/>
                </a:solidFill>
                <a:latin typeface="Noto Sans"/>
                <a:ea typeface="Noto Sans"/>
                <a:cs typeface="Noto Sans"/>
              </a:defRPr>
            </a:lvl5pPr>
            <a:lvl6pPr>
              <a:defRPr sz="2475" b="0">
                <a:solidFill>
                  <a:srgbClr val="031C36"/>
                </a:solidFill>
                <a:latin typeface="Noto Sans"/>
                <a:ea typeface="Noto Sans"/>
                <a:cs typeface="Noto Sans"/>
              </a:defRPr>
            </a:lvl6pPr>
            <a:lvl7pPr>
              <a:defRPr sz="2475" b="0">
                <a:solidFill>
                  <a:srgbClr val="031C36"/>
                </a:solidFill>
                <a:latin typeface="Noto Sans"/>
                <a:ea typeface="Noto Sans"/>
                <a:cs typeface="Noto Sans"/>
              </a:defRPr>
            </a:lvl7pPr>
            <a:lvl8pPr>
              <a:defRPr sz="2475" b="0">
                <a:solidFill>
                  <a:srgbClr val="031C36"/>
                </a:solidFill>
                <a:latin typeface="Noto Sans"/>
                <a:ea typeface="Noto Sans"/>
                <a:cs typeface="Noto Sans"/>
              </a:defRPr>
            </a:lvl8pPr>
            <a:lvl9pPr>
              <a:defRPr sz="2475" b="0">
                <a:solidFill>
                  <a:srgbClr val="031C36"/>
                </a:solidFill>
                <a:latin typeface="Noto Sans"/>
                <a:ea typeface="Noto Sans"/>
                <a:cs typeface="Noto Sans"/>
              </a:defRPr>
            </a:lvl9pPr>
          </a:lstStyle>
          <a:p>
            <a:pPr>
              <a:defRPr sz="2475" b="0">
                <a:solidFill>
                  <a:srgbClr val="031C36"/>
                </a:solidFill>
                <a:latin typeface="Noto Sans"/>
                <a:ea typeface="Noto Sans"/>
                <a:cs typeface="Noto Sans"/>
              </a:defRPr>
            </a:pPr>
            <a:r>
              <a:rPr sz="2475" b="0">
                <a:solidFill>
                  <a:srgbClr val="031C36"/>
                </a:solidFill>
                <a:latin typeface="Noto Sans"/>
                <a:ea typeface="Noto Sans"/>
                <a:cs typeface="Noto Sans"/>
              </a:rPr>
              <a:t>“Từ đúng 10 wireframe Power9 Office Routine đang chọn, tạo 1 bộ UI hoàn chỉnh đầu tiên gồm 10 màn tương ứng.”</a:t>
            </a:r>
            <a:endParaRPr sz="2475" b="0">
              <a:solidFill>
                <a:srgbClr val="031C36"/>
              </a:solidFill>
              <a:latin typeface="Noto Sans"/>
              <a:ea typeface="Noto Sans"/>
              <a:cs typeface="Noto Sans"/>
            </a:endParaRPr>
          </a:p>
        </p:txBody>
      </p:sp>
      <p:sp>
        <p:nvSpPr>
          <p:cNvPr id="10" name="“Font Be Vietnam Pro, Roboto fallback; title 24/32, heading "/>
          <p:cNvSpPr>
            <a:spLocks noGrp="1"/>
          </p:cNvSpPr>
          <p:nvPr/>
        </p:nvSpPr>
        <p:spPr>
          <a:xfrm>
            <a:off x="1066800" y="5429250"/>
            <a:ext cx="7334250" cy="1714500"/>
          </a:xfrm>
          <a:prstGeom prst="rect">
            <a:avLst/>
          </a:prstGeom>
          <a:noFill/>
          <a:ln w="0">
            <a:noFill/>
          </a:ln>
        </p:spPr>
        <p:txBody>
          <a:bodyPr lIns="0" tIns="0" rIns="0" bIns="0">
            <a:noAutofit/>
          </a:bodyPr>
          <a:lstStyle>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“Font Be Vietnam Pro, Roboto fallback; title 24/32, heading 20/28, body 16/24, label/navigation/trợ giúp tối thiểu 14/20.”</a:t>
            </a:r>
            <a:endParaRPr sz="2400" b="0">
              <a:solidFill>
                <a:srgbClr val="031C36"/>
              </a:solidFill>
              <a:latin typeface="Noto Sans"/>
              <a:ea typeface="Noto Sans"/>
              <a:cs typeface="Noto Sans"/>
            </a:endParaRPr>
          </a:p>
        </p:txBody>
      </p:sp>
      <p:sp>
        <p:nvSpPr>
          <p:cNvPr id="11" name="“Frame gốc 360×800 cho cả 10”&#10;“kiểm tra thêm rộng 412.”"/>
          <p:cNvSpPr>
            <a:spLocks noGrp="1"/>
          </p:cNvSpPr>
          <p:nvPr/>
        </p:nvSpPr>
        <p:spPr>
          <a:xfrm>
            <a:off x="1066800" y="7477125"/>
            <a:ext cx="7334250" cy="952500"/>
          </a:xfrm>
          <a:prstGeom prst="rect">
            <a:avLst/>
          </a:prstGeom>
          <a:noFill/>
          <a:ln w="0">
            <a:noFill/>
          </a:ln>
        </p:spPr>
        <p:txBody>
          <a:bodyPr lIns="0" tIns="0" rIns="0" bIns="0">
            <a:noAutofit/>
          </a:bodyPr>
          <a:lstStyle>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“Frame gốc 360×800 cho cả 10”</a:t>
            </a:r>
            <a:endParaRPr sz="2400" b="0">
              <a:solidFill>
                <a:srgbClr val="031C36"/>
              </a:solidFill>
              <a:latin typeface="Noto Sans"/>
              <a:ea typeface="Noto Sans"/>
              <a:cs typeface="Noto Sans"/>
            </a:endParaRPr>
          </a:p>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“kiểm tra thêm rộng 412.”</a:t>
            </a:r>
            <a:endParaRPr sz="2400" b="0">
              <a:solidFill>
                <a:srgbClr val="031C36"/>
              </a:solidFill>
              <a:latin typeface="Noto Sans"/>
              <a:ea typeface="Noto Sans"/>
              <a:cs typeface="Noto Sans"/>
            </a:endParaRPr>
          </a:p>
        </p:txBody>
      </p:sp>
      <p:pic>
        <p:nvPicPr>
          <p:cNvPr id="12" name="Picture 11"/>
          <p:cNvPicPr>
            <a:picLocks noChangeAspect="1"/>
          </p:cNvPicPr>
          <p:nvPr/>
        </p:nvPicPr>
        <p:blipFill>
          <a:blip r:embed="rId4"/>
          <a:stretch>
            <a:fillRect/>
          </a:stretch>
        </p:blipFill>
        <p:spPr>
          <a:xfrm>
            <a:off x="9096375" y="3022831"/>
            <a:ext cx="8048625" cy="4527089"/>
          </a:xfrm>
          <a:prstGeom prst="rect">
            <a:avLst/>
          </a:prstGeom>
        </p:spPr>
      </p:pic>
      <p:sp>
        <p:nvSpPr>
          <p:cNvPr id="13" name="Output Stitch UI01 gốc"/>
          <p:cNvSpPr>
            <a:spLocks noGrp="1"/>
          </p:cNvSpPr>
          <p:nvPr/>
        </p:nvSpPr>
        <p:spPr>
          <a:xfrm>
            <a:off x="9429750" y="8001000"/>
            <a:ext cx="7429500" cy="428625"/>
          </a:xfrm>
          <a:prstGeom prst="rect">
            <a:avLst/>
          </a:prstGeom>
          <a:noFill/>
          <a:ln w="0">
            <a:noFill/>
          </a:ln>
        </p:spPr>
        <p:txBody>
          <a:bodyPr lIns="0" tIns="0" rIns="0" bIns="0">
            <a:noAutofit/>
          </a:bodyPr>
          <a:lstStyle>
            <a:defPPr>
              <a:defRPr sz="2175" b="0">
                <a:solidFill>
                  <a:srgbClr val="424751"/>
                </a:solidFill>
                <a:latin typeface="Noto Sans"/>
                <a:ea typeface="Noto Sans"/>
                <a:cs typeface="Noto Sans"/>
              </a:defRPr>
            </a:defPPr>
            <a:lvl1pPr>
              <a:defRPr sz="2175" b="0">
                <a:solidFill>
                  <a:srgbClr val="424751"/>
                </a:solidFill>
                <a:latin typeface="Noto Sans"/>
                <a:ea typeface="Noto Sans"/>
                <a:cs typeface="Noto Sans"/>
              </a:defRPr>
            </a:lvl1pPr>
            <a:lvl2pPr>
              <a:defRPr sz="2175" b="0">
                <a:solidFill>
                  <a:srgbClr val="424751"/>
                </a:solidFill>
                <a:latin typeface="Noto Sans"/>
                <a:ea typeface="Noto Sans"/>
                <a:cs typeface="Noto Sans"/>
              </a:defRPr>
            </a:lvl2pPr>
            <a:lvl3pPr>
              <a:defRPr sz="2175" b="0">
                <a:solidFill>
                  <a:srgbClr val="424751"/>
                </a:solidFill>
                <a:latin typeface="Noto Sans"/>
                <a:ea typeface="Noto Sans"/>
                <a:cs typeface="Noto Sans"/>
              </a:defRPr>
            </a:lvl3pPr>
            <a:lvl4pPr>
              <a:defRPr sz="2175" b="0">
                <a:solidFill>
                  <a:srgbClr val="424751"/>
                </a:solidFill>
                <a:latin typeface="Noto Sans"/>
                <a:ea typeface="Noto Sans"/>
                <a:cs typeface="Noto Sans"/>
              </a:defRPr>
            </a:lvl4pPr>
            <a:lvl5pPr>
              <a:defRPr sz="2175" b="0">
                <a:solidFill>
                  <a:srgbClr val="424751"/>
                </a:solidFill>
                <a:latin typeface="Noto Sans"/>
                <a:ea typeface="Noto Sans"/>
                <a:cs typeface="Noto Sans"/>
              </a:defRPr>
            </a:lvl5pPr>
            <a:lvl6pPr>
              <a:defRPr sz="2175" b="0">
                <a:solidFill>
                  <a:srgbClr val="424751"/>
                </a:solidFill>
                <a:latin typeface="Noto Sans"/>
                <a:ea typeface="Noto Sans"/>
                <a:cs typeface="Noto Sans"/>
              </a:defRPr>
            </a:lvl6pPr>
            <a:lvl7pPr>
              <a:defRPr sz="2175" b="0">
                <a:solidFill>
                  <a:srgbClr val="424751"/>
                </a:solidFill>
                <a:latin typeface="Noto Sans"/>
                <a:ea typeface="Noto Sans"/>
                <a:cs typeface="Noto Sans"/>
              </a:defRPr>
            </a:lvl7pPr>
            <a:lvl8pPr>
              <a:defRPr sz="2175" b="0">
                <a:solidFill>
                  <a:srgbClr val="424751"/>
                </a:solidFill>
                <a:latin typeface="Noto Sans"/>
                <a:ea typeface="Noto Sans"/>
                <a:cs typeface="Noto Sans"/>
              </a:defRPr>
            </a:lvl8pPr>
            <a:lvl9pPr>
              <a:defRPr sz="2175" b="0">
                <a:solidFill>
                  <a:srgbClr val="424751"/>
                </a:solidFill>
                <a:latin typeface="Noto Sans"/>
                <a:ea typeface="Noto Sans"/>
                <a:cs typeface="Noto Sans"/>
              </a:defRPr>
            </a:lvl9pPr>
          </a:lstStyle>
          <a:p>
            <a:pPr>
              <a:defRPr sz="2175" b="0">
                <a:solidFill>
                  <a:srgbClr val="424751"/>
                </a:solidFill>
                <a:latin typeface="Noto Sans"/>
                <a:ea typeface="Noto Sans"/>
                <a:cs typeface="Noto Sans"/>
              </a:defRPr>
            </a:pPr>
            <a:r>
              <a:rPr sz="2175" b="0">
                <a:solidFill>
                  <a:srgbClr val="424751"/>
                </a:solidFill>
                <a:latin typeface="Noto Sans"/>
                <a:ea typeface="Noto Sans"/>
                <a:cs typeface="Noto Sans"/>
              </a:rPr>
              <a:t>Output Stitch UI01 gốc</a:t>
            </a:r>
            <a:endParaRPr sz="2175" b="0">
              <a:solidFill>
                <a:srgbClr val="424751"/>
              </a:solidFill>
              <a:latin typeface="Noto Sans"/>
              <a:ea typeface="Noto Sans"/>
              <a:cs typeface="Noto Sans"/>
            </a:endParaRPr>
          </a:p>
        </p:txBody>
      </p:sp>
      <p:sp>
        <p:nvSpPr>
          <p:cNvPr id="14" name="Đã xác nhận gửi nguyên văn 100%. Toàn văn có trong nguồn và "/>
          <p:cNvSpPr>
            <a:spLocks noGrp="1"/>
          </p:cNvSpPr>
          <p:nvPr/>
        </p:nvSpPr>
        <p:spPr>
          <a:xfrm>
            <a:off x="1066800" y="8763000"/>
            <a:ext cx="15525750" cy="476250"/>
          </a:xfrm>
          <a:prstGeom prst="rect">
            <a:avLst/>
          </a:prstGeom>
          <a:noFill/>
          <a:ln w="0">
            <a:noFill/>
          </a:ln>
        </p:spPr>
        <p:txBody>
          <a:bodyPr lIns="0" tIns="0" rIns="0" bIns="0">
            <a:noAutofit/>
          </a:bodyPr>
          <a:lstStyle>
            <a:defPPr>
              <a:defRPr sz="1950" b="0">
                <a:solidFill>
                  <a:srgbClr val="424751"/>
                </a:solidFill>
                <a:latin typeface="Noto Sans"/>
                <a:ea typeface="Noto Sans"/>
                <a:cs typeface="Noto Sans"/>
              </a:defRPr>
            </a:defPPr>
            <a:lvl1pPr>
              <a:defRPr sz="1950" b="0">
                <a:solidFill>
                  <a:srgbClr val="424751"/>
                </a:solidFill>
                <a:latin typeface="Noto Sans"/>
                <a:ea typeface="Noto Sans"/>
                <a:cs typeface="Noto Sans"/>
              </a:defRPr>
            </a:lvl1pPr>
            <a:lvl2pPr>
              <a:defRPr sz="1950" b="0">
                <a:solidFill>
                  <a:srgbClr val="424751"/>
                </a:solidFill>
                <a:latin typeface="Noto Sans"/>
                <a:ea typeface="Noto Sans"/>
                <a:cs typeface="Noto Sans"/>
              </a:defRPr>
            </a:lvl2pPr>
            <a:lvl3pPr>
              <a:defRPr sz="1950" b="0">
                <a:solidFill>
                  <a:srgbClr val="424751"/>
                </a:solidFill>
                <a:latin typeface="Noto Sans"/>
                <a:ea typeface="Noto Sans"/>
                <a:cs typeface="Noto Sans"/>
              </a:defRPr>
            </a:lvl3pPr>
            <a:lvl4pPr>
              <a:defRPr sz="1950" b="0">
                <a:solidFill>
                  <a:srgbClr val="424751"/>
                </a:solidFill>
                <a:latin typeface="Noto Sans"/>
                <a:ea typeface="Noto Sans"/>
                <a:cs typeface="Noto Sans"/>
              </a:defRPr>
            </a:lvl4pPr>
            <a:lvl5pPr>
              <a:defRPr sz="1950" b="0">
                <a:solidFill>
                  <a:srgbClr val="424751"/>
                </a:solidFill>
                <a:latin typeface="Noto Sans"/>
                <a:ea typeface="Noto Sans"/>
                <a:cs typeface="Noto Sans"/>
              </a:defRPr>
            </a:lvl5pPr>
            <a:lvl6pPr>
              <a:defRPr sz="1950" b="0">
                <a:solidFill>
                  <a:srgbClr val="424751"/>
                </a:solidFill>
                <a:latin typeface="Noto Sans"/>
                <a:ea typeface="Noto Sans"/>
                <a:cs typeface="Noto Sans"/>
              </a:defRPr>
            </a:lvl6pPr>
            <a:lvl7pPr>
              <a:defRPr sz="1950" b="0">
                <a:solidFill>
                  <a:srgbClr val="424751"/>
                </a:solidFill>
                <a:latin typeface="Noto Sans"/>
                <a:ea typeface="Noto Sans"/>
                <a:cs typeface="Noto Sans"/>
              </a:defRPr>
            </a:lvl7pPr>
            <a:lvl8pPr>
              <a:defRPr sz="1950" b="0">
                <a:solidFill>
                  <a:srgbClr val="424751"/>
                </a:solidFill>
                <a:latin typeface="Noto Sans"/>
                <a:ea typeface="Noto Sans"/>
                <a:cs typeface="Noto Sans"/>
              </a:defRPr>
            </a:lvl8pPr>
            <a:lvl9pPr>
              <a:defRPr sz="1950" b="0">
                <a:solidFill>
                  <a:srgbClr val="424751"/>
                </a:solidFill>
                <a:latin typeface="Noto Sans"/>
                <a:ea typeface="Noto Sans"/>
                <a:cs typeface="Noto Sans"/>
              </a:defRPr>
            </a:lvl9pPr>
          </a:lstStyle>
          <a:p>
            <a:pPr>
              <a:defRPr sz="1950" b="0">
                <a:solidFill>
                  <a:srgbClr val="424751"/>
                </a:solidFill>
                <a:latin typeface="Noto Sans"/>
                <a:ea typeface="Noto Sans"/>
                <a:cs typeface="Noto Sans"/>
              </a:defRPr>
            </a:pPr>
            <a:r>
              <a:rPr sz="1950" b="0">
                <a:solidFill>
                  <a:srgbClr val="424751"/>
                </a:solidFill>
                <a:latin typeface="Noto Sans"/>
                <a:ea typeface="Noto Sans"/>
                <a:cs typeface="Noto Sans"/>
              </a:rPr>
              <a:t>Đã xác nhận gửi nguyên văn 100%. Toàn văn có trong nguồn và notes.</a:t>
            </a:r>
            <a:endParaRPr sz="1950" b="0">
              <a:solidFill>
                <a:srgbClr val="424751"/>
              </a:solidFill>
              <a:latin typeface="Noto Sans"/>
              <a:ea typeface="Noto Sans"/>
              <a:cs typeface="No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 name="Ba vòng cải tiến có mục tiêu khác nhau"/>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Ba vòng cải tiến có mục tiêu khác nhau</a:t>
            </a:r>
            <a:endParaRPr sz="4350" b="1">
              <a:solidFill>
                <a:srgbClr val="1E5AA8"/>
              </a:solidFill>
              <a:latin typeface="Noto Sans"/>
              <a:ea typeface="Noto Sans"/>
              <a:cs typeface="Noto Sans"/>
            </a:endParaRPr>
          </a:p>
        </p:txBody>
      </p:sp>
      <p:sp>
        <p:nvSpPr>
          <p:cNvPr id="2" name="Mỗi vòng giữ ảnh trước/sau và chỉ kết luận theo bằng chứng q"/>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Mỗi vòng giữ ảnh trước/sau và chỉ kết luận theo bằng chứng quan sát được.</a:t>
            </a:r>
            <a:endParaRPr sz="2250" b="0">
              <a:solidFill>
                <a:srgbClr val="424751"/>
              </a:solidFill>
              <a:latin typeface="Noto Sans"/>
              <a:ea typeface="Noto Sans"/>
              <a:cs typeface="Noto Sans"/>
            </a:endParaRPr>
          </a:p>
        </p:txBody>
      </p:sp>
      <p:sp>
        <p:nvSpPr>
          <p:cNvPr id="3" name="06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06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3 vòng và bộ ảnh nguồn"/>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3 vòng và bộ ảnh nguồn</a:t>
            </a:r>
            <a:endParaRPr sz="1650" b="0">
              <a:solidFill>
                <a:srgbClr val="1E5AA8"/>
              </a:solidFill>
              <a:latin typeface="Noto Sans"/>
              <a:ea typeface="Noto Sans"/>
              <a:cs typeface="Noto Sans"/>
              <a:hlinkClick r:id="rId1"/>
            </a:endParaRPr>
          </a:p>
        </p:txBody>
      </p:sp>
      <p:sp>
        <p:nvSpPr>
          <p:cNvPr id="6" name="Phản biện C01–C03"/>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Phản biện C01–C03</a:t>
            </a:r>
            <a:endParaRPr sz="1650" b="0">
              <a:solidFill>
                <a:srgbClr val="1E5AA8"/>
              </a:solidFill>
              <a:latin typeface="Noto Sans"/>
              <a:ea typeface="Noto Sans"/>
              <a:cs typeface="Noto Sans"/>
              <a:hlinkClick r:id="rId2"/>
            </a:endParaRPr>
          </a:p>
        </p:txBody>
      </p:sp>
      <p:sp>
        <p:nvSpPr>
          <p:cNvPr id="7" name="Nielsen heuristics"/>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Nielsen heuristics</a:t>
            </a:r>
            <a:endParaRPr sz="1650" b="0">
              <a:solidFill>
                <a:srgbClr val="1E5AA8"/>
              </a:solidFill>
              <a:latin typeface="Noto Sans"/>
              <a:ea typeface="Noto Sans"/>
              <a:cs typeface="Noto Sans"/>
              <a:hlinkClick r:id="rId3"/>
            </a:endParaRPr>
          </a:p>
        </p:txBody>
      </p:sp>
      <p:sp>
        <p:nvSpPr>
          <p:cNvPr id="8" name="1  Typography nhất quán"/>
          <p:cNvSpPr>
            <a:spLocks noGrp="1"/>
          </p:cNvSpPr>
          <p:nvPr/>
        </p:nvSpPr>
        <p:spPr>
          <a:xfrm>
            <a:off x="1066800" y="2714625"/>
            <a:ext cx="6191250" cy="476250"/>
          </a:xfrm>
          <a:prstGeom prst="rect">
            <a:avLst/>
          </a:prstGeom>
          <a:noFill/>
          <a:ln w="0">
            <a:noFill/>
          </a:ln>
        </p:spPr>
        <p:txBody>
          <a:bodyPr lIns="0" tIns="0" rIns="0" bIns="0">
            <a:noAutofit/>
          </a:bodyPr>
          <a:lstStyle>
            <a:defPPr>
              <a:defRPr sz="2475" b="1">
                <a:solidFill>
                  <a:srgbClr val="1E5AA8"/>
                </a:solidFill>
                <a:latin typeface="Noto Sans"/>
                <a:ea typeface="Noto Sans"/>
                <a:cs typeface="Noto Sans"/>
              </a:defRPr>
            </a:defPPr>
            <a:lvl1pPr>
              <a:defRPr sz="2475" b="1">
                <a:solidFill>
                  <a:srgbClr val="1E5AA8"/>
                </a:solidFill>
                <a:latin typeface="Noto Sans"/>
                <a:ea typeface="Noto Sans"/>
                <a:cs typeface="Noto Sans"/>
              </a:defRPr>
            </a:lvl1pPr>
            <a:lvl2pPr>
              <a:defRPr sz="2475" b="1">
                <a:solidFill>
                  <a:srgbClr val="1E5AA8"/>
                </a:solidFill>
                <a:latin typeface="Noto Sans"/>
                <a:ea typeface="Noto Sans"/>
                <a:cs typeface="Noto Sans"/>
              </a:defRPr>
            </a:lvl2pPr>
            <a:lvl3pPr>
              <a:defRPr sz="2475" b="1">
                <a:solidFill>
                  <a:srgbClr val="1E5AA8"/>
                </a:solidFill>
                <a:latin typeface="Noto Sans"/>
                <a:ea typeface="Noto Sans"/>
                <a:cs typeface="Noto Sans"/>
              </a:defRPr>
            </a:lvl3pPr>
            <a:lvl4pPr>
              <a:defRPr sz="2475" b="1">
                <a:solidFill>
                  <a:srgbClr val="1E5AA8"/>
                </a:solidFill>
                <a:latin typeface="Noto Sans"/>
                <a:ea typeface="Noto Sans"/>
                <a:cs typeface="Noto Sans"/>
              </a:defRPr>
            </a:lvl4pPr>
            <a:lvl5pPr>
              <a:defRPr sz="2475" b="1">
                <a:solidFill>
                  <a:srgbClr val="1E5AA8"/>
                </a:solidFill>
                <a:latin typeface="Noto Sans"/>
                <a:ea typeface="Noto Sans"/>
                <a:cs typeface="Noto Sans"/>
              </a:defRPr>
            </a:lvl5pPr>
            <a:lvl6pPr>
              <a:defRPr sz="2475" b="1">
                <a:solidFill>
                  <a:srgbClr val="1E5AA8"/>
                </a:solidFill>
                <a:latin typeface="Noto Sans"/>
                <a:ea typeface="Noto Sans"/>
                <a:cs typeface="Noto Sans"/>
              </a:defRPr>
            </a:lvl6pPr>
            <a:lvl7pPr>
              <a:defRPr sz="2475" b="1">
                <a:solidFill>
                  <a:srgbClr val="1E5AA8"/>
                </a:solidFill>
                <a:latin typeface="Noto Sans"/>
                <a:ea typeface="Noto Sans"/>
                <a:cs typeface="Noto Sans"/>
              </a:defRPr>
            </a:lvl7pPr>
            <a:lvl8pPr>
              <a:defRPr sz="2475" b="1">
                <a:solidFill>
                  <a:srgbClr val="1E5AA8"/>
                </a:solidFill>
                <a:latin typeface="Noto Sans"/>
                <a:ea typeface="Noto Sans"/>
                <a:cs typeface="Noto Sans"/>
              </a:defRPr>
            </a:lvl8pPr>
            <a:lvl9pPr>
              <a:defRPr sz="2475" b="1">
                <a:solidFill>
                  <a:srgbClr val="1E5AA8"/>
                </a:solidFill>
                <a:latin typeface="Noto Sans"/>
                <a:ea typeface="Noto Sans"/>
                <a:cs typeface="Noto Sans"/>
              </a:defRPr>
            </a:lvl9pPr>
          </a:lstStyle>
          <a:p>
            <a:pPr>
              <a:defRPr sz="2475" b="1">
                <a:solidFill>
                  <a:srgbClr val="1E5AA8"/>
                </a:solidFill>
                <a:latin typeface="Noto Sans"/>
                <a:ea typeface="Noto Sans"/>
                <a:cs typeface="Noto Sans"/>
              </a:defRPr>
            </a:pPr>
            <a:r>
              <a:rPr sz="2475" b="1">
                <a:solidFill>
                  <a:srgbClr val="1E5AA8"/>
                </a:solidFill>
                <a:latin typeface="Noto Sans"/>
                <a:ea typeface="Noto Sans"/>
                <a:cs typeface="Noto Sans"/>
              </a:rPr>
              <a:t>1  Typography nhất quán</a:t>
            </a:r>
            <a:endParaRPr sz="2475" b="1">
              <a:solidFill>
                <a:srgbClr val="1E5AA8"/>
              </a:solidFill>
              <a:latin typeface="Noto Sans"/>
              <a:ea typeface="Noto Sans"/>
              <a:cs typeface="Noto Sans"/>
            </a:endParaRPr>
          </a:p>
        </p:txBody>
      </p:sp>
      <p:sp>
        <p:nvSpPr>
          <p:cNvPr id="9" name="S07: serif khác brief.&#10;Sửa cấu hình font fallback."/>
          <p:cNvSpPr>
            <a:spLocks noGrp="1"/>
          </p:cNvSpPr>
          <p:nvPr/>
        </p:nvSpPr>
        <p:spPr>
          <a:xfrm>
            <a:off x="1066800" y="3333750"/>
            <a:ext cx="6191250" cy="1095375"/>
          </a:xfrm>
          <a:prstGeom prst="rect">
            <a:avLst/>
          </a:prstGeom>
          <a:noFill/>
          <a:ln w="0">
            <a:noFill/>
          </a:ln>
        </p:spPr>
        <p:txBody>
          <a:bodyPr lIns="0" tIns="0" rIns="0" bIns="0">
            <a:noAutofit/>
          </a:bodyPr>
          <a:lstStyle>
            <a:defPPr>
              <a:defRPr sz="2175" b="0">
                <a:solidFill>
                  <a:srgbClr val="031C36"/>
                </a:solidFill>
                <a:latin typeface="Noto Sans"/>
                <a:ea typeface="Noto Sans"/>
                <a:cs typeface="Noto Sans"/>
              </a:defRPr>
            </a:defPPr>
            <a:lvl1pPr>
              <a:defRPr sz="2175" b="0">
                <a:solidFill>
                  <a:srgbClr val="031C36"/>
                </a:solidFill>
                <a:latin typeface="Noto Sans"/>
                <a:ea typeface="Noto Sans"/>
                <a:cs typeface="Noto Sans"/>
              </a:defRPr>
            </a:lvl1pPr>
            <a:lvl2pPr>
              <a:defRPr sz="2175" b="0">
                <a:solidFill>
                  <a:srgbClr val="031C36"/>
                </a:solidFill>
                <a:latin typeface="Noto Sans"/>
                <a:ea typeface="Noto Sans"/>
                <a:cs typeface="Noto Sans"/>
              </a:defRPr>
            </a:lvl2pPr>
            <a:lvl3pPr>
              <a:defRPr sz="2175" b="0">
                <a:solidFill>
                  <a:srgbClr val="031C36"/>
                </a:solidFill>
                <a:latin typeface="Noto Sans"/>
                <a:ea typeface="Noto Sans"/>
                <a:cs typeface="Noto Sans"/>
              </a:defRPr>
            </a:lvl3pPr>
            <a:lvl4pPr>
              <a:defRPr sz="2175" b="0">
                <a:solidFill>
                  <a:srgbClr val="031C36"/>
                </a:solidFill>
                <a:latin typeface="Noto Sans"/>
                <a:ea typeface="Noto Sans"/>
                <a:cs typeface="Noto Sans"/>
              </a:defRPr>
            </a:lvl4pPr>
            <a:lvl5pPr>
              <a:defRPr sz="2175" b="0">
                <a:solidFill>
                  <a:srgbClr val="031C36"/>
                </a:solidFill>
                <a:latin typeface="Noto Sans"/>
                <a:ea typeface="Noto Sans"/>
                <a:cs typeface="Noto Sans"/>
              </a:defRPr>
            </a:lvl5pPr>
            <a:lvl6pPr>
              <a:defRPr sz="2175" b="0">
                <a:solidFill>
                  <a:srgbClr val="031C36"/>
                </a:solidFill>
                <a:latin typeface="Noto Sans"/>
                <a:ea typeface="Noto Sans"/>
                <a:cs typeface="Noto Sans"/>
              </a:defRPr>
            </a:lvl6pPr>
            <a:lvl7pPr>
              <a:defRPr sz="2175" b="0">
                <a:solidFill>
                  <a:srgbClr val="031C36"/>
                </a:solidFill>
                <a:latin typeface="Noto Sans"/>
                <a:ea typeface="Noto Sans"/>
                <a:cs typeface="Noto Sans"/>
              </a:defRPr>
            </a:lvl7pPr>
            <a:lvl8pPr>
              <a:defRPr sz="2175" b="0">
                <a:solidFill>
                  <a:srgbClr val="031C36"/>
                </a:solidFill>
                <a:latin typeface="Noto Sans"/>
                <a:ea typeface="Noto Sans"/>
                <a:cs typeface="Noto Sans"/>
              </a:defRPr>
            </a:lvl8pPr>
            <a:lvl9pPr>
              <a:defRPr sz="2175" b="0">
                <a:solidFill>
                  <a:srgbClr val="031C36"/>
                </a:solidFill>
                <a:latin typeface="Noto Sans"/>
                <a:ea typeface="Noto Sans"/>
                <a:cs typeface="Noto Sans"/>
              </a:defRPr>
            </a:lvl9pPr>
          </a:lstStyle>
          <a:p>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S07: serif khác brief.</a:t>
            </a:r>
            <a:endParaRPr sz="2175" b="0">
              <a:solidFill>
                <a:srgbClr val="031C36"/>
              </a:solidFill>
              <a:latin typeface="Noto Sans"/>
              <a:ea typeface="Noto Sans"/>
              <a:cs typeface="Noto Sans"/>
            </a:endParaRPr>
          </a:p>
          <a:p>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Sửa cấu hình font fallback.</a:t>
            </a:r>
            <a:endParaRPr sz="2175" b="0">
              <a:solidFill>
                <a:srgbClr val="031C36"/>
              </a:solidFill>
              <a:latin typeface="Noto Sans"/>
              <a:ea typeface="Noto Sans"/>
              <a:cs typeface="Noto Sans"/>
            </a:endParaRPr>
          </a:p>
        </p:txBody>
      </p:sp>
      <p:sp>
        <p:nvSpPr>
          <p:cNvPr id="10" name="TRƯỚC"/>
          <p:cNvSpPr>
            <a:spLocks noGrp="1"/>
          </p:cNvSpPr>
          <p:nvPr/>
        </p:nvSpPr>
        <p:spPr>
          <a:xfrm>
            <a:off x="7953375" y="2667000"/>
            <a:ext cx="3524250" cy="333375"/>
          </a:xfrm>
          <a:prstGeom prst="rect">
            <a:avLst/>
          </a:prstGeom>
          <a:noFill/>
          <a:ln w="0">
            <a:noFill/>
          </a:ln>
        </p:spPr>
        <p:txBody>
          <a:bodyPr lIns="0" tIns="0" rIns="0" bIns="0">
            <a:noAutofit/>
          </a:bodyPr>
          <a:lstStyle>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TRƯỚC</a:t>
            </a:r>
            <a:endParaRPr sz="1575" b="1">
              <a:solidFill>
                <a:srgbClr val="424751"/>
              </a:solidFill>
              <a:latin typeface="Noto Sans"/>
              <a:ea typeface="Noto Sans"/>
              <a:cs typeface="Noto Sans"/>
            </a:endParaRPr>
          </a:p>
        </p:txBody>
      </p:sp>
      <p:sp>
        <p:nvSpPr>
          <p:cNvPr id="11" name="SAU"/>
          <p:cNvSpPr>
            <a:spLocks noGrp="1"/>
          </p:cNvSpPr>
          <p:nvPr/>
        </p:nvSpPr>
        <p:spPr>
          <a:xfrm>
            <a:off x="12811125" y="2667000"/>
            <a:ext cx="3524250" cy="333375"/>
          </a:xfrm>
          <a:prstGeom prst="rect">
            <a:avLst/>
          </a:prstGeom>
          <a:noFill/>
          <a:ln w="0">
            <a:noFill/>
          </a:ln>
        </p:spPr>
        <p:txBody>
          <a:bodyPr lIns="0" tIns="0" rIns="0" bIns="0">
            <a:noAutofit/>
          </a:bodyPr>
          <a:lstStyle>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SAU</a:t>
            </a:r>
            <a:endParaRPr sz="1575" b="1">
              <a:solidFill>
                <a:srgbClr val="424751"/>
              </a:solidFill>
              <a:latin typeface="Noto Sans"/>
              <a:ea typeface="Noto Sans"/>
              <a:cs typeface="Noto Sans"/>
            </a:endParaRPr>
          </a:p>
        </p:txBody>
      </p:sp>
      <p:pic>
        <p:nvPicPr>
          <p:cNvPr id="12" name="Picture 11"/>
          <p:cNvPicPr>
            <a:picLocks noChangeAspect="1"/>
          </p:cNvPicPr>
          <p:nvPr/>
        </p:nvPicPr>
        <p:blipFill>
          <a:blip r:embed="rId4"/>
          <a:stretch>
            <a:fillRect/>
          </a:stretch>
        </p:blipFill>
        <p:spPr>
          <a:xfrm>
            <a:off x="8166253" y="3048000"/>
            <a:ext cx="3098494" cy="1428750"/>
          </a:xfrm>
          <a:prstGeom prst="rect">
            <a:avLst/>
          </a:prstGeom>
        </p:spPr>
      </p:pic>
      <p:pic>
        <p:nvPicPr>
          <p:cNvPr id="13" name="Picture 12"/>
          <p:cNvPicPr>
            <a:picLocks noChangeAspect="1"/>
          </p:cNvPicPr>
          <p:nvPr/>
        </p:nvPicPr>
        <p:blipFill>
          <a:blip r:embed="rId5"/>
          <a:stretch>
            <a:fillRect/>
          </a:stretch>
        </p:blipFill>
        <p:spPr>
          <a:xfrm>
            <a:off x="13024003" y="3048000"/>
            <a:ext cx="3098494" cy="1428750"/>
          </a:xfrm>
          <a:prstGeom prst="rect">
            <a:avLst/>
          </a:prstGeom>
        </p:spPr>
      </p:pic>
      <p:sp>
        <p:nvSpPr>
          <p:cNvPr id="14" name="Kiểm chứng Chrome cục bộ"/>
          <p:cNvSpPr>
            <a:spLocks noGrp="1"/>
          </p:cNvSpPr>
          <p:nvPr/>
        </p:nvSpPr>
        <p:spPr>
          <a:xfrm>
            <a:off x="7572375" y="4457700"/>
            <a:ext cx="9334500" cy="304800"/>
          </a:xfrm>
          <a:prstGeom prst="rect">
            <a:avLst/>
          </a:prstGeom>
          <a:noFill/>
          <a:ln w="0">
            <a:noFill/>
          </a:ln>
        </p:spPr>
        <p:txBody>
          <a:bodyPr lIns="0" tIns="0" rIns="0" bIns="0">
            <a:noAutofit/>
          </a:bodyPr>
          <a:lstStyle>
            <a:defPPr>
              <a:defRPr sz="1500" b="0">
                <a:solidFill>
                  <a:srgbClr val="424751"/>
                </a:solidFill>
                <a:latin typeface="Noto Sans"/>
                <a:ea typeface="Noto Sans"/>
                <a:cs typeface="Noto Sans"/>
              </a:defRPr>
            </a:defPPr>
            <a:lvl1pPr>
              <a:defRPr sz="1500" b="0">
                <a:solidFill>
                  <a:srgbClr val="424751"/>
                </a:solidFill>
                <a:latin typeface="Noto Sans"/>
                <a:ea typeface="Noto Sans"/>
                <a:cs typeface="Noto Sans"/>
              </a:defRPr>
            </a:lvl1pPr>
            <a:lvl2pPr>
              <a:defRPr sz="1500" b="0">
                <a:solidFill>
                  <a:srgbClr val="424751"/>
                </a:solidFill>
                <a:latin typeface="Noto Sans"/>
                <a:ea typeface="Noto Sans"/>
                <a:cs typeface="Noto Sans"/>
              </a:defRPr>
            </a:lvl2pPr>
            <a:lvl3pPr>
              <a:defRPr sz="1500" b="0">
                <a:solidFill>
                  <a:srgbClr val="424751"/>
                </a:solidFill>
                <a:latin typeface="Noto Sans"/>
                <a:ea typeface="Noto Sans"/>
                <a:cs typeface="Noto Sans"/>
              </a:defRPr>
            </a:lvl3pPr>
            <a:lvl4pPr>
              <a:defRPr sz="1500" b="0">
                <a:solidFill>
                  <a:srgbClr val="424751"/>
                </a:solidFill>
                <a:latin typeface="Noto Sans"/>
                <a:ea typeface="Noto Sans"/>
                <a:cs typeface="Noto Sans"/>
              </a:defRPr>
            </a:lvl4pPr>
            <a:lvl5pPr>
              <a:defRPr sz="1500" b="0">
                <a:solidFill>
                  <a:srgbClr val="424751"/>
                </a:solidFill>
                <a:latin typeface="Noto Sans"/>
                <a:ea typeface="Noto Sans"/>
                <a:cs typeface="Noto Sans"/>
              </a:defRPr>
            </a:lvl5pPr>
            <a:lvl6pPr>
              <a:defRPr sz="1500" b="0">
                <a:solidFill>
                  <a:srgbClr val="424751"/>
                </a:solidFill>
                <a:latin typeface="Noto Sans"/>
                <a:ea typeface="Noto Sans"/>
                <a:cs typeface="Noto Sans"/>
              </a:defRPr>
            </a:lvl6pPr>
            <a:lvl7pPr>
              <a:defRPr sz="1500" b="0">
                <a:solidFill>
                  <a:srgbClr val="424751"/>
                </a:solidFill>
                <a:latin typeface="Noto Sans"/>
                <a:ea typeface="Noto Sans"/>
                <a:cs typeface="Noto Sans"/>
              </a:defRPr>
            </a:lvl7pPr>
            <a:lvl8pPr>
              <a:defRPr sz="1500" b="0">
                <a:solidFill>
                  <a:srgbClr val="424751"/>
                </a:solidFill>
                <a:latin typeface="Noto Sans"/>
                <a:ea typeface="Noto Sans"/>
                <a:cs typeface="Noto Sans"/>
              </a:defRPr>
            </a:lvl8pPr>
            <a:lvl9pPr>
              <a:defRPr sz="1500" b="0">
                <a:solidFill>
                  <a:srgbClr val="424751"/>
                </a:solidFill>
                <a:latin typeface="Noto Sans"/>
                <a:ea typeface="Noto Sans"/>
                <a:cs typeface="Noto Sans"/>
              </a:defRPr>
            </a:lvl9pPr>
          </a:lstStyle>
          <a:p>
            <a:pPr>
              <a:defRPr sz="1500" b="0">
                <a:solidFill>
                  <a:srgbClr val="424751"/>
                </a:solidFill>
                <a:latin typeface="Noto Sans"/>
                <a:ea typeface="Noto Sans"/>
                <a:cs typeface="Noto Sans"/>
              </a:defRPr>
            </a:pPr>
            <a:r>
              <a:rPr sz="1500" b="0">
                <a:solidFill>
                  <a:srgbClr val="424751"/>
                </a:solidFill>
                <a:latin typeface="Noto Sans"/>
                <a:ea typeface="Noto Sans"/>
                <a:cs typeface="Noto Sans"/>
              </a:rPr>
              <a:t>Kiểm chứng Chrome cục bộ</a:t>
            </a:r>
            <a:endParaRPr sz="1500" b="0">
              <a:solidFill>
                <a:srgbClr val="424751"/>
              </a:solidFill>
              <a:latin typeface="Noto Sans"/>
              <a:ea typeface="Noto Sans"/>
              <a:cs typeface="Noto Sans"/>
            </a:endParaRPr>
          </a:p>
        </p:txBody>
      </p:sp>
      <p:sp>
        <p:nvSpPr>
          <p:cNvPr id="15" name="2  Giảm nội dung phụ"/>
          <p:cNvSpPr>
            <a:spLocks noGrp="1"/>
          </p:cNvSpPr>
          <p:nvPr/>
        </p:nvSpPr>
        <p:spPr>
          <a:xfrm>
            <a:off x="1066800" y="4857750"/>
            <a:ext cx="6191250" cy="476250"/>
          </a:xfrm>
          <a:prstGeom prst="rect">
            <a:avLst/>
          </a:prstGeom>
          <a:noFill/>
          <a:ln w="0">
            <a:noFill/>
          </a:ln>
        </p:spPr>
        <p:txBody>
          <a:bodyPr lIns="0" tIns="0" rIns="0" bIns="0">
            <a:noAutofit/>
          </a:bodyPr>
          <a:lstStyle>
            <a:defPPr>
              <a:defRPr sz="2475" b="1">
                <a:solidFill>
                  <a:srgbClr val="1E5AA8"/>
                </a:solidFill>
                <a:latin typeface="Noto Sans"/>
                <a:ea typeface="Noto Sans"/>
                <a:cs typeface="Noto Sans"/>
              </a:defRPr>
            </a:defPPr>
            <a:lvl1pPr>
              <a:defRPr sz="2475" b="1">
                <a:solidFill>
                  <a:srgbClr val="1E5AA8"/>
                </a:solidFill>
                <a:latin typeface="Noto Sans"/>
                <a:ea typeface="Noto Sans"/>
                <a:cs typeface="Noto Sans"/>
              </a:defRPr>
            </a:lvl1pPr>
            <a:lvl2pPr>
              <a:defRPr sz="2475" b="1">
                <a:solidFill>
                  <a:srgbClr val="1E5AA8"/>
                </a:solidFill>
                <a:latin typeface="Noto Sans"/>
                <a:ea typeface="Noto Sans"/>
                <a:cs typeface="Noto Sans"/>
              </a:defRPr>
            </a:lvl2pPr>
            <a:lvl3pPr>
              <a:defRPr sz="2475" b="1">
                <a:solidFill>
                  <a:srgbClr val="1E5AA8"/>
                </a:solidFill>
                <a:latin typeface="Noto Sans"/>
                <a:ea typeface="Noto Sans"/>
                <a:cs typeface="Noto Sans"/>
              </a:defRPr>
            </a:lvl3pPr>
            <a:lvl4pPr>
              <a:defRPr sz="2475" b="1">
                <a:solidFill>
                  <a:srgbClr val="1E5AA8"/>
                </a:solidFill>
                <a:latin typeface="Noto Sans"/>
                <a:ea typeface="Noto Sans"/>
                <a:cs typeface="Noto Sans"/>
              </a:defRPr>
            </a:lvl4pPr>
            <a:lvl5pPr>
              <a:defRPr sz="2475" b="1">
                <a:solidFill>
                  <a:srgbClr val="1E5AA8"/>
                </a:solidFill>
                <a:latin typeface="Noto Sans"/>
                <a:ea typeface="Noto Sans"/>
                <a:cs typeface="Noto Sans"/>
              </a:defRPr>
            </a:lvl5pPr>
            <a:lvl6pPr>
              <a:defRPr sz="2475" b="1">
                <a:solidFill>
                  <a:srgbClr val="1E5AA8"/>
                </a:solidFill>
                <a:latin typeface="Noto Sans"/>
                <a:ea typeface="Noto Sans"/>
                <a:cs typeface="Noto Sans"/>
              </a:defRPr>
            </a:lvl6pPr>
            <a:lvl7pPr>
              <a:defRPr sz="2475" b="1">
                <a:solidFill>
                  <a:srgbClr val="1E5AA8"/>
                </a:solidFill>
                <a:latin typeface="Noto Sans"/>
                <a:ea typeface="Noto Sans"/>
                <a:cs typeface="Noto Sans"/>
              </a:defRPr>
            </a:lvl7pPr>
            <a:lvl8pPr>
              <a:defRPr sz="2475" b="1">
                <a:solidFill>
                  <a:srgbClr val="1E5AA8"/>
                </a:solidFill>
                <a:latin typeface="Noto Sans"/>
                <a:ea typeface="Noto Sans"/>
                <a:cs typeface="Noto Sans"/>
              </a:defRPr>
            </a:lvl8pPr>
            <a:lvl9pPr>
              <a:defRPr sz="2475" b="1">
                <a:solidFill>
                  <a:srgbClr val="1E5AA8"/>
                </a:solidFill>
                <a:latin typeface="Noto Sans"/>
                <a:ea typeface="Noto Sans"/>
                <a:cs typeface="Noto Sans"/>
              </a:defRPr>
            </a:lvl9pPr>
          </a:lstStyle>
          <a:p>
            <a:pPr>
              <a:defRPr sz="2475" b="1">
                <a:solidFill>
                  <a:srgbClr val="1E5AA8"/>
                </a:solidFill>
                <a:latin typeface="Noto Sans"/>
                <a:ea typeface="Noto Sans"/>
                <a:cs typeface="Noto Sans"/>
              </a:defRPr>
            </a:pPr>
            <a:r>
              <a:rPr sz="2475" b="1">
                <a:solidFill>
                  <a:srgbClr val="1E5AA8"/>
                </a:solidFill>
                <a:latin typeface="Noto Sans"/>
                <a:ea typeface="Noto Sans"/>
                <a:cs typeface="Noto Sans"/>
              </a:rPr>
              <a:t>2  Giảm nội dung phụ</a:t>
            </a:r>
            <a:endParaRPr sz="2475" b="1">
              <a:solidFill>
                <a:srgbClr val="1E5AA8"/>
              </a:solidFill>
              <a:latin typeface="Noto Sans"/>
              <a:ea typeface="Noto Sans"/>
              <a:cs typeface="Noto Sans"/>
            </a:endParaRPr>
          </a:p>
        </p:txBody>
      </p:sp>
      <p:sp>
        <p:nvSpPr>
          <p:cNvPr id="16" name="S07: banner chiếm chỗ, tên bị cắt.&#10;Giữ tên và hành động chín"/>
          <p:cNvSpPr>
            <a:spLocks noGrp="1"/>
          </p:cNvSpPr>
          <p:nvPr/>
        </p:nvSpPr>
        <p:spPr>
          <a:xfrm>
            <a:off x="1066800" y="5476875"/>
            <a:ext cx="6191250" cy="1095375"/>
          </a:xfrm>
          <a:prstGeom prst="rect">
            <a:avLst/>
          </a:prstGeom>
          <a:noFill/>
          <a:ln w="0">
            <a:noFill/>
          </a:ln>
        </p:spPr>
        <p:txBody>
          <a:bodyPr lIns="0" tIns="0" rIns="0" bIns="0">
            <a:noAutofit/>
          </a:bodyPr>
          <a:lstStyle>
            <a:defPPr>
              <a:defRPr sz="2175" b="0">
                <a:solidFill>
                  <a:srgbClr val="031C36"/>
                </a:solidFill>
                <a:latin typeface="Noto Sans"/>
                <a:ea typeface="Noto Sans"/>
                <a:cs typeface="Noto Sans"/>
              </a:defRPr>
            </a:defPPr>
            <a:lvl1pPr>
              <a:defRPr sz="2175" b="0">
                <a:solidFill>
                  <a:srgbClr val="031C36"/>
                </a:solidFill>
                <a:latin typeface="Noto Sans"/>
                <a:ea typeface="Noto Sans"/>
                <a:cs typeface="Noto Sans"/>
              </a:defRPr>
            </a:lvl1pPr>
            <a:lvl2pPr>
              <a:defRPr sz="2175" b="0">
                <a:solidFill>
                  <a:srgbClr val="031C36"/>
                </a:solidFill>
                <a:latin typeface="Noto Sans"/>
                <a:ea typeface="Noto Sans"/>
                <a:cs typeface="Noto Sans"/>
              </a:defRPr>
            </a:lvl2pPr>
            <a:lvl3pPr>
              <a:defRPr sz="2175" b="0">
                <a:solidFill>
                  <a:srgbClr val="031C36"/>
                </a:solidFill>
                <a:latin typeface="Noto Sans"/>
                <a:ea typeface="Noto Sans"/>
                <a:cs typeface="Noto Sans"/>
              </a:defRPr>
            </a:lvl3pPr>
            <a:lvl4pPr>
              <a:defRPr sz="2175" b="0">
                <a:solidFill>
                  <a:srgbClr val="031C36"/>
                </a:solidFill>
                <a:latin typeface="Noto Sans"/>
                <a:ea typeface="Noto Sans"/>
                <a:cs typeface="Noto Sans"/>
              </a:defRPr>
            </a:lvl4pPr>
            <a:lvl5pPr>
              <a:defRPr sz="2175" b="0">
                <a:solidFill>
                  <a:srgbClr val="031C36"/>
                </a:solidFill>
                <a:latin typeface="Noto Sans"/>
                <a:ea typeface="Noto Sans"/>
                <a:cs typeface="Noto Sans"/>
              </a:defRPr>
            </a:lvl5pPr>
            <a:lvl6pPr>
              <a:defRPr sz="2175" b="0">
                <a:solidFill>
                  <a:srgbClr val="031C36"/>
                </a:solidFill>
                <a:latin typeface="Noto Sans"/>
                <a:ea typeface="Noto Sans"/>
                <a:cs typeface="Noto Sans"/>
              </a:defRPr>
            </a:lvl6pPr>
            <a:lvl7pPr>
              <a:defRPr sz="2175" b="0">
                <a:solidFill>
                  <a:srgbClr val="031C36"/>
                </a:solidFill>
                <a:latin typeface="Noto Sans"/>
                <a:ea typeface="Noto Sans"/>
                <a:cs typeface="Noto Sans"/>
              </a:defRPr>
            </a:lvl7pPr>
            <a:lvl8pPr>
              <a:defRPr sz="2175" b="0">
                <a:solidFill>
                  <a:srgbClr val="031C36"/>
                </a:solidFill>
                <a:latin typeface="Noto Sans"/>
                <a:ea typeface="Noto Sans"/>
                <a:cs typeface="Noto Sans"/>
              </a:defRPr>
            </a:lvl8pPr>
            <a:lvl9pPr>
              <a:defRPr sz="2175" b="0">
                <a:solidFill>
                  <a:srgbClr val="031C36"/>
                </a:solidFill>
                <a:latin typeface="Noto Sans"/>
                <a:ea typeface="Noto Sans"/>
                <a:cs typeface="Noto Sans"/>
              </a:defRPr>
            </a:lvl9pPr>
          </a:lstStyle>
          <a:p>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S07: banner chiếm chỗ, tên bị cắt.</a:t>
            </a:r>
            <a:endParaRPr sz="2175" b="0">
              <a:solidFill>
                <a:srgbClr val="031C36"/>
              </a:solidFill>
              <a:latin typeface="Noto Sans"/>
              <a:ea typeface="Noto Sans"/>
              <a:cs typeface="Noto Sans"/>
            </a:endParaRPr>
          </a:p>
          <a:p>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Giữ tên và hành động chính.</a:t>
            </a:r>
            <a:endParaRPr sz="2175" b="0">
              <a:solidFill>
                <a:srgbClr val="031C36"/>
              </a:solidFill>
              <a:latin typeface="Noto Sans"/>
              <a:ea typeface="Noto Sans"/>
              <a:cs typeface="Noto Sans"/>
            </a:endParaRPr>
          </a:p>
        </p:txBody>
      </p:sp>
      <p:sp>
        <p:nvSpPr>
          <p:cNvPr id="17" name="TRƯỚC"/>
          <p:cNvSpPr>
            <a:spLocks noGrp="1"/>
          </p:cNvSpPr>
          <p:nvPr/>
        </p:nvSpPr>
        <p:spPr>
          <a:xfrm>
            <a:off x="7953375" y="4810125"/>
            <a:ext cx="3524250" cy="333375"/>
          </a:xfrm>
          <a:prstGeom prst="rect">
            <a:avLst/>
          </a:prstGeom>
          <a:noFill/>
          <a:ln w="0">
            <a:noFill/>
          </a:ln>
        </p:spPr>
        <p:txBody>
          <a:bodyPr lIns="0" tIns="0" rIns="0" bIns="0">
            <a:noAutofit/>
          </a:bodyPr>
          <a:lstStyle>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TRƯỚC</a:t>
            </a:r>
            <a:endParaRPr sz="1575" b="1">
              <a:solidFill>
                <a:srgbClr val="424751"/>
              </a:solidFill>
              <a:latin typeface="Noto Sans"/>
              <a:ea typeface="Noto Sans"/>
              <a:cs typeface="Noto Sans"/>
            </a:endParaRPr>
          </a:p>
        </p:txBody>
      </p:sp>
      <p:sp>
        <p:nvSpPr>
          <p:cNvPr id="18" name="SAU"/>
          <p:cNvSpPr>
            <a:spLocks noGrp="1"/>
          </p:cNvSpPr>
          <p:nvPr/>
        </p:nvSpPr>
        <p:spPr>
          <a:xfrm>
            <a:off x="12811125" y="4810125"/>
            <a:ext cx="3524250" cy="333375"/>
          </a:xfrm>
          <a:prstGeom prst="rect">
            <a:avLst/>
          </a:prstGeom>
          <a:noFill/>
          <a:ln w="0">
            <a:noFill/>
          </a:ln>
        </p:spPr>
        <p:txBody>
          <a:bodyPr lIns="0" tIns="0" rIns="0" bIns="0">
            <a:noAutofit/>
          </a:bodyPr>
          <a:lstStyle>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SAU</a:t>
            </a:r>
            <a:endParaRPr sz="1575" b="1">
              <a:solidFill>
                <a:srgbClr val="424751"/>
              </a:solidFill>
              <a:latin typeface="Noto Sans"/>
              <a:ea typeface="Noto Sans"/>
              <a:cs typeface="Noto Sans"/>
            </a:endParaRPr>
          </a:p>
        </p:txBody>
      </p:sp>
      <p:pic>
        <p:nvPicPr>
          <p:cNvPr id="19" name="Picture 18"/>
          <p:cNvPicPr>
            <a:picLocks noChangeAspect="1"/>
          </p:cNvPicPr>
          <p:nvPr/>
        </p:nvPicPr>
        <p:blipFill>
          <a:blip r:embed="rId6"/>
          <a:stretch>
            <a:fillRect/>
          </a:stretch>
        </p:blipFill>
        <p:spPr>
          <a:xfrm>
            <a:off x="8262534" y="5191125"/>
            <a:ext cx="2905932" cy="1428750"/>
          </a:xfrm>
          <a:prstGeom prst="rect">
            <a:avLst/>
          </a:prstGeom>
        </p:spPr>
      </p:pic>
      <p:pic>
        <p:nvPicPr>
          <p:cNvPr id="20" name="Picture 19"/>
          <p:cNvPicPr>
            <a:picLocks noChangeAspect="1"/>
          </p:cNvPicPr>
          <p:nvPr/>
        </p:nvPicPr>
        <p:blipFill>
          <a:blip r:embed="rId7"/>
          <a:stretch>
            <a:fillRect/>
          </a:stretch>
        </p:blipFill>
        <p:spPr>
          <a:xfrm>
            <a:off x="12869369" y="5191125"/>
            <a:ext cx="3407762" cy="1428750"/>
          </a:xfrm>
          <a:prstGeom prst="rect">
            <a:avLst/>
          </a:prstGeom>
        </p:spPr>
      </p:pic>
      <p:sp>
        <p:nvSpPr>
          <p:cNvPr id="21" name="Trước OI01 / Sau Stitch OI02"/>
          <p:cNvSpPr>
            <a:spLocks noGrp="1"/>
          </p:cNvSpPr>
          <p:nvPr/>
        </p:nvSpPr>
        <p:spPr>
          <a:xfrm>
            <a:off x="7572375" y="6600825"/>
            <a:ext cx="9334500" cy="304800"/>
          </a:xfrm>
          <a:prstGeom prst="rect">
            <a:avLst/>
          </a:prstGeom>
          <a:noFill/>
          <a:ln w="0">
            <a:noFill/>
          </a:ln>
        </p:spPr>
        <p:txBody>
          <a:bodyPr lIns="0" tIns="0" rIns="0" bIns="0">
            <a:noAutofit/>
          </a:bodyPr>
          <a:lstStyle>
            <a:defPPr>
              <a:defRPr sz="1500" b="0">
                <a:solidFill>
                  <a:srgbClr val="424751"/>
                </a:solidFill>
                <a:latin typeface="Noto Sans"/>
                <a:ea typeface="Noto Sans"/>
                <a:cs typeface="Noto Sans"/>
              </a:defRPr>
            </a:defPPr>
            <a:lvl1pPr>
              <a:defRPr sz="1500" b="0">
                <a:solidFill>
                  <a:srgbClr val="424751"/>
                </a:solidFill>
                <a:latin typeface="Noto Sans"/>
                <a:ea typeface="Noto Sans"/>
                <a:cs typeface="Noto Sans"/>
              </a:defRPr>
            </a:lvl1pPr>
            <a:lvl2pPr>
              <a:defRPr sz="1500" b="0">
                <a:solidFill>
                  <a:srgbClr val="424751"/>
                </a:solidFill>
                <a:latin typeface="Noto Sans"/>
                <a:ea typeface="Noto Sans"/>
                <a:cs typeface="Noto Sans"/>
              </a:defRPr>
            </a:lvl2pPr>
            <a:lvl3pPr>
              <a:defRPr sz="1500" b="0">
                <a:solidFill>
                  <a:srgbClr val="424751"/>
                </a:solidFill>
                <a:latin typeface="Noto Sans"/>
                <a:ea typeface="Noto Sans"/>
                <a:cs typeface="Noto Sans"/>
              </a:defRPr>
            </a:lvl3pPr>
            <a:lvl4pPr>
              <a:defRPr sz="1500" b="0">
                <a:solidFill>
                  <a:srgbClr val="424751"/>
                </a:solidFill>
                <a:latin typeface="Noto Sans"/>
                <a:ea typeface="Noto Sans"/>
                <a:cs typeface="Noto Sans"/>
              </a:defRPr>
            </a:lvl4pPr>
            <a:lvl5pPr>
              <a:defRPr sz="1500" b="0">
                <a:solidFill>
                  <a:srgbClr val="424751"/>
                </a:solidFill>
                <a:latin typeface="Noto Sans"/>
                <a:ea typeface="Noto Sans"/>
                <a:cs typeface="Noto Sans"/>
              </a:defRPr>
            </a:lvl5pPr>
            <a:lvl6pPr>
              <a:defRPr sz="1500" b="0">
                <a:solidFill>
                  <a:srgbClr val="424751"/>
                </a:solidFill>
                <a:latin typeface="Noto Sans"/>
                <a:ea typeface="Noto Sans"/>
                <a:cs typeface="Noto Sans"/>
              </a:defRPr>
            </a:lvl6pPr>
            <a:lvl7pPr>
              <a:defRPr sz="1500" b="0">
                <a:solidFill>
                  <a:srgbClr val="424751"/>
                </a:solidFill>
                <a:latin typeface="Noto Sans"/>
                <a:ea typeface="Noto Sans"/>
                <a:cs typeface="Noto Sans"/>
              </a:defRPr>
            </a:lvl7pPr>
            <a:lvl8pPr>
              <a:defRPr sz="1500" b="0">
                <a:solidFill>
                  <a:srgbClr val="424751"/>
                </a:solidFill>
                <a:latin typeface="Noto Sans"/>
                <a:ea typeface="Noto Sans"/>
                <a:cs typeface="Noto Sans"/>
              </a:defRPr>
            </a:lvl8pPr>
            <a:lvl9pPr>
              <a:defRPr sz="1500" b="0">
                <a:solidFill>
                  <a:srgbClr val="424751"/>
                </a:solidFill>
                <a:latin typeface="Noto Sans"/>
                <a:ea typeface="Noto Sans"/>
                <a:cs typeface="Noto Sans"/>
              </a:defRPr>
            </a:lvl9pPr>
          </a:lstStyle>
          <a:p>
            <a:pPr>
              <a:defRPr sz="1500" b="0">
                <a:solidFill>
                  <a:srgbClr val="424751"/>
                </a:solidFill>
                <a:latin typeface="Noto Sans"/>
                <a:ea typeface="Noto Sans"/>
                <a:cs typeface="Noto Sans"/>
              </a:defRPr>
            </a:pPr>
            <a:r>
              <a:rPr sz="1500" b="0">
                <a:solidFill>
                  <a:srgbClr val="424751"/>
                </a:solidFill>
                <a:latin typeface="Noto Sans"/>
                <a:ea typeface="Noto Sans"/>
                <a:cs typeface="Noto Sans"/>
              </a:rPr>
              <a:t>Trước OI01 / Sau Stitch OI02</a:t>
            </a:r>
            <a:endParaRPr sz="1500" b="0">
              <a:solidFill>
                <a:srgbClr val="424751"/>
              </a:solidFill>
              <a:latin typeface="Noto Sans"/>
              <a:ea typeface="Noto Sans"/>
              <a:cs typeface="Noto Sans"/>
            </a:endParaRPr>
          </a:p>
        </p:txBody>
      </p:sp>
      <p:sp>
        <p:nvSpPr>
          <p:cNvPr id="22" name="3  Giữ ngữ cảnh khi lỗi"/>
          <p:cNvSpPr>
            <a:spLocks noGrp="1"/>
          </p:cNvSpPr>
          <p:nvPr/>
        </p:nvSpPr>
        <p:spPr>
          <a:xfrm>
            <a:off x="1066800" y="7000875"/>
            <a:ext cx="6191250" cy="476250"/>
          </a:xfrm>
          <a:prstGeom prst="rect">
            <a:avLst/>
          </a:prstGeom>
          <a:noFill/>
          <a:ln w="0">
            <a:noFill/>
          </a:ln>
        </p:spPr>
        <p:txBody>
          <a:bodyPr lIns="0" tIns="0" rIns="0" bIns="0">
            <a:noAutofit/>
          </a:bodyPr>
          <a:lstStyle>
            <a:defPPr>
              <a:defRPr sz="2475" b="1">
                <a:solidFill>
                  <a:srgbClr val="1E5AA8"/>
                </a:solidFill>
                <a:latin typeface="Noto Sans"/>
                <a:ea typeface="Noto Sans"/>
                <a:cs typeface="Noto Sans"/>
              </a:defRPr>
            </a:defPPr>
            <a:lvl1pPr>
              <a:defRPr sz="2475" b="1">
                <a:solidFill>
                  <a:srgbClr val="1E5AA8"/>
                </a:solidFill>
                <a:latin typeface="Noto Sans"/>
                <a:ea typeface="Noto Sans"/>
                <a:cs typeface="Noto Sans"/>
              </a:defRPr>
            </a:lvl1pPr>
            <a:lvl2pPr>
              <a:defRPr sz="2475" b="1">
                <a:solidFill>
                  <a:srgbClr val="1E5AA8"/>
                </a:solidFill>
                <a:latin typeface="Noto Sans"/>
                <a:ea typeface="Noto Sans"/>
                <a:cs typeface="Noto Sans"/>
              </a:defRPr>
            </a:lvl2pPr>
            <a:lvl3pPr>
              <a:defRPr sz="2475" b="1">
                <a:solidFill>
                  <a:srgbClr val="1E5AA8"/>
                </a:solidFill>
                <a:latin typeface="Noto Sans"/>
                <a:ea typeface="Noto Sans"/>
                <a:cs typeface="Noto Sans"/>
              </a:defRPr>
            </a:lvl3pPr>
            <a:lvl4pPr>
              <a:defRPr sz="2475" b="1">
                <a:solidFill>
                  <a:srgbClr val="1E5AA8"/>
                </a:solidFill>
                <a:latin typeface="Noto Sans"/>
                <a:ea typeface="Noto Sans"/>
                <a:cs typeface="Noto Sans"/>
              </a:defRPr>
            </a:lvl4pPr>
            <a:lvl5pPr>
              <a:defRPr sz="2475" b="1">
                <a:solidFill>
                  <a:srgbClr val="1E5AA8"/>
                </a:solidFill>
                <a:latin typeface="Noto Sans"/>
                <a:ea typeface="Noto Sans"/>
                <a:cs typeface="Noto Sans"/>
              </a:defRPr>
            </a:lvl5pPr>
            <a:lvl6pPr>
              <a:defRPr sz="2475" b="1">
                <a:solidFill>
                  <a:srgbClr val="1E5AA8"/>
                </a:solidFill>
                <a:latin typeface="Noto Sans"/>
                <a:ea typeface="Noto Sans"/>
                <a:cs typeface="Noto Sans"/>
              </a:defRPr>
            </a:lvl6pPr>
            <a:lvl7pPr>
              <a:defRPr sz="2475" b="1">
                <a:solidFill>
                  <a:srgbClr val="1E5AA8"/>
                </a:solidFill>
                <a:latin typeface="Noto Sans"/>
                <a:ea typeface="Noto Sans"/>
                <a:cs typeface="Noto Sans"/>
              </a:defRPr>
            </a:lvl7pPr>
            <a:lvl8pPr>
              <a:defRPr sz="2475" b="1">
                <a:solidFill>
                  <a:srgbClr val="1E5AA8"/>
                </a:solidFill>
                <a:latin typeface="Noto Sans"/>
                <a:ea typeface="Noto Sans"/>
                <a:cs typeface="Noto Sans"/>
              </a:defRPr>
            </a:lvl8pPr>
            <a:lvl9pPr>
              <a:defRPr sz="2475" b="1">
                <a:solidFill>
                  <a:srgbClr val="1E5AA8"/>
                </a:solidFill>
                <a:latin typeface="Noto Sans"/>
                <a:ea typeface="Noto Sans"/>
                <a:cs typeface="Noto Sans"/>
              </a:defRPr>
            </a:lvl9pPr>
          </a:lstStyle>
          <a:p>
            <a:pPr>
              <a:defRPr sz="2475" b="1">
                <a:solidFill>
                  <a:srgbClr val="1E5AA8"/>
                </a:solidFill>
                <a:latin typeface="Noto Sans"/>
                <a:ea typeface="Noto Sans"/>
                <a:cs typeface="Noto Sans"/>
              </a:defRPr>
            </a:pPr>
            <a:r>
              <a:rPr sz="2475" b="1">
                <a:solidFill>
                  <a:srgbClr val="1E5AA8"/>
                </a:solidFill>
                <a:latin typeface="Noto Sans"/>
                <a:ea typeface="Noto Sans"/>
                <a:cs typeface="Noto Sans"/>
              </a:rPr>
              <a:t>3  Giữ ngữ cảnh khi lỗi</a:t>
            </a:r>
            <a:endParaRPr sz="2475" b="1">
              <a:solidFill>
                <a:srgbClr val="1E5AA8"/>
              </a:solidFill>
              <a:latin typeface="Noto Sans"/>
              <a:ea typeface="Noto Sans"/>
              <a:cs typeface="Noto Sans"/>
            </a:endParaRPr>
          </a:p>
        </p:txBody>
      </p:sp>
      <p:sp>
        <p:nvSpPr>
          <p:cNvPr id="23" name="S07: state lỗi đổi hoạt động.&#10;Chuẩn hóa dữ liệu và nối Retry"/>
          <p:cNvSpPr>
            <a:spLocks noGrp="1"/>
          </p:cNvSpPr>
          <p:nvPr/>
        </p:nvSpPr>
        <p:spPr>
          <a:xfrm>
            <a:off x="1066800" y="7620000"/>
            <a:ext cx="6191250" cy="1095375"/>
          </a:xfrm>
          <a:prstGeom prst="rect">
            <a:avLst/>
          </a:prstGeom>
          <a:noFill/>
          <a:ln w="0">
            <a:noFill/>
          </a:ln>
        </p:spPr>
        <p:txBody>
          <a:bodyPr lIns="0" tIns="0" rIns="0" bIns="0">
            <a:noAutofit/>
          </a:bodyPr>
          <a:lstStyle>
            <a:defPPr>
              <a:defRPr sz="2175" b="0">
                <a:solidFill>
                  <a:srgbClr val="031C36"/>
                </a:solidFill>
                <a:latin typeface="Noto Sans"/>
                <a:ea typeface="Noto Sans"/>
                <a:cs typeface="Noto Sans"/>
              </a:defRPr>
            </a:defPPr>
            <a:lvl1pPr>
              <a:defRPr sz="2175" b="0">
                <a:solidFill>
                  <a:srgbClr val="031C36"/>
                </a:solidFill>
                <a:latin typeface="Noto Sans"/>
                <a:ea typeface="Noto Sans"/>
                <a:cs typeface="Noto Sans"/>
              </a:defRPr>
            </a:lvl1pPr>
            <a:lvl2pPr>
              <a:defRPr sz="2175" b="0">
                <a:solidFill>
                  <a:srgbClr val="031C36"/>
                </a:solidFill>
                <a:latin typeface="Noto Sans"/>
                <a:ea typeface="Noto Sans"/>
                <a:cs typeface="Noto Sans"/>
              </a:defRPr>
            </a:lvl2pPr>
            <a:lvl3pPr>
              <a:defRPr sz="2175" b="0">
                <a:solidFill>
                  <a:srgbClr val="031C36"/>
                </a:solidFill>
                <a:latin typeface="Noto Sans"/>
                <a:ea typeface="Noto Sans"/>
                <a:cs typeface="Noto Sans"/>
              </a:defRPr>
            </a:lvl3pPr>
            <a:lvl4pPr>
              <a:defRPr sz="2175" b="0">
                <a:solidFill>
                  <a:srgbClr val="031C36"/>
                </a:solidFill>
                <a:latin typeface="Noto Sans"/>
                <a:ea typeface="Noto Sans"/>
                <a:cs typeface="Noto Sans"/>
              </a:defRPr>
            </a:lvl4pPr>
            <a:lvl5pPr>
              <a:defRPr sz="2175" b="0">
                <a:solidFill>
                  <a:srgbClr val="031C36"/>
                </a:solidFill>
                <a:latin typeface="Noto Sans"/>
                <a:ea typeface="Noto Sans"/>
                <a:cs typeface="Noto Sans"/>
              </a:defRPr>
            </a:lvl5pPr>
            <a:lvl6pPr>
              <a:defRPr sz="2175" b="0">
                <a:solidFill>
                  <a:srgbClr val="031C36"/>
                </a:solidFill>
                <a:latin typeface="Noto Sans"/>
                <a:ea typeface="Noto Sans"/>
                <a:cs typeface="Noto Sans"/>
              </a:defRPr>
            </a:lvl6pPr>
            <a:lvl7pPr>
              <a:defRPr sz="2175" b="0">
                <a:solidFill>
                  <a:srgbClr val="031C36"/>
                </a:solidFill>
                <a:latin typeface="Noto Sans"/>
                <a:ea typeface="Noto Sans"/>
                <a:cs typeface="Noto Sans"/>
              </a:defRPr>
            </a:lvl7pPr>
            <a:lvl8pPr>
              <a:defRPr sz="2175" b="0">
                <a:solidFill>
                  <a:srgbClr val="031C36"/>
                </a:solidFill>
                <a:latin typeface="Noto Sans"/>
                <a:ea typeface="Noto Sans"/>
                <a:cs typeface="Noto Sans"/>
              </a:defRPr>
            </a:lvl8pPr>
            <a:lvl9pPr>
              <a:defRPr sz="2175" b="0">
                <a:solidFill>
                  <a:srgbClr val="031C36"/>
                </a:solidFill>
                <a:latin typeface="Noto Sans"/>
                <a:ea typeface="Noto Sans"/>
                <a:cs typeface="Noto Sans"/>
              </a:defRPr>
            </a:lvl9pPr>
          </a:lstStyle>
          <a:p>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S07: state lỗi đổi hoạt động.</a:t>
            </a:r>
            <a:endParaRPr sz="2175" b="0">
              <a:solidFill>
                <a:srgbClr val="031C36"/>
              </a:solidFill>
              <a:latin typeface="Noto Sans"/>
              <a:ea typeface="Noto Sans"/>
              <a:cs typeface="Noto Sans"/>
            </a:endParaRPr>
          </a:p>
          <a:p>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Chuẩn hóa dữ liệu và nối Retry.</a:t>
            </a:r>
            <a:endParaRPr sz="2175" b="0">
              <a:solidFill>
                <a:srgbClr val="031C36"/>
              </a:solidFill>
              <a:latin typeface="Noto Sans"/>
              <a:ea typeface="Noto Sans"/>
              <a:cs typeface="Noto Sans"/>
            </a:endParaRPr>
          </a:p>
        </p:txBody>
      </p:sp>
      <p:sp>
        <p:nvSpPr>
          <p:cNvPr id="24" name="TRƯỚC"/>
          <p:cNvSpPr>
            <a:spLocks noGrp="1"/>
          </p:cNvSpPr>
          <p:nvPr/>
        </p:nvSpPr>
        <p:spPr>
          <a:xfrm>
            <a:off x="7953375" y="6953250"/>
            <a:ext cx="3524250" cy="333375"/>
          </a:xfrm>
          <a:prstGeom prst="rect">
            <a:avLst/>
          </a:prstGeom>
          <a:noFill/>
          <a:ln w="0">
            <a:noFill/>
          </a:ln>
        </p:spPr>
        <p:txBody>
          <a:bodyPr lIns="0" tIns="0" rIns="0" bIns="0">
            <a:noAutofit/>
          </a:bodyPr>
          <a:lstStyle>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TRƯỚC</a:t>
            </a:r>
            <a:endParaRPr sz="1575" b="1">
              <a:solidFill>
                <a:srgbClr val="424751"/>
              </a:solidFill>
              <a:latin typeface="Noto Sans"/>
              <a:ea typeface="Noto Sans"/>
              <a:cs typeface="Noto Sans"/>
            </a:endParaRPr>
          </a:p>
        </p:txBody>
      </p:sp>
      <p:sp>
        <p:nvSpPr>
          <p:cNvPr id="25" name="SAU"/>
          <p:cNvSpPr>
            <a:spLocks noGrp="1"/>
          </p:cNvSpPr>
          <p:nvPr/>
        </p:nvSpPr>
        <p:spPr>
          <a:xfrm>
            <a:off x="12811125" y="6953250"/>
            <a:ext cx="3524250" cy="333375"/>
          </a:xfrm>
          <a:prstGeom prst="rect">
            <a:avLst/>
          </a:prstGeom>
          <a:noFill/>
          <a:ln w="0">
            <a:noFill/>
          </a:ln>
        </p:spPr>
        <p:txBody>
          <a:bodyPr lIns="0" tIns="0" rIns="0" bIns="0">
            <a:noAutofit/>
          </a:bodyPr>
          <a:lstStyle>
            <a:defPPr>
              <a:defRPr sz="1575" b="1">
                <a:solidFill>
                  <a:srgbClr val="424751"/>
                </a:solidFill>
                <a:latin typeface="Noto Sans"/>
                <a:ea typeface="Noto Sans"/>
                <a:cs typeface="Noto Sans"/>
              </a:defRPr>
            </a:defPPr>
            <a:lvl1pPr>
              <a:defRPr sz="1575" b="1">
                <a:solidFill>
                  <a:srgbClr val="424751"/>
                </a:solidFill>
                <a:latin typeface="Noto Sans"/>
                <a:ea typeface="Noto Sans"/>
                <a:cs typeface="Noto Sans"/>
              </a:defRPr>
            </a:lvl1pPr>
            <a:lvl2pPr>
              <a:defRPr sz="1575" b="1">
                <a:solidFill>
                  <a:srgbClr val="424751"/>
                </a:solidFill>
                <a:latin typeface="Noto Sans"/>
                <a:ea typeface="Noto Sans"/>
                <a:cs typeface="Noto Sans"/>
              </a:defRPr>
            </a:lvl2pPr>
            <a:lvl3pPr>
              <a:defRPr sz="1575" b="1">
                <a:solidFill>
                  <a:srgbClr val="424751"/>
                </a:solidFill>
                <a:latin typeface="Noto Sans"/>
                <a:ea typeface="Noto Sans"/>
                <a:cs typeface="Noto Sans"/>
              </a:defRPr>
            </a:lvl3pPr>
            <a:lvl4pPr>
              <a:defRPr sz="1575" b="1">
                <a:solidFill>
                  <a:srgbClr val="424751"/>
                </a:solidFill>
                <a:latin typeface="Noto Sans"/>
                <a:ea typeface="Noto Sans"/>
                <a:cs typeface="Noto Sans"/>
              </a:defRPr>
            </a:lvl4pPr>
            <a:lvl5pPr>
              <a:defRPr sz="1575" b="1">
                <a:solidFill>
                  <a:srgbClr val="424751"/>
                </a:solidFill>
                <a:latin typeface="Noto Sans"/>
                <a:ea typeface="Noto Sans"/>
                <a:cs typeface="Noto Sans"/>
              </a:defRPr>
            </a:lvl5pPr>
            <a:lvl6pPr>
              <a:defRPr sz="1575" b="1">
                <a:solidFill>
                  <a:srgbClr val="424751"/>
                </a:solidFill>
                <a:latin typeface="Noto Sans"/>
                <a:ea typeface="Noto Sans"/>
                <a:cs typeface="Noto Sans"/>
              </a:defRPr>
            </a:lvl6pPr>
            <a:lvl7pPr>
              <a:defRPr sz="1575" b="1">
                <a:solidFill>
                  <a:srgbClr val="424751"/>
                </a:solidFill>
                <a:latin typeface="Noto Sans"/>
                <a:ea typeface="Noto Sans"/>
                <a:cs typeface="Noto Sans"/>
              </a:defRPr>
            </a:lvl7pPr>
            <a:lvl8pPr>
              <a:defRPr sz="1575" b="1">
                <a:solidFill>
                  <a:srgbClr val="424751"/>
                </a:solidFill>
                <a:latin typeface="Noto Sans"/>
                <a:ea typeface="Noto Sans"/>
                <a:cs typeface="Noto Sans"/>
              </a:defRPr>
            </a:lvl8pPr>
            <a:lvl9pPr>
              <a:defRPr sz="1575" b="1">
                <a:solidFill>
                  <a:srgbClr val="424751"/>
                </a:solidFill>
                <a:latin typeface="Noto Sans"/>
                <a:ea typeface="Noto Sans"/>
                <a:cs typeface="Noto Sans"/>
              </a:defRPr>
            </a:lvl9pPr>
          </a:lstStyle>
          <a:p>
            <a:pPr>
              <a:defRPr sz="1575" b="1">
                <a:solidFill>
                  <a:srgbClr val="424751"/>
                </a:solidFill>
                <a:latin typeface="Noto Sans"/>
                <a:ea typeface="Noto Sans"/>
                <a:cs typeface="Noto Sans"/>
              </a:defRPr>
            </a:pPr>
            <a:r>
              <a:rPr sz="1575" b="1">
                <a:solidFill>
                  <a:srgbClr val="424751"/>
                </a:solidFill>
                <a:latin typeface="Noto Sans"/>
                <a:ea typeface="Noto Sans"/>
                <a:cs typeface="Noto Sans"/>
              </a:rPr>
              <a:t>SAU</a:t>
            </a:r>
            <a:endParaRPr sz="1575" b="1">
              <a:solidFill>
                <a:srgbClr val="424751"/>
              </a:solidFill>
              <a:latin typeface="Noto Sans"/>
              <a:ea typeface="Noto Sans"/>
              <a:cs typeface="Noto Sans"/>
            </a:endParaRPr>
          </a:p>
        </p:txBody>
      </p:sp>
      <p:pic>
        <p:nvPicPr>
          <p:cNvPr id="26" name="Picture 25"/>
          <p:cNvPicPr>
            <a:picLocks noChangeAspect="1"/>
          </p:cNvPicPr>
          <p:nvPr/>
        </p:nvPicPr>
        <p:blipFill>
          <a:blip r:embed="rId8"/>
          <a:stretch>
            <a:fillRect/>
          </a:stretch>
        </p:blipFill>
        <p:spPr>
          <a:xfrm>
            <a:off x="8037994" y="7334250"/>
            <a:ext cx="3355011" cy="1428750"/>
          </a:xfrm>
          <a:prstGeom prst="rect">
            <a:avLst/>
          </a:prstGeom>
        </p:spPr>
      </p:pic>
      <p:pic>
        <p:nvPicPr>
          <p:cNvPr id="27" name="Picture 26"/>
          <p:cNvPicPr>
            <a:picLocks noChangeAspect="1"/>
          </p:cNvPicPr>
          <p:nvPr/>
        </p:nvPicPr>
        <p:blipFill>
          <a:blip r:embed="rId9"/>
          <a:stretch>
            <a:fillRect/>
          </a:stretch>
        </p:blipFill>
        <p:spPr>
          <a:xfrm>
            <a:off x="13287375" y="7334250"/>
            <a:ext cx="2571750" cy="1428750"/>
          </a:xfrm>
          <a:prstGeom prst="rect">
            <a:avLst/>
          </a:prstGeom>
        </p:spPr>
      </p:pic>
      <p:sp>
        <p:nvSpPr>
          <p:cNvPr id="28" name="Trước Stitch OI03 / Sau Figma"/>
          <p:cNvSpPr>
            <a:spLocks noGrp="1"/>
          </p:cNvSpPr>
          <p:nvPr/>
        </p:nvSpPr>
        <p:spPr>
          <a:xfrm>
            <a:off x="7572375" y="8743950"/>
            <a:ext cx="9334500" cy="304800"/>
          </a:xfrm>
          <a:prstGeom prst="rect">
            <a:avLst/>
          </a:prstGeom>
          <a:noFill/>
          <a:ln w="0">
            <a:noFill/>
          </a:ln>
        </p:spPr>
        <p:txBody>
          <a:bodyPr lIns="0" tIns="0" rIns="0" bIns="0">
            <a:noAutofit/>
          </a:bodyPr>
          <a:lstStyle>
            <a:defPPr>
              <a:defRPr sz="1500" b="0">
                <a:solidFill>
                  <a:srgbClr val="424751"/>
                </a:solidFill>
                <a:latin typeface="Noto Sans"/>
                <a:ea typeface="Noto Sans"/>
                <a:cs typeface="Noto Sans"/>
              </a:defRPr>
            </a:defPPr>
            <a:lvl1pPr>
              <a:defRPr sz="1500" b="0">
                <a:solidFill>
                  <a:srgbClr val="424751"/>
                </a:solidFill>
                <a:latin typeface="Noto Sans"/>
                <a:ea typeface="Noto Sans"/>
                <a:cs typeface="Noto Sans"/>
              </a:defRPr>
            </a:lvl1pPr>
            <a:lvl2pPr>
              <a:defRPr sz="1500" b="0">
                <a:solidFill>
                  <a:srgbClr val="424751"/>
                </a:solidFill>
                <a:latin typeface="Noto Sans"/>
                <a:ea typeface="Noto Sans"/>
                <a:cs typeface="Noto Sans"/>
              </a:defRPr>
            </a:lvl2pPr>
            <a:lvl3pPr>
              <a:defRPr sz="1500" b="0">
                <a:solidFill>
                  <a:srgbClr val="424751"/>
                </a:solidFill>
                <a:latin typeface="Noto Sans"/>
                <a:ea typeface="Noto Sans"/>
                <a:cs typeface="Noto Sans"/>
              </a:defRPr>
            </a:lvl3pPr>
            <a:lvl4pPr>
              <a:defRPr sz="1500" b="0">
                <a:solidFill>
                  <a:srgbClr val="424751"/>
                </a:solidFill>
                <a:latin typeface="Noto Sans"/>
                <a:ea typeface="Noto Sans"/>
                <a:cs typeface="Noto Sans"/>
              </a:defRPr>
            </a:lvl4pPr>
            <a:lvl5pPr>
              <a:defRPr sz="1500" b="0">
                <a:solidFill>
                  <a:srgbClr val="424751"/>
                </a:solidFill>
                <a:latin typeface="Noto Sans"/>
                <a:ea typeface="Noto Sans"/>
                <a:cs typeface="Noto Sans"/>
              </a:defRPr>
            </a:lvl5pPr>
            <a:lvl6pPr>
              <a:defRPr sz="1500" b="0">
                <a:solidFill>
                  <a:srgbClr val="424751"/>
                </a:solidFill>
                <a:latin typeface="Noto Sans"/>
                <a:ea typeface="Noto Sans"/>
                <a:cs typeface="Noto Sans"/>
              </a:defRPr>
            </a:lvl6pPr>
            <a:lvl7pPr>
              <a:defRPr sz="1500" b="0">
                <a:solidFill>
                  <a:srgbClr val="424751"/>
                </a:solidFill>
                <a:latin typeface="Noto Sans"/>
                <a:ea typeface="Noto Sans"/>
                <a:cs typeface="Noto Sans"/>
              </a:defRPr>
            </a:lvl7pPr>
            <a:lvl8pPr>
              <a:defRPr sz="1500" b="0">
                <a:solidFill>
                  <a:srgbClr val="424751"/>
                </a:solidFill>
                <a:latin typeface="Noto Sans"/>
                <a:ea typeface="Noto Sans"/>
                <a:cs typeface="Noto Sans"/>
              </a:defRPr>
            </a:lvl8pPr>
            <a:lvl9pPr>
              <a:defRPr sz="1500" b="0">
                <a:solidFill>
                  <a:srgbClr val="424751"/>
                </a:solidFill>
                <a:latin typeface="Noto Sans"/>
                <a:ea typeface="Noto Sans"/>
                <a:cs typeface="Noto Sans"/>
              </a:defRPr>
            </a:lvl9pPr>
          </a:lstStyle>
          <a:p>
            <a:pPr>
              <a:defRPr sz="1500" b="0">
                <a:solidFill>
                  <a:srgbClr val="424751"/>
                </a:solidFill>
                <a:latin typeface="Noto Sans"/>
                <a:ea typeface="Noto Sans"/>
                <a:cs typeface="Noto Sans"/>
              </a:defRPr>
            </a:pPr>
            <a:r>
              <a:rPr sz="1500" b="0">
                <a:solidFill>
                  <a:srgbClr val="424751"/>
                </a:solidFill>
                <a:latin typeface="Noto Sans"/>
                <a:ea typeface="Noto Sans"/>
                <a:cs typeface="Noto Sans"/>
              </a:rPr>
              <a:t>Trước Stitch OI03 / Sau Figma</a:t>
            </a:r>
            <a:endParaRPr sz="1500" b="0">
              <a:solidFill>
                <a:srgbClr val="424751"/>
              </a:solidFill>
              <a:latin typeface="Noto Sans"/>
              <a:ea typeface="Noto Sans"/>
              <a:cs typeface="No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Phản biện UX và quyết định thiết kế"/>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Phản biện UX và quyết định thiết kế</a:t>
            </a:r>
            <a:endParaRPr sz="4350" b="1">
              <a:solidFill>
                <a:srgbClr val="1E5AA8"/>
              </a:solidFill>
              <a:latin typeface="Noto Sans"/>
              <a:ea typeface="Noto Sans"/>
              <a:cs typeface="Noto Sans"/>
            </a:endParaRPr>
          </a:p>
        </p:txBody>
      </p:sp>
      <p:sp>
        <p:nvSpPr>
          <p:cNvPr id="2" name="Năm phát hiện gắn với màn cụ thể; quyết định cuối phản ánh t"/>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Năm phát hiện gắn với màn cụ thể; quyết định cuối phản ánh trong Figma.</a:t>
            </a:r>
            <a:endParaRPr sz="2250" b="0">
              <a:solidFill>
                <a:srgbClr val="424751"/>
              </a:solidFill>
              <a:latin typeface="Noto Sans"/>
              <a:ea typeface="Noto Sans"/>
              <a:cs typeface="Noto Sans"/>
            </a:endParaRPr>
          </a:p>
        </p:txBody>
      </p:sp>
      <p:sp>
        <p:nvSpPr>
          <p:cNvPr id="3" name="07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07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Quyết định và lý do"/>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Quyết định và lý do</a:t>
            </a:r>
            <a:endParaRPr sz="1650" b="0">
              <a:solidFill>
                <a:srgbClr val="1E5AA8"/>
              </a:solidFill>
              <a:latin typeface="Noto Sans"/>
              <a:ea typeface="Noto Sans"/>
              <a:cs typeface="Noto Sans"/>
              <a:hlinkClick r:id="rId1"/>
            </a:endParaRPr>
          </a:p>
        </p:txBody>
      </p:sp>
      <p:sp>
        <p:nvSpPr>
          <p:cNvPr id="6" name="Review trạng thái OI03"/>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Review trạng thái OI03</a:t>
            </a:r>
            <a:endParaRPr sz="1650" b="0">
              <a:solidFill>
                <a:srgbClr val="1E5AA8"/>
              </a:solidFill>
              <a:latin typeface="Noto Sans"/>
              <a:ea typeface="Noto Sans"/>
              <a:cs typeface="Noto Sans"/>
              <a:hlinkClick r:id="rId2"/>
            </a:endParaRPr>
          </a:p>
        </p:txBody>
      </p:sp>
      <p:sp>
        <p:nvSpPr>
          <p:cNvPr id="7" name="Figma UI hiện hành"/>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Figma UI hiện hành</a:t>
            </a:r>
            <a:endParaRPr sz="1650" b="0">
              <a:solidFill>
                <a:srgbClr val="1E5AA8"/>
              </a:solidFill>
              <a:latin typeface="Noto Sans"/>
              <a:ea typeface="Noto Sans"/>
              <a:cs typeface="Noto Sans"/>
              <a:hlinkClick r:id="rId3"/>
            </a:endParaRPr>
          </a:p>
        </p:txBody>
      </p:sp>
      <p:graphicFrame>
        <p:nvGraphicFramePr>
          <p:cNvPr id="8" name="Table 7"/>
          <p:cNvGraphicFramePr/>
          <p:nvPr/>
        </p:nvGraphicFramePr>
        <p:xfrm>
          <a:off x="1066800" y="2857500"/>
          <a:ext cx="16097250" cy="5619750"/>
        </p:xfrm>
        <a:graphic>
          <a:graphicData uri="http://schemas.openxmlformats.org/drawingml/2006/table">
            <a:tbl>
              <a:tblPr/>
              <a:tblGrid>
                <a:gridCol w="3238500"/>
                <a:gridCol w="2714625"/>
                <a:gridCol w="4810125"/>
                <a:gridCol w="5334000"/>
              </a:tblGrid>
              <a:tr h="936625">
                <a:tc>
                  <a:txBody>
                    <a:bodyPr/>
                    <a:lstStyle/>
                    <a:p>
                      <a:r>
                        <a:rPr sz="2100" b="1">
                          <a:solidFill>
                            <a:srgbClr val="FFFFFF"/>
                          </a:solidFill>
                          <a:latin typeface="Noto Sans"/>
                          <a:ea typeface="Noto Sans"/>
                          <a:cs typeface="Noto Sans"/>
                        </a:rPr>
                        <a:t>Phát hiện</a:t>
                      </a:r>
                      <a:endParaRPr sz="2100" b="1">
                        <a:solidFill>
                          <a:srgbClr val="FFFFFF"/>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100" b="1">
                          <a:solidFill>
                            <a:srgbClr val="FFFFFF"/>
                          </a:solidFill>
                          <a:latin typeface="Noto Sans"/>
                          <a:ea typeface="Noto Sans"/>
                          <a:cs typeface="Noto Sans"/>
                        </a:rPr>
                        <a:t>Quyết định</a:t>
                      </a:r>
                      <a:endParaRPr sz="2100"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100" b="1">
                          <a:solidFill>
                            <a:srgbClr val="FFFFFF"/>
                          </a:solidFill>
                          <a:latin typeface="Noto Sans"/>
                          <a:ea typeface="Noto Sans"/>
                          <a:cs typeface="Noto Sans"/>
                        </a:rPr>
                        <a:t>Lý do UX</a:t>
                      </a:r>
                      <a:endParaRPr sz="2100"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100" b="1">
                          <a:solidFill>
                            <a:srgbClr val="FFFFFF"/>
                          </a:solidFill>
                          <a:latin typeface="Noto Sans"/>
                          <a:ea typeface="Noto Sans"/>
                          <a:cs typeface="Noto Sans"/>
                        </a:rPr>
                        <a:t>Kết quả</a:t>
                      </a:r>
                      <a:endParaRPr sz="2100"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r>
              <a:tr h="936625">
                <a:tc>
                  <a:txBody>
                    <a:bodyPr/>
                    <a:lstStyle/>
                    <a:p>
                      <a:r>
                        <a:rPr sz="2100" b="0">
                          <a:solidFill>
                            <a:srgbClr val="031C36"/>
                          </a:solidFill>
                          <a:latin typeface="Noto Sans"/>
                          <a:ea typeface="Noto Sans"/>
                          <a:cs typeface="Noto Sans"/>
                        </a:rPr>
                        <a:t>S01/S07: sai font</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Chấp nhận sửa</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Nielsen 4: tính nhất quán</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Be Vietnam Pro, đúng brief</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936625">
                <a:tc>
                  <a:txBody>
                    <a:bodyPr/>
                    <a:lstStyle/>
                    <a:p>
                      <a:r>
                        <a:rPr sz="2100" b="0">
                          <a:solidFill>
                            <a:srgbClr val="031C36"/>
                          </a:solidFill>
                          <a:latin typeface="Noto Sans"/>
                          <a:ea typeface="Noto Sans"/>
                          <a:cs typeface="Noto Sans"/>
                        </a:rPr>
                        <a:t>S07: banner, tên cắt</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Chấp nhận gọn lại</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Mai cần chọn việc trong giờ nghỉ</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Tên đầy đủ, CTA rõ hơn</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936625">
                <a:tc>
                  <a:txBody>
                    <a:bodyPr/>
                    <a:lstStyle/>
                    <a:p>
                      <a:r>
                        <a:rPr sz="2100" b="0">
                          <a:solidFill>
                            <a:srgbClr val="031C36"/>
                          </a:solidFill>
                          <a:latin typeface="Noto Sans"/>
                          <a:ea typeface="Noto Sans"/>
                          <a:cs typeface="Noto Sans"/>
                        </a:rPr>
                        <a:t>S07: lỗi đổi dữ liệu</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Điều chỉnh state AI</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Linh bị ngắt quãng, cần giữ lịch</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Giữ tên/ngày/giờ; có Thử lại</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936625">
                <a:tc>
                  <a:txBody>
                    <a:bodyPr/>
                    <a:lstStyle/>
                    <a:p>
                      <a:r>
                        <a:rPr sz="2100" b="0">
                          <a:solidFill>
                            <a:srgbClr val="031C36"/>
                          </a:solidFill>
                          <a:latin typeface="Noto Sans"/>
                          <a:ea typeface="Noto Sans"/>
                          <a:cs typeface="Noto Sans"/>
                        </a:rPr>
                        <a:t>S03/OI03: metric ngoài phạm vi</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Từ chối đưa vào UI</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Không có nguồn hoặc dữ liệu đo</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Bỏ nhịp tim và điểm ước tính</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936625">
                <a:tc>
                  <a:txBody>
                    <a:bodyPr/>
                    <a:lstStyle/>
                    <a:p>
                      <a:r>
                        <a:rPr sz="2100" b="0">
                          <a:solidFill>
                            <a:srgbClr val="031C36"/>
                          </a:solidFill>
                          <a:latin typeface="Noto Sans"/>
                          <a:ea typeface="Noto Sans"/>
                          <a:cs typeface="Noto Sans"/>
                        </a:rPr>
                        <a:t>S05: nhóm thiếu mở/đóng</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Điều chỉnh đồng bộ</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Nielsen 3/4: kiểm soát, nhất quán</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Cả 9 nhóm mở/đóng được</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bl>
          </a:graphicData>
        </a:graphic>
      </p:graphicFrame>
      <p:sp>
        <p:nvSpPr>
          <p:cNvPr id="9" name="Nguồn AI là đầu vào để đánh giá; dữ liệu và quyết định cần n"/>
          <p:cNvSpPr>
            <a:spLocks noGrp="1"/>
          </p:cNvSpPr>
          <p:nvPr/>
        </p:nvSpPr>
        <p:spPr>
          <a:xfrm>
            <a:off x="1143000" y="8810625"/>
            <a:ext cx="15716250" cy="428625"/>
          </a:xfrm>
          <a:prstGeom prst="rect">
            <a:avLst/>
          </a:prstGeom>
          <a:noFill/>
          <a:ln w="0">
            <a:noFill/>
          </a:ln>
        </p:spPr>
        <p:txBody>
          <a:bodyPr lIns="0" tIns="0" rIns="0" bIns="0">
            <a:noAutofit/>
          </a:bodyPr>
          <a:lstStyle>
            <a:defPPr>
              <a:defRPr sz="2175" b="0">
                <a:solidFill>
                  <a:srgbClr val="424751"/>
                </a:solidFill>
                <a:latin typeface="Noto Sans"/>
                <a:ea typeface="Noto Sans"/>
                <a:cs typeface="Noto Sans"/>
              </a:defRPr>
            </a:defPPr>
            <a:lvl1pPr>
              <a:defRPr sz="2175" b="0">
                <a:solidFill>
                  <a:srgbClr val="424751"/>
                </a:solidFill>
                <a:latin typeface="Noto Sans"/>
                <a:ea typeface="Noto Sans"/>
                <a:cs typeface="Noto Sans"/>
              </a:defRPr>
            </a:lvl1pPr>
            <a:lvl2pPr>
              <a:defRPr sz="2175" b="0">
                <a:solidFill>
                  <a:srgbClr val="424751"/>
                </a:solidFill>
                <a:latin typeface="Noto Sans"/>
                <a:ea typeface="Noto Sans"/>
                <a:cs typeface="Noto Sans"/>
              </a:defRPr>
            </a:lvl2pPr>
            <a:lvl3pPr>
              <a:defRPr sz="2175" b="0">
                <a:solidFill>
                  <a:srgbClr val="424751"/>
                </a:solidFill>
                <a:latin typeface="Noto Sans"/>
                <a:ea typeface="Noto Sans"/>
                <a:cs typeface="Noto Sans"/>
              </a:defRPr>
            </a:lvl3pPr>
            <a:lvl4pPr>
              <a:defRPr sz="2175" b="0">
                <a:solidFill>
                  <a:srgbClr val="424751"/>
                </a:solidFill>
                <a:latin typeface="Noto Sans"/>
                <a:ea typeface="Noto Sans"/>
                <a:cs typeface="Noto Sans"/>
              </a:defRPr>
            </a:lvl4pPr>
            <a:lvl5pPr>
              <a:defRPr sz="2175" b="0">
                <a:solidFill>
                  <a:srgbClr val="424751"/>
                </a:solidFill>
                <a:latin typeface="Noto Sans"/>
                <a:ea typeface="Noto Sans"/>
                <a:cs typeface="Noto Sans"/>
              </a:defRPr>
            </a:lvl5pPr>
            <a:lvl6pPr>
              <a:defRPr sz="2175" b="0">
                <a:solidFill>
                  <a:srgbClr val="424751"/>
                </a:solidFill>
                <a:latin typeface="Noto Sans"/>
                <a:ea typeface="Noto Sans"/>
                <a:cs typeface="Noto Sans"/>
              </a:defRPr>
            </a:lvl6pPr>
            <a:lvl7pPr>
              <a:defRPr sz="2175" b="0">
                <a:solidFill>
                  <a:srgbClr val="424751"/>
                </a:solidFill>
                <a:latin typeface="Noto Sans"/>
                <a:ea typeface="Noto Sans"/>
                <a:cs typeface="Noto Sans"/>
              </a:defRPr>
            </a:lvl7pPr>
            <a:lvl8pPr>
              <a:defRPr sz="2175" b="0">
                <a:solidFill>
                  <a:srgbClr val="424751"/>
                </a:solidFill>
                <a:latin typeface="Noto Sans"/>
                <a:ea typeface="Noto Sans"/>
                <a:cs typeface="Noto Sans"/>
              </a:defRPr>
            </a:lvl8pPr>
            <a:lvl9pPr>
              <a:defRPr sz="2175" b="0">
                <a:solidFill>
                  <a:srgbClr val="424751"/>
                </a:solidFill>
                <a:latin typeface="Noto Sans"/>
                <a:ea typeface="Noto Sans"/>
                <a:cs typeface="Noto Sans"/>
              </a:defRPr>
            </a:lvl9pPr>
          </a:lstStyle>
          <a:p>
            <a:pPr>
              <a:defRPr sz="2175" b="0">
                <a:solidFill>
                  <a:srgbClr val="424751"/>
                </a:solidFill>
                <a:latin typeface="Noto Sans"/>
                <a:ea typeface="Noto Sans"/>
                <a:cs typeface="Noto Sans"/>
              </a:defRPr>
            </a:pPr>
            <a:r>
              <a:rPr sz="2175" b="0">
                <a:solidFill>
                  <a:srgbClr val="424751"/>
                </a:solidFill>
                <a:latin typeface="Noto Sans"/>
                <a:ea typeface="Noto Sans"/>
                <a:cs typeface="Noto Sans"/>
              </a:rPr>
              <a:t>Nguồn AI là đầu vào để đánh giá; dữ liệu và quyết định cần người thiết kế kiểm tra.</a:t>
            </a:r>
            <a:endParaRPr sz="2175" b="0">
              <a:solidFill>
                <a:srgbClr val="424751"/>
              </a:solidFill>
              <a:latin typeface="Noto Sans"/>
              <a:ea typeface="Noto Sans"/>
              <a:cs typeface="No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 name="Wireframe và bộ UI hoàn chỉnh"/>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Wireframe và bộ UI hoàn chỉnh</a:t>
            </a:r>
            <a:endParaRPr sz="4350" b="1">
              <a:solidFill>
                <a:srgbClr val="1E5AA8"/>
              </a:solidFill>
              <a:latin typeface="Noto Sans"/>
              <a:ea typeface="Noto Sans"/>
              <a:cs typeface="Noto Sans"/>
            </a:endParaRPr>
          </a:p>
        </p:txBody>
      </p:sp>
      <p:sp>
        <p:nvSpPr>
          <p:cNvPr id="2" name="Giữ cấu trúc nhiệm vụ; thêm phân cấp, màu, component và các "/>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Giữ cấu trúc nhiệm vụ; thêm phân cấp, màu, component và các state liên quan.</a:t>
            </a:r>
            <a:endParaRPr sz="2250" b="0">
              <a:solidFill>
                <a:srgbClr val="424751"/>
              </a:solidFill>
              <a:latin typeface="Noto Sans"/>
              <a:ea typeface="Noto Sans"/>
              <a:cs typeface="Noto Sans"/>
            </a:endParaRPr>
          </a:p>
        </p:txBody>
      </p:sp>
      <p:sp>
        <p:nvSpPr>
          <p:cNvPr id="3" name="08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08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Wireframe nguồn Stitch S07"/>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Wireframe nguồn Stitch S07</a:t>
            </a:r>
            <a:endParaRPr sz="1650" b="0">
              <a:solidFill>
                <a:srgbClr val="1E5AA8"/>
              </a:solidFill>
              <a:latin typeface="Noto Sans"/>
              <a:ea typeface="Noto Sans"/>
              <a:cs typeface="Noto Sans"/>
              <a:hlinkClick r:id="rId1"/>
            </a:endParaRPr>
          </a:p>
        </p:txBody>
      </p:sp>
      <p:sp>
        <p:nvSpPr>
          <p:cNvPr id="6" name="Figma 03 Final UI"/>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Figma 03 Final UI</a:t>
            </a:r>
            <a:endParaRPr sz="1650" b="0">
              <a:solidFill>
                <a:srgbClr val="1E5AA8"/>
              </a:solidFill>
              <a:latin typeface="Noto Sans"/>
              <a:ea typeface="Noto Sans"/>
              <a:cs typeface="Noto Sans"/>
              <a:hlinkClick r:id="rId2"/>
            </a:endParaRPr>
          </a:p>
        </p:txBody>
      </p:sp>
      <p:sp>
        <p:nvSpPr>
          <p:cNvPr id="7" name="Nguồn ảnh và node"/>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Nguồn ảnh và node</a:t>
            </a:r>
            <a:endParaRPr sz="1650" b="0">
              <a:solidFill>
                <a:srgbClr val="1E5AA8"/>
              </a:solidFill>
              <a:latin typeface="Noto Sans"/>
              <a:ea typeface="Noto Sans"/>
              <a:cs typeface="Noto Sans"/>
              <a:hlinkClick r:id="rId3"/>
            </a:endParaRPr>
          </a:p>
        </p:txBody>
      </p:sp>
      <p:sp>
        <p:nvSpPr>
          <p:cNvPr id="8" name="Wireframe S07"/>
          <p:cNvSpPr>
            <a:spLocks noGrp="1"/>
          </p:cNvSpPr>
          <p:nvPr/>
        </p:nvSpPr>
        <p:spPr>
          <a:xfrm>
            <a:off x="1047750" y="2714625"/>
            <a:ext cx="2857500" cy="381000"/>
          </a:xfrm>
          <a:prstGeom prst="rect">
            <a:avLst/>
          </a:prstGeom>
          <a:noFill/>
          <a:ln w="0">
            <a:noFill/>
          </a:ln>
        </p:spPr>
        <p:txBody>
          <a:bodyPr lIns="0" tIns="0" rIns="0" bIns="0">
            <a:noAutofit/>
          </a:bodyPr>
          <a:lstStyle>
            <a:defPPr>
              <a:defRPr sz="2250" b="1">
                <a:solidFill>
                  <a:srgbClr val="1E5AA8"/>
                </a:solidFill>
                <a:latin typeface="Noto Sans"/>
                <a:ea typeface="Noto Sans"/>
                <a:cs typeface="Noto Sans"/>
              </a:defRPr>
            </a:defPPr>
            <a:lvl1pPr>
              <a:defRPr sz="2250" b="1">
                <a:solidFill>
                  <a:srgbClr val="1E5AA8"/>
                </a:solidFill>
                <a:latin typeface="Noto Sans"/>
                <a:ea typeface="Noto Sans"/>
                <a:cs typeface="Noto Sans"/>
              </a:defRPr>
            </a:lvl1pPr>
            <a:lvl2pPr>
              <a:defRPr sz="2250" b="1">
                <a:solidFill>
                  <a:srgbClr val="1E5AA8"/>
                </a:solidFill>
                <a:latin typeface="Noto Sans"/>
                <a:ea typeface="Noto Sans"/>
                <a:cs typeface="Noto Sans"/>
              </a:defRPr>
            </a:lvl2pPr>
            <a:lvl3pPr>
              <a:defRPr sz="2250" b="1">
                <a:solidFill>
                  <a:srgbClr val="1E5AA8"/>
                </a:solidFill>
                <a:latin typeface="Noto Sans"/>
                <a:ea typeface="Noto Sans"/>
                <a:cs typeface="Noto Sans"/>
              </a:defRPr>
            </a:lvl3pPr>
            <a:lvl4pPr>
              <a:defRPr sz="2250" b="1">
                <a:solidFill>
                  <a:srgbClr val="1E5AA8"/>
                </a:solidFill>
                <a:latin typeface="Noto Sans"/>
                <a:ea typeface="Noto Sans"/>
                <a:cs typeface="Noto Sans"/>
              </a:defRPr>
            </a:lvl4pPr>
            <a:lvl5pPr>
              <a:defRPr sz="2250" b="1">
                <a:solidFill>
                  <a:srgbClr val="1E5AA8"/>
                </a:solidFill>
                <a:latin typeface="Noto Sans"/>
                <a:ea typeface="Noto Sans"/>
                <a:cs typeface="Noto Sans"/>
              </a:defRPr>
            </a:lvl5pPr>
            <a:lvl6pPr>
              <a:defRPr sz="2250" b="1">
                <a:solidFill>
                  <a:srgbClr val="1E5AA8"/>
                </a:solidFill>
                <a:latin typeface="Noto Sans"/>
                <a:ea typeface="Noto Sans"/>
                <a:cs typeface="Noto Sans"/>
              </a:defRPr>
            </a:lvl6pPr>
            <a:lvl7pPr>
              <a:defRPr sz="2250" b="1">
                <a:solidFill>
                  <a:srgbClr val="1E5AA8"/>
                </a:solidFill>
                <a:latin typeface="Noto Sans"/>
                <a:ea typeface="Noto Sans"/>
                <a:cs typeface="Noto Sans"/>
              </a:defRPr>
            </a:lvl7pPr>
            <a:lvl8pPr>
              <a:defRPr sz="2250" b="1">
                <a:solidFill>
                  <a:srgbClr val="1E5AA8"/>
                </a:solidFill>
                <a:latin typeface="Noto Sans"/>
                <a:ea typeface="Noto Sans"/>
                <a:cs typeface="Noto Sans"/>
              </a:defRPr>
            </a:lvl8pPr>
            <a:lvl9pPr>
              <a:defRPr sz="2250" b="1">
                <a:solidFill>
                  <a:srgbClr val="1E5AA8"/>
                </a:solidFill>
                <a:latin typeface="Noto Sans"/>
                <a:ea typeface="Noto Sans"/>
                <a:cs typeface="Noto Sans"/>
              </a:defRPr>
            </a:lvl9pPr>
          </a:lstStyle>
          <a:p>
            <a:pPr>
              <a:defRPr sz="2250" b="1">
                <a:solidFill>
                  <a:srgbClr val="1E5AA8"/>
                </a:solidFill>
                <a:latin typeface="Noto Sans"/>
                <a:ea typeface="Noto Sans"/>
                <a:cs typeface="Noto Sans"/>
              </a:defRPr>
            </a:pPr>
            <a:r>
              <a:rPr sz="2250" b="1">
                <a:solidFill>
                  <a:srgbClr val="1E5AA8"/>
                </a:solidFill>
                <a:latin typeface="Noto Sans"/>
                <a:ea typeface="Noto Sans"/>
                <a:cs typeface="Noto Sans"/>
              </a:rPr>
              <a:t>Wireframe S07</a:t>
            </a:r>
            <a:endParaRPr sz="2250" b="1">
              <a:solidFill>
                <a:srgbClr val="1E5AA8"/>
              </a:solidFill>
              <a:latin typeface="Noto Sans"/>
              <a:ea typeface="Noto Sans"/>
              <a:cs typeface="Noto Sans"/>
            </a:endParaRPr>
          </a:p>
        </p:txBody>
      </p:sp>
      <p:sp>
        <p:nvSpPr>
          <p:cNvPr id="9" name="Figma S07"/>
          <p:cNvSpPr>
            <a:spLocks noGrp="1"/>
          </p:cNvSpPr>
          <p:nvPr/>
        </p:nvSpPr>
        <p:spPr>
          <a:xfrm>
            <a:off x="4000500" y="2714625"/>
            <a:ext cx="2857500" cy="381000"/>
          </a:xfrm>
          <a:prstGeom prst="rect">
            <a:avLst/>
          </a:prstGeom>
          <a:noFill/>
          <a:ln w="0">
            <a:noFill/>
          </a:ln>
        </p:spPr>
        <p:txBody>
          <a:bodyPr lIns="0" tIns="0" rIns="0" bIns="0">
            <a:noAutofit/>
          </a:bodyPr>
          <a:lstStyle>
            <a:defPPr>
              <a:defRPr sz="2250" b="1">
                <a:solidFill>
                  <a:srgbClr val="1E5AA8"/>
                </a:solidFill>
                <a:latin typeface="Noto Sans"/>
                <a:ea typeface="Noto Sans"/>
                <a:cs typeface="Noto Sans"/>
              </a:defRPr>
            </a:defPPr>
            <a:lvl1pPr>
              <a:defRPr sz="2250" b="1">
                <a:solidFill>
                  <a:srgbClr val="1E5AA8"/>
                </a:solidFill>
                <a:latin typeface="Noto Sans"/>
                <a:ea typeface="Noto Sans"/>
                <a:cs typeface="Noto Sans"/>
              </a:defRPr>
            </a:lvl1pPr>
            <a:lvl2pPr>
              <a:defRPr sz="2250" b="1">
                <a:solidFill>
                  <a:srgbClr val="1E5AA8"/>
                </a:solidFill>
                <a:latin typeface="Noto Sans"/>
                <a:ea typeface="Noto Sans"/>
                <a:cs typeface="Noto Sans"/>
              </a:defRPr>
            </a:lvl2pPr>
            <a:lvl3pPr>
              <a:defRPr sz="2250" b="1">
                <a:solidFill>
                  <a:srgbClr val="1E5AA8"/>
                </a:solidFill>
                <a:latin typeface="Noto Sans"/>
                <a:ea typeface="Noto Sans"/>
                <a:cs typeface="Noto Sans"/>
              </a:defRPr>
            </a:lvl3pPr>
            <a:lvl4pPr>
              <a:defRPr sz="2250" b="1">
                <a:solidFill>
                  <a:srgbClr val="1E5AA8"/>
                </a:solidFill>
                <a:latin typeface="Noto Sans"/>
                <a:ea typeface="Noto Sans"/>
                <a:cs typeface="Noto Sans"/>
              </a:defRPr>
            </a:lvl4pPr>
            <a:lvl5pPr>
              <a:defRPr sz="2250" b="1">
                <a:solidFill>
                  <a:srgbClr val="1E5AA8"/>
                </a:solidFill>
                <a:latin typeface="Noto Sans"/>
                <a:ea typeface="Noto Sans"/>
                <a:cs typeface="Noto Sans"/>
              </a:defRPr>
            </a:lvl5pPr>
            <a:lvl6pPr>
              <a:defRPr sz="2250" b="1">
                <a:solidFill>
                  <a:srgbClr val="1E5AA8"/>
                </a:solidFill>
                <a:latin typeface="Noto Sans"/>
                <a:ea typeface="Noto Sans"/>
                <a:cs typeface="Noto Sans"/>
              </a:defRPr>
            </a:lvl6pPr>
            <a:lvl7pPr>
              <a:defRPr sz="2250" b="1">
                <a:solidFill>
                  <a:srgbClr val="1E5AA8"/>
                </a:solidFill>
                <a:latin typeface="Noto Sans"/>
                <a:ea typeface="Noto Sans"/>
                <a:cs typeface="Noto Sans"/>
              </a:defRPr>
            </a:lvl7pPr>
            <a:lvl8pPr>
              <a:defRPr sz="2250" b="1">
                <a:solidFill>
                  <a:srgbClr val="1E5AA8"/>
                </a:solidFill>
                <a:latin typeface="Noto Sans"/>
                <a:ea typeface="Noto Sans"/>
                <a:cs typeface="Noto Sans"/>
              </a:defRPr>
            </a:lvl8pPr>
            <a:lvl9pPr>
              <a:defRPr sz="2250" b="1">
                <a:solidFill>
                  <a:srgbClr val="1E5AA8"/>
                </a:solidFill>
                <a:latin typeface="Noto Sans"/>
                <a:ea typeface="Noto Sans"/>
                <a:cs typeface="Noto Sans"/>
              </a:defRPr>
            </a:lvl9pPr>
          </a:lstStyle>
          <a:p>
            <a:pPr>
              <a:defRPr sz="2250" b="1">
                <a:solidFill>
                  <a:srgbClr val="1E5AA8"/>
                </a:solidFill>
                <a:latin typeface="Noto Sans"/>
                <a:ea typeface="Noto Sans"/>
                <a:cs typeface="Noto Sans"/>
              </a:defRPr>
            </a:pPr>
            <a:r>
              <a:rPr sz="2250" b="1">
                <a:solidFill>
                  <a:srgbClr val="1E5AA8"/>
                </a:solidFill>
                <a:latin typeface="Noto Sans"/>
                <a:ea typeface="Noto Sans"/>
                <a:cs typeface="Noto Sans"/>
              </a:rPr>
              <a:t>Figma S07</a:t>
            </a:r>
            <a:endParaRPr sz="2250" b="1">
              <a:solidFill>
                <a:srgbClr val="1E5AA8"/>
              </a:solidFill>
              <a:latin typeface="Noto Sans"/>
              <a:ea typeface="Noto Sans"/>
              <a:cs typeface="Noto Sans"/>
            </a:endParaRPr>
          </a:p>
        </p:txBody>
      </p:sp>
      <p:pic>
        <p:nvPicPr>
          <p:cNvPr id="10" name="Picture 9"/>
          <p:cNvPicPr>
            <a:picLocks noChangeAspect="1"/>
          </p:cNvPicPr>
          <p:nvPr/>
        </p:nvPicPr>
        <p:blipFill>
          <a:blip r:embed="rId4"/>
          <a:stretch>
            <a:fillRect/>
          </a:stretch>
        </p:blipFill>
        <p:spPr>
          <a:xfrm>
            <a:off x="1126713" y="3333750"/>
            <a:ext cx="2356673" cy="5505450"/>
          </a:xfrm>
          <a:prstGeom prst="rect">
            <a:avLst/>
          </a:prstGeom>
        </p:spPr>
      </p:pic>
      <p:pic>
        <p:nvPicPr>
          <p:cNvPr id="11" name="Picture 10"/>
          <p:cNvPicPr>
            <a:picLocks noChangeAspect="1"/>
          </p:cNvPicPr>
          <p:nvPr/>
        </p:nvPicPr>
        <p:blipFill>
          <a:blip r:embed="rId5"/>
          <a:stretch>
            <a:fillRect/>
          </a:stretch>
        </p:blipFill>
        <p:spPr>
          <a:xfrm>
            <a:off x="4000500" y="3334808"/>
            <a:ext cx="2476500" cy="5503333"/>
          </a:xfrm>
          <a:prstGeom prst="rect">
            <a:avLst/>
          </a:prstGeom>
        </p:spPr>
      </p:pic>
      <p:pic>
        <p:nvPicPr>
          <p:cNvPr id="12" name="Picture 11"/>
          <p:cNvPicPr>
            <a:picLocks noChangeAspect="1"/>
          </p:cNvPicPr>
          <p:nvPr/>
        </p:nvPicPr>
        <p:blipFill>
          <a:blip r:embed="rId6"/>
          <a:stretch>
            <a:fillRect/>
          </a:stretch>
        </p:blipFill>
        <p:spPr>
          <a:xfrm>
            <a:off x="8578766" y="2714625"/>
            <a:ext cx="7321717" cy="6048375"/>
          </a:xfrm>
          <a:prstGeom prst="rect">
            <a:avLst/>
          </a:prstGeom>
        </p:spPr>
      </p:pic>
      <p:sp>
        <p:nvSpPr>
          <p:cNvPr id="13" name="10 màn chức năng trên page 03"/>
          <p:cNvSpPr>
            <a:spLocks noGrp="1"/>
          </p:cNvSpPr>
          <p:nvPr/>
        </p:nvSpPr>
        <p:spPr>
          <a:xfrm>
            <a:off x="7620000" y="8763000"/>
            <a:ext cx="9048750" cy="428625"/>
          </a:xfrm>
          <a:prstGeom prst="rect">
            <a:avLst/>
          </a:prstGeom>
          <a:noFill/>
          <a:ln w="0">
            <a:noFill/>
          </a:ln>
        </p:spPr>
        <p:txBody>
          <a:bodyPr lIns="0" tIns="0" rIns="0" bIns="0">
            <a:noAutofit/>
          </a:bodyPr>
          <a:lstStyle>
            <a:defPPr>
              <a:defRPr sz="2325" b="1">
                <a:solidFill>
                  <a:srgbClr val="031C36"/>
                </a:solidFill>
                <a:latin typeface="Noto Sans"/>
                <a:ea typeface="Noto Sans"/>
                <a:cs typeface="Noto Sans"/>
              </a:defRPr>
            </a:defPPr>
            <a:lvl1pPr>
              <a:defRPr sz="2325" b="1">
                <a:solidFill>
                  <a:srgbClr val="031C36"/>
                </a:solidFill>
                <a:latin typeface="Noto Sans"/>
                <a:ea typeface="Noto Sans"/>
                <a:cs typeface="Noto Sans"/>
              </a:defRPr>
            </a:lvl1pPr>
            <a:lvl2pPr>
              <a:defRPr sz="2325" b="1">
                <a:solidFill>
                  <a:srgbClr val="031C36"/>
                </a:solidFill>
                <a:latin typeface="Noto Sans"/>
                <a:ea typeface="Noto Sans"/>
                <a:cs typeface="Noto Sans"/>
              </a:defRPr>
            </a:lvl2pPr>
            <a:lvl3pPr>
              <a:defRPr sz="2325" b="1">
                <a:solidFill>
                  <a:srgbClr val="031C36"/>
                </a:solidFill>
                <a:latin typeface="Noto Sans"/>
                <a:ea typeface="Noto Sans"/>
                <a:cs typeface="Noto Sans"/>
              </a:defRPr>
            </a:lvl3pPr>
            <a:lvl4pPr>
              <a:defRPr sz="2325" b="1">
                <a:solidFill>
                  <a:srgbClr val="031C36"/>
                </a:solidFill>
                <a:latin typeface="Noto Sans"/>
                <a:ea typeface="Noto Sans"/>
                <a:cs typeface="Noto Sans"/>
              </a:defRPr>
            </a:lvl4pPr>
            <a:lvl5pPr>
              <a:defRPr sz="2325" b="1">
                <a:solidFill>
                  <a:srgbClr val="031C36"/>
                </a:solidFill>
                <a:latin typeface="Noto Sans"/>
                <a:ea typeface="Noto Sans"/>
                <a:cs typeface="Noto Sans"/>
              </a:defRPr>
            </a:lvl5pPr>
            <a:lvl6pPr>
              <a:defRPr sz="2325" b="1">
                <a:solidFill>
                  <a:srgbClr val="031C36"/>
                </a:solidFill>
                <a:latin typeface="Noto Sans"/>
                <a:ea typeface="Noto Sans"/>
                <a:cs typeface="Noto Sans"/>
              </a:defRPr>
            </a:lvl6pPr>
            <a:lvl7pPr>
              <a:defRPr sz="2325" b="1">
                <a:solidFill>
                  <a:srgbClr val="031C36"/>
                </a:solidFill>
                <a:latin typeface="Noto Sans"/>
                <a:ea typeface="Noto Sans"/>
                <a:cs typeface="Noto Sans"/>
              </a:defRPr>
            </a:lvl7pPr>
            <a:lvl8pPr>
              <a:defRPr sz="2325" b="1">
                <a:solidFill>
                  <a:srgbClr val="031C36"/>
                </a:solidFill>
                <a:latin typeface="Noto Sans"/>
                <a:ea typeface="Noto Sans"/>
                <a:cs typeface="Noto Sans"/>
              </a:defRPr>
            </a:lvl8pPr>
            <a:lvl9pPr>
              <a:defRPr sz="2325" b="1">
                <a:solidFill>
                  <a:srgbClr val="031C36"/>
                </a:solidFill>
                <a:latin typeface="Noto Sans"/>
                <a:ea typeface="Noto Sans"/>
                <a:cs typeface="Noto Sans"/>
              </a:defRPr>
            </a:lvl9pPr>
          </a:lstStyle>
          <a:p>
            <a:pPr>
              <a:defRPr sz="2325" b="1">
                <a:solidFill>
                  <a:srgbClr val="031C36"/>
                </a:solidFill>
                <a:latin typeface="Noto Sans"/>
                <a:ea typeface="Noto Sans"/>
                <a:cs typeface="Noto Sans"/>
              </a:defRPr>
            </a:pPr>
            <a:r>
              <a:rPr sz="2325" b="1">
                <a:solidFill>
                  <a:srgbClr val="031C36"/>
                </a:solidFill>
                <a:latin typeface="Noto Sans"/>
                <a:ea typeface="Noto Sans"/>
                <a:cs typeface="Noto Sans"/>
              </a:rPr>
              <a:t>10 màn chức năng trên page 03</a:t>
            </a:r>
            <a:endParaRPr sz="2325" b="1">
              <a:solidFill>
                <a:srgbClr val="031C36"/>
              </a:solidFill>
              <a:latin typeface="Noto Sans"/>
              <a:ea typeface="Noto Sans"/>
              <a:cs typeface="No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Design system và component"/>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Design system và component</a:t>
            </a:r>
            <a:endParaRPr sz="4350" b="1">
              <a:solidFill>
                <a:srgbClr val="1E5AA8"/>
              </a:solidFill>
              <a:latin typeface="Noto Sans"/>
              <a:ea typeface="Noto Sans"/>
              <a:cs typeface="Noto Sans"/>
            </a:endParaRPr>
          </a:p>
        </p:txBody>
      </p:sp>
      <p:sp>
        <p:nvSpPr>
          <p:cNvPr id="2" name="37 biến, 6 text style, 1 effect style. 9 nhóm bắt buộc và 1 "/>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37 biến, 6 text style, 1 effect style. 9 nhóm bắt buộc và 1 nhóm accordion bổ sung.</a:t>
            </a:r>
            <a:endParaRPr sz="2250" b="0">
              <a:solidFill>
                <a:srgbClr val="424751"/>
              </a:solidFill>
              <a:latin typeface="Noto Sans"/>
              <a:ea typeface="Noto Sans"/>
              <a:cs typeface="Noto Sans"/>
            </a:endParaRPr>
          </a:p>
        </p:txBody>
      </p:sp>
      <p:sp>
        <p:nvSpPr>
          <p:cNvPr id="3" name="09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09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Figma 04 Design System"/>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Figma 04 Design System</a:t>
            </a:r>
            <a:endParaRPr sz="1650" b="0">
              <a:solidFill>
                <a:srgbClr val="1E5AA8"/>
              </a:solidFill>
              <a:latin typeface="Noto Sans"/>
              <a:ea typeface="Noto Sans"/>
              <a:cs typeface="Noto Sans"/>
              <a:hlinkClick r:id="rId1"/>
            </a:endParaRPr>
          </a:p>
        </p:txBody>
      </p:sp>
      <p:sp>
        <p:nvSpPr>
          <p:cNvPr id="6" name="Figma 05 Components"/>
          <p:cNvSpPr>
            <a:spLocks noGrp="1"/>
          </p:cNvSpPr>
          <p:nvPr/>
        </p:nvSpPr>
        <p:spPr>
          <a:xfrm>
            <a:off x="71913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Figma 05 Components</a:t>
            </a:r>
            <a:endParaRPr sz="1650" b="0">
              <a:solidFill>
                <a:srgbClr val="1E5AA8"/>
              </a:solidFill>
              <a:latin typeface="Noto Sans"/>
              <a:ea typeface="Noto Sans"/>
              <a:cs typeface="Noto Sans"/>
              <a:hlinkClick r:id="rId2"/>
            </a:endParaRPr>
          </a:p>
        </p:txBody>
      </p:sp>
      <p:sp>
        <p:nvSpPr>
          <p:cNvPr id="7" name="Audit thư viện và accordion"/>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3"/>
              </a:rPr>
              <a:t>Audit thư viện và accordion</a:t>
            </a:r>
            <a:endParaRPr sz="1650" b="0">
              <a:solidFill>
                <a:srgbClr val="1E5AA8"/>
              </a:solidFill>
              <a:latin typeface="Noto Sans"/>
              <a:ea typeface="Noto Sans"/>
              <a:cs typeface="Noto Sans"/>
              <a:hlinkClick r:id="rId3"/>
            </a:endParaRPr>
          </a:p>
        </p:txBody>
      </p:sp>
      <p:graphicFrame>
        <p:nvGraphicFramePr>
          <p:cNvPr id="8" name="Table 7"/>
          <p:cNvGraphicFramePr/>
          <p:nvPr/>
        </p:nvGraphicFramePr>
        <p:xfrm>
          <a:off x="1066800" y="2857500"/>
          <a:ext cx="11049000" cy="3905250"/>
        </p:xfrm>
        <a:graphic>
          <a:graphicData uri="http://schemas.openxmlformats.org/drawingml/2006/table">
            <a:tbl>
              <a:tblPr/>
              <a:tblGrid>
                <a:gridCol w="4191000"/>
                <a:gridCol w="3333750"/>
                <a:gridCol w="3524250"/>
              </a:tblGrid>
              <a:tr h="650875">
                <a:tc>
                  <a:txBody>
                    <a:bodyPr/>
                    <a:lstStyle/>
                    <a:p>
                      <a:r>
                        <a:rPr sz="2175" b="1">
                          <a:solidFill>
                            <a:srgbClr val="FFFFFF"/>
                          </a:solidFill>
                          <a:latin typeface="Noto Sans"/>
                          <a:ea typeface="Noto Sans"/>
                          <a:cs typeface="Noto Sans"/>
                        </a:rPr>
                        <a:t>Token</a:t>
                      </a:r>
                      <a:endParaRPr sz="2175" b="1">
                        <a:solidFill>
                          <a:srgbClr val="FFFFFF"/>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175" b="1">
                          <a:solidFill>
                            <a:srgbClr val="FFFFFF"/>
                          </a:solidFill>
                          <a:latin typeface="Noto Sans"/>
                          <a:ea typeface="Noto Sans"/>
                          <a:cs typeface="Noto Sans"/>
                        </a:rPr>
                        <a:t>Giá trị</a:t>
                      </a:r>
                      <a:endParaRPr sz="2175"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175" b="1">
                          <a:solidFill>
                            <a:srgbClr val="FFFFFF"/>
                          </a:solidFill>
                          <a:latin typeface="Noto Sans"/>
                          <a:ea typeface="Noto Sans"/>
                          <a:cs typeface="Noto Sans"/>
                        </a:rPr>
                        <a:t>Vai trò</a:t>
                      </a:r>
                      <a:endParaRPr sz="2175"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r>
              <a:tr h="650875">
                <a:tc>
                  <a:txBody>
                    <a:bodyPr/>
                    <a:lstStyle/>
                    <a:p>
                      <a:r>
                        <a:rPr sz="2175" b="0">
                          <a:solidFill>
                            <a:srgbClr val="031C36"/>
                          </a:solidFill>
                          <a:latin typeface="Noto Sans"/>
                          <a:ea typeface="Noto Sans"/>
                          <a:cs typeface="Noto Sans"/>
                        </a:rPr>
                        <a:t>color/surface</a:t>
                      </a:r>
                      <a:endParaRPr sz="2175"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75" b="0">
                          <a:solidFill>
                            <a:srgbClr val="031C36"/>
                          </a:solidFill>
                          <a:latin typeface="Noto Sans"/>
                          <a:ea typeface="Noto Sans"/>
                          <a:cs typeface="Noto Sans"/>
                        </a:rPr>
                        <a:t>#F8F9FF</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75" b="0">
                          <a:solidFill>
                            <a:srgbClr val="031C36"/>
                          </a:solidFill>
                          <a:latin typeface="Noto Sans"/>
                          <a:ea typeface="Noto Sans"/>
                          <a:cs typeface="Noto Sans"/>
                        </a:rPr>
                        <a:t>Nền ứng dụng</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650875">
                <a:tc>
                  <a:txBody>
                    <a:bodyPr/>
                    <a:lstStyle/>
                    <a:p>
                      <a:r>
                        <a:rPr sz="2175" b="0">
                          <a:solidFill>
                            <a:srgbClr val="031C36"/>
                          </a:solidFill>
                          <a:latin typeface="Noto Sans"/>
                          <a:ea typeface="Noto Sans"/>
                          <a:cs typeface="Noto Sans"/>
                        </a:rPr>
                        <a:t>color/primary-container</a:t>
                      </a:r>
                      <a:endParaRPr sz="2175"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175" b="0">
                          <a:solidFill>
                            <a:srgbClr val="031C36"/>
                          </a:solidFill>
                          <a:latin typeface="Noto Sans"/>
                          <a:ea typeface="Noto Sans"/>
                          <a:cs typeface="Noto Sans"/>
                        </a:rPr>
                        <a:t>#1E5AA8</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c>
                  <a:txBody>
                    <a:bodyPr/>
                    <a:lstStyle/>
                    <a:p>
                      <a:r>
                        <a:rPr sz="2175" b="0">
                          <a:solidFill>
                            <a:srgbClr val="031C36"/>
                          </a:solidFill>
                          <a:latin typeface="Noto Sans"/>
                          <a:ea typeface="Noto Sans"/>
                          <a:cs typeface="Noto Sans"/>
                        </a:rPr>
                        <a:t>CTA và selected</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650875">
                <a:tc>
                  <a:txBody>
                    <a:bodyPr/>
                    <a:lstStyle/>
                    <a:p>
                      <a:r>
                        <a:rPr sz="2175" b="0">
                          <a:solidFill>
                            <a:srgbClr val="031C36"/>
                          </a:solidFill>
                          <a:latin typeface="Noto Sans"/>
                          <a:ea typeface="Noto Sans"/>
                          <a:cs typeface="Noto Sans"/>
                        </a:rPr>
                        <a:t>color/on-surface</a:t>
                      </a:r>
                      <a:endParaRPr sz="2175"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75" b="0">
                          <a:solidFill>
                            <a:srgbClr val="031C36"/>
                          </a:solidFill>
                          <a:latin typeface="Noto Sans"/>
                          <a:ea typeface="Noto Sans"/>
                          <a:cs typeface="Noto Sans"/>
                        </a:rPr>
                        <a:t>#031C36</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75" b="0">
                          <a:solidFill>
                            <a:srgbClr val="031C36"/>
                          </a:solidFill>
                          <a:latin typeface="Noto Sans"/>
                          <a:ea typeface="Noto Sans"/>
                          <a:cs typeface="Noto Sans"/>
                        </a:rPr>
                        <a:t>Chữ chính</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650875">
                <a:tc>
                  <a:txBody>
                    <a:bodyPr/>
                    <a:lstStyle/>
                    <a:p>
                      <a:r>
                        <a:rPr sz="2175" b="0">
                          <a:solidFill>
                            <a:srgbClr val="031C36"/>
                          </a:solidFill>
                          <a:latin typeface="Noto Sans"/>
                          <a:ea typeface="Noto Sans"/>
                          <a:cs typeface="Noto Sans"/>
                        </a:rPr>
                        <a:t>spacing</a:t>
                      </a:r>
                      <a:endParaRPr sz="2175"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175" b="0">
                          <a:solidFill>
                            <a:srgbClr val="031C36"/>
                          </a:solidFill>
                          <a:latin typeface="Noto Sans"/>
                          <a:ea typeface="Noto Sans"/>
                          <a:cs typeface="Noto Sans"/>
                        </a:rPr>
                        <a:t>4 / 8 / 12 / 16 / 24 / 32</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c>
                  <a:txBody>
                    <a:bodyPr/>
                    <a:lstStyle/>
                    <a:p>
                      <a:r>
                        <a:rPr sz="2175" b="0">
                          <a:solidFill>
                            <a:srgbClr val="031C36"/>
                          </a:solidFill>
                          <a:latin typeface="Noto Sans"/>
                          <a:ea typeface="Noto Sans"/>
                          <a:cs typeface="Noto Sans"/>
                        </a:rPr>
                        <a:t>Nhịp bố cục</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650875">
                <a:tc>
                  <a:txBody>
                    <a:bodyPr/>
                    <a:lstStyle/>
                    <a:p>
                      <a:r>
                        <a:rPr sz="2175" b="0">
                          <a:solidFill>
                            <a:srgbClr val="031C36"/>
                          </a:solidFill>
                          <a:latin typeface="Noto Sans"/>
                          <a:ea typeface="Noto Sans"/>
                          <a:cs typeface="Noto Sans"/>
                        </a:rPr>
                        <a:t>radius</a:t>
                      </a:r>
                      <a:endParaRPr sz="2175"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75" b="0">
                          <a:solidFill>
                            <a:srgbClr val="031C36"/>
                          </a:solidFill>
                          <a:latin typeface="Noto Sans"/>
                          <a:ea typeface="Noto Sans"/>
                          <a:cs typeface="Noto Sans"/>
                        </a:rPr>
                        <a:t>8 / 12 / 16 / 24</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c>
                  <a:txBody>
                    <a:bodyPr/>
                    <a:lstStyle/>
                    <a:p>
                      <a:r>
                        <a:rPr sz="2175" b="0">
                          <a:solidFill>
                            <a:srgbClr val="031C36"/>
                          </a:solidFill>
                          <a:latin typeface="Noto Sans"/>
                          <a:ea typeface="Noto Sans"/>
                          <a:cs typeface="Noto Sans"/>
                        </a:rPr>
                        <a:t>Input, button, card, dialog</a:t>
                      </a:r>
                      <a:endParaRPr sz="2175"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bl>
          </a:graphicData>
        </a:graphic>
      </p:graphicFrame>
      <p:sp>
        <p:nvSpPr>
          <p:cNvPr id="9" name="Type: 24/32, 20/28, 16/24, 14/20"/>
          <p:cNvSpPr>
            <a:spLocks noGrp="1"/>
          </p:cNvSpPr>
          <p:nvPr/>
        </p:nvSpPr>
        <p:spPr>
          <a:xfrm>
            <a:off x="1066800" y="7096125"/>
            <a:ext cx="10763250" cy="523875"/>
          </a:xfrm>
          <a:prstGeom prst="rect">
            <a:avLst/>
          </a:prstGeom>
          <a:noFill/>
          <a:ln w="0">
            <a:noFill/>
          </a:ln>
        </p:spPr>
        <p:txBody>
          <a:bodyPr lIns="0" tIns="0" rIns="0" bIns="0">
            <a:noAutofit/>
          </a:bodyPr>
          <a:lstStyle>
            <a:defPPr>
              <a:defRPr sz="2550" b="1">
                <a:solidFill>
                  <a:srgbClr val="031C36"/>
                </a:solidFill>
                <a:latin typeface="Noto Sans"/>
                <a:ea typeface="Noto Sans"/>
                <a:cs typeface="Noto Sans"/>
              </a:defRPr>
            </a:defPPr>
            <a:lvl1pPr>
              <a:defRPr sz="2550" b="1">
                <a:solidFill>
                  <a:srgbClr val="031C36"/>
                </a:solidFill>
                <a:latin typeface="Noto Sans"/>
                <a:ea typeface="Noto Sans"/>
                <a:cs typeface="Noto Sans"/>
              </a:defRPr>
            </a:lvl1pPr>
            <a:lvl2pPr>
              <a:defRPr sz="2550" b="1">
                <a:solidFill>
                  <a:srgbClr val="031C36"/>
                </a:solidFill>
                <a:latin typeface="Noto Sans"/>
                <a:ea typeface="Noto Sans"/>
                <a:cs typeface="Noto Sans"/>
              </a:defRPr>
            </a:lvl2pPr>
            <a:lvl3pPr>
              <a:defRPr sz="2550" b="1">
                <a:solidFill>
                  <a:srgbClr val="031C36"/>
                </a:solidFill>
                <a:latin typeface="Noto Sans"/>
                <a:ea typeface="Noto Sans"/>
                <a:cs typeface="Noto Sans"/>
              </a:defRPr>
            </a:lvl3pPr>
            <a:lvl4pPr>
              <a:defRPr sz="2550" b="1">
                <a:solidFill>
                  <a:srgbClr val="031C36"/>
                </a:solidFill>
                <a:latin typeface="Noto Sans"/>
                <a:ea typeface="Noto Sans"/>
                <a:cs typeface="Noto Sans"/>
              </a:defRPr>
            </a:lvl4pPr>
            <a:lvl5pPr>
              <a:defRPr sz="2550" b="1">
                <a:solidFill>
                  <a:srgbClr val="031C36"/>
                </a:solidFill>
                <a:latin typeface="Noto Sans"/>
                <a:ea typeface="Noto Sans"/>
                <a:cs typeface="Noto Sans"/>
              </a:defRPr>
            </a:lvl5pPr>
            <a:lvl6pPr>
              <a:defRPr sz="2550" b="1">
                <a:solidFill>
                  <a:srgbClr val="031C36"/>
                </a:solidFill>
                <a:latin typeface="Noto Sans"/>
                <a:ea typeface="Noto Sans"/>
                <a:cs typeface="Noto Sans"/>
              </a:defRPr>
            </a:lvl6pPr>
            <a:lvl7pPr>
              <a:defRPr sz="2550" b="1">
                <a:solidFill>
                  <a:srgbClr val="031C36"/>
                </a:solidFill>
                <a:latin typeface="Noto Sans"/>
                <a:ea typeface="Noto Sans"/>
                <a:cs typeface="Noto Sans"/>
              </a:defRPr>
            </a:lvl7pPr>
            <a:lvl8pPr>
              <a:defRPr sz="2550" b="1">
                <a:solidFill>
                  <a:srgbClr val="031C36"/>
                </a:solidFill>
                <a:latin typeface="Noto Sans"/>
                <a:ea typeface="Noto Sans"/>
                <a:cs typeface="Noto Sans"/>
              </a:defRPr>
            </a:lvl8pPr>
            <a:lvl9pPr>
              <a:defRPr sz="2550" b="1">
                <a:solidFill>
                  <a:srgbClr val="031C36"/>
                </a:solidFill>
                <a:latin typeface="Noto Sans"/>
                <a:ea typeface="Noto Sans"/>
                <a:cs typeface="Noto Sans"/>
              </a:defRPr>
            </a:lvl9pPr>
          </a:lstStyle>
          <a:p>
            <a:pPr>
              <a:defRPr sz="2550" b="1">
                <a:solidFill>
                  <a:srgbClr val="031C36"/>
                </a:solidFill>
                <a:latin typeface="Noto Sans"/>
                <a:ea typeface="Noto Sans"/>
                <a:cs typeface="Noto Sans"/>
              </a:defRPr>
            </a:pPr>
            <a:r>
              <a:rPr sz="2550" b="1">
                <a:solidFill>
                  <a:srgbClr val="031C36"/>
                </a:solidFill>
                <a:latin typeface="Noto Sans"/>
                <a:ea typeface="Noto Sans"/>
                <a:cs typeface="Noto Sans"/>
              </a:rPr>
              <a:t>Type: 24/32, 20/28, 16/24, 14/20</a:t>
            </a:r>
            <a:endParaRPr sz="2550" b="1">
              <a:solidFill>
                <a:srgbClr val="031C36"/>
              </a:solidFill>
              <a:latin typeface="Noto Sans"/>
              <a:ea typeface="Noto Sans"/>
              <a:cs typeface="Noto Sans"/>
            </a:endParaRPr>
          </a:p>
        </p:txBody>
      </p:sp>
      <p:sp>
        <p:nvSpPr>
          <p:cNvPr id="10" name="Elevation: 1 effect style dùng cho card"/>
          <p:cNvSpPr>
            <a:spLocks noGrp="1"/>
          </p:cNvSpPr>
          <p:nvPr/>
        </p:nvSpPr>
        <p:spPr>
          <a:xfrm>
            <a:off x="1066800" y="7715250"/>
            <a:ext cx="10763250" cy="428625"/>
          </a:xfrm>
          <a:prstGeom prst="rect">
            <a:avLst/>
          </a:prstGeom>
          <a:noFill/>
          <a:ln w="0">
            <a:noFill/>
          </a:ln>
        </p:spPr>
        <p:txBody>
          <a:bodyPr lIns="0" tIns="0" rIns="0" bIns="0">
            <a:noAutofit/>
          </a:bodyPr>
          <a:lstStyle>
            <a:defPPr>
              <a:defRPr sz="2175" b="0">
                <a:solidFill>
                  <a:srgbClr val="031C36"/>
                </a:solidFill>
                <a:latin typeface="Noto Sans"/>
                <a:ea typeface="Noto Sans"/>
                <a:cs typeface="Noto Sans"/>
              </a:defRPr>
            </a:defPPr>
            <a:lvl1pPr>
              <a:defRPr sz="2175" b="0">
                <a:solidFill>
                  <a:srgbClr val="031C36"/>
                </a:solidFill>
                <a:latin typeface="Noto Sans"/>
                <a:ea typeface="Noto Sans"/>
                <a:cs typeface="Noto Sans"/>
              </a:defRPr>
            </a:lvl1pPr>
            <a:lvl2pPr>
              <a:defRPr sz="2175" b="0">
                <a:solidFill>
                  <a:srgbClr val="031C36"/>
                </a:solidFill>
                <a:latin typeface="Noto Sans"/>
                <a:ea typeface="Noto Sans"/>
                <a:cs typeface="Noto Sans"/>
              </a:defRPr>
            </a:lvl2pPr>
            <a:lvl3pPr>
              <a:defRPr sz="2175" b="0">
                <a:solidFill>
                  <a:srgbClr val="031C36"/>
                </a:solidFill>
                <a:latin typeface="Noto Sans"/>
                <a:ea typeface="Noto Sans"/>
                <a:cs typeface="Noto Sans"/>
              </a:defRPr>
            </a:lvl3pPr>
            <a:lvl4pPr>
              <a:defRPr sz="2175" b="0">
                <a:solidFill>
                  <a:srgbClr val="031C36"/>
                </a:solidFill>
                <a:latin typeface="Noto Sans"/>
                <a:ea typeface="Noto Sans"/>
                <a:cs typeface="Noto Sans"/>
              </a:defRPr>
            </a:lvl4pPr>
            <a:lvl5pPr>
              <a:defRPr sz="2175" b="0">
                <a:solidFill>
                  <a:srgbClr val="031C36"/>
                </a:solidFill>
                <a:latin typeface="Noto Sans"/>
                <a:ea typeface="Noto Sans"/>
                <a:cs typeface="Noto Sans"/>
              </a:defRPr>
            </a:lvl5pPr>
            <a:lvl6pPr>
              <a:defRPr sz="2175" b="0">
                <a:solidFill>
                  <a:srgbClr val="031C36"/>
                </a:solidFill>
                <a:latin typeface="Noto Sans"/>
                <a:ea typeface="Noto Sans"/>
                <a:cs typeface="Noto Sans"/>
              </a:defRPr>
            </a:lvl6pPr>
            <a:lvl7pPr>
              <a:defRPr sz="2175" b="0">
                <a:solidFill>
                  <a:srgbClr val="031C36"/>
                </a:solidFill>
                <a:latin typeface="Noto Sans"/>
                <a:ea typeface="Noto Sans"/>
                <a:cs typeface="Noto Sans"/>
              </a:defRPr>
            </a:lvl7pPr>
            <a:lvl8pPr>
              <a:defRPr sz="2175" b="0">
                <a:solidFill>
                  <a:srgbClr val="031C36"/>
                </a:solidFill>
                <a:latin typeface="Noto Sans"/>
                <a:ea typeface="Noto Sans"/>
                <a:cs typeface="Noto Sans"/>
              </a:defRPr>
            </a:lvl8pPr>
            <a:lvl9pPr>
              <a:defRPr sz="2175" b="0">
                <a:solidFill>
                  <a:srgbClr val="031C36"/>
                </a:solidFill>
                <a:latin typeface="Noto Sans"/>
                <a:ea typeface="Noto Sans"/>
                <a:cs typeface="Noto Sans"/>
              </a:defRPr>
            </a:lvl9pPr>
          </a:lstStyle>
          <a:p>
            <a:pPr>
              <a:defRPr sz="2175" b="0">
                <a:solidFill>
                  <a:srgbClr val="031C36"/>
                </a:solidFill>
                <a:latin typeface="Noto Sans"/>
                <a:ea typeface="Noto Sans"/>
                <a:cs typeface="Noto Sans"/>
              </a:defRPr>
            </a:pPr>
            <a:r>
              <a:rPr sz="2175" b="0">
                <a:solidFill>
                  <a:srgbClr val="031C36"/>
                </a:solidFill>
                <a:latin typeface="Noto Sans"/>
                <a:ea typeface="Noto Sans"/>
                <a:cs typeface="Noto Sans"/>
              </a:rPr>
              <a:t>Elevation: 1 effect style dùng cho card</a:t>
            </a:r>
            <a:endParaRPr sz="2175" b="0">
              <a:solidFill>
                <a:srgbClr val="031C36"/>
              </a:solidFill>
              <a:latin typeface="Noto Sans"/>
              <a:ea typeface="Noto Sans"/>
              <a:cs typeface="Noto Sans"/>
            </a:endParaRPr>
          </a:p>
        </p:txBody>
      </p:sp>
      <p:sp>
        <p:nvSpPr>
          <p:cNvPr id="11" name="Button, TextField, Card, Navigation, AppBar,&#10;Dialog, Loading"/>
          <p:cNvSpPr>
            <a:spLocks noGrp="1"/>
          </p:cNvSpPr>
          <p:nvPr/>
        </p:nvSpPr>
        <p:spPr>
          <a:xfrm>
            <a:off x="1066800" y="8334375"/>
            <a:ext cx="10668000" cy="857250"/>
          </a:xfrm>
          <a:prstGeom prst="rect">
            <a:avLst/>
          </a:prstGeom>
          <a:noFill/>
          <a:ln w="0">
            <a:noFill/>
          </a:ln>
        </p:spPr>
        <p:txBody>
          <a:bodyPr lIns="0" tIns="0" rIns="0" bIns="0">
            <a:noAutofit/>
          </a:bodyPr>
          <a:lstStyle>
            <a:defPPr>
              <a:defRPr sz="2100" b="0">
                <a:solidFill>
                  <a:srgbClr val="031C36"/>
                </a:solidFill>
                <a:latin typeface="Noto Sans"/>
                <a:ea typeface="Noto Sans"/>
                <a:cs typeface="Noto Sans"/>
              </a:defRPr>
            </a:defPPr>
            <a:lvl1pPr>
              <a:defRPr sz="2100" b="0">
                <a:solidFill>
                  <a:srgbClr val="031C36"/>
                </a:solidFill>
                <a:latin typeface="Noto Sans"/>
                <a:ea typeface="Noto Sans"/>
                <a:cs typeface="Noto Sans"/>
              </a:defRPr>
            </a:lvl1pPr>
            <a:lvl2pPr>
              <a:defRPr sz="2100" b="0">
                <a:solidFill>
                  <a:srgbClr val="031C36"/>
                </a:solidFill>
                <a:latin typeface="Noto Sans"/>
                <a:ea typeface="Noto Sans"/>
                <a:cs typeface="Noto Sans"/>
              </a:defRPr>
            </a:lvl2pPr>
            <a:lvl3pPr>
              <a:defRPr sz="2100" b="0">
                <a:solidFill>
                  <a:srgbClr val="031C36"/>
                </a:solidFill>
                <a:latin typeface="Noto Sans"/>
                <a:ea typeface="Noto Sans"/>
                <a:cs typeface="Noto Sans"/>
              </a:defRPr>
            </a:lvl3pPr>
            <a:lvl4pPr>
              <a:defRPr sz="2100" b="0">
                <a:solidFill>
                  <a:srgbClr val="031C36"/>
                </a:solidFill>
                <a:latin typeface="Noto Sans"/>
                <a:ea typeface="Noto Sans"/>
                <a:cs typeface="Noto Sans"/>
              </a:defRPr>
            </a:lvl4pPr>
            <a:lvl5pPr>
              <a:defRPr sz="2100" b="0">
                <a:solidFill>
                  <a:srgbClr val="031C36"/>
                </a:solidFill>
                <a:latin typeface="Noto Sans"/>
                <a:ea typeface="Noto Sans"/>
                <a:cs typeface="Noto Sans"/>
              </a:defRPr>
            </a:lvl5pPr>
            <a:lvl6pPr>
              <a:defRPr sz="2100" b="0">
                <a:solidFill>
                  <a:srgbClr val="031C36"/>
                </a:solidFill>
                <a:latin typeface="Noto Sans"/>
                <a:ea typeface="Noto Sans"/>
                <a:cs typeface="Noto Sans"/>
              </a:defRPr>
            </a:lvl6pPr>
            <a:lvl7pPr>
              <a:defRPr sz="2100" b="0">
                <a:solidFill>
                  <a:srgbClr val="031C36"/>
                </a:solidFill>
                <a:latin typeface="Noto Sans"/>
                <a:ea typeface="Noto Sans"/>
                <a:cs typeface="Noto Sans"/>
              </a:defRPr>
            </a:lvl7pPr>
            <a:lvl8pPr>
              <a:defRPr sz="2100" b="0">
                <a:solidFill>
                  <a:srgbClr val="031C36"/>
                </a:solidFill>
                <a:latin typeface="Noto Sans"/>
                <a:ea typeface="Noto Sans"/>
                <a:cs typeface="Noto Sans"/>
              </a:defRPr>
            </a:lvl8pPr>
            <a:lvl9pPr>
              <a:defRPr sz="2100" b="0">
                <a:solidFill>
                  <a:srgbClr val="031C36"/>
                </a:solidFill>
                <a:latin typeface="Noto Sans"/>
                <a:ea typeface="Noto Sans"/>
                <a:cs typeface="Noto Sans"/>
              </a:defRPr>
            </a:lvl9pPr>
          </a:lstStyle>
          <a:p>
            <a:pPr>
              <a:defRPr sz="2100" b="0">
                <a:solidFill>
                  <a:srgbClr val="031C36"/>
                </a:solidFill>
                <a:latin typeface="Noto Sans"/>
                <a:ea typeface="Noto Sans"/>
                <a:cs typeface="Noto Sans"/>
              </a:defRPr>
            </a:pPr>
            <a:r>
              <a:rPr sz="2100" b="0">
                <a:solidFill>
                  <a:srgbClr val="031C36"/>
                </a:solidFill>
                <a:latin typeface="Noto Sans"/>
                <a:ea typeface="Noto Sans"/>
                <a:cs typeface="Noto Sans"/>
              </a:rPr>
              <a:t>Button, TextField, Card, Navigation, AppBar,</a:t>
            </a:r>
            <a:endParaRPr sz="2100" b="0">
              <a:solidFill>
                <a:srgbClr val="031C36"/>
              </a:solidFill>
              <a:latin typeface="Noto Sans"/>
              <a:ea typeface="Noto Sans"/>
              <a:cs typeface="Noto Sans"/>
            </a:endParaRPr>
          </a:p>
          <a:p>
            <a:pPr>
              <a:defRPr sz="2100" b="0">
                <a:solidFill>
                  <a:srgbClr val="031C36"/>
                </a:solidFill>
                <a:latin typeface="Noto Sans"/>
                <a:ea typeface="Noto Sans"/>
                <a:cs typeface="Noto Sans"/>
              </a:defRPr>
            </a:pPr>
            <a:r>
              <a:rPr sz="2100" b="0">
                <a:solidFill>
                  <a:srgbClr val="031C36"/>
                </a:solidFill>
                <a:latin typeface="Noto Sans"/>
                <a:ea typeface="Noto Sans"/>
                <a:cs typeface="Noto Sans"/>
              </a:rPr>
              <a:t>Dialog, Loading, Empty, Error, DiscoverGroup</a:t>
            </a:r>
            <a:endParaRPr sz="2100" b="0">
              <a:solidFill>
                <a:srgbClr val="031C36"/>
              </a:solidFill>
              <a:latin typeface="Noto Sans"/>
              <a:ea typeface="Noto Sans"/>
              <a:cs typeface="Noto Sans"/>
            </a:endParaRPr>
          </a:p>
        </p:txBody>
      </p:sp>
      <p:pic>
        <p:nvPicPr>
          <p:cNvPr id="12" name="Picture 11"/>
          <p:cNvPicPr>
            <a:picLocks noChangeAspect="1"/>
          </p:cNvPicPr>
          <p:nvPr/>
        </p:nvPicPr>
        <p:blipFill>
          <a:blip r:embed="rId4"/>
          <a:stretch>
            <a:fillRect/>
          </a:stretch>
        </p:blipFill>
        <p:spPr>
          <a:xfrm>
            <a:off x="12456160" y="1614805"/>
            <a:ext cx="5285740" cy="70796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Accessibility và responsive"/>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Accessibility và responsive</a:t>
            </a:r>
            <a:endParaRPr sz="4350" b="1">
              <a:solidFill>
                <a:srgbClr val="1E5AA8"/>
              </a:solidFill>
              <a:latin typeface="Noto Sans"/>
              <a:ea typeface="Noto Sans"/>
              <a:cs typeface="Noto Sans"/>
            </a:endParaRPr>
          </a:p>
        </p:txBody>
      </p:sp>
      <p:sp>
        <p:nvSpPr>
          <p:cNvPr id="2" name="Kiểm tra màu, chữ, vùng chạm và bố cục. Không đồng nhất kiểm"/>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Kiểm tra màu, chữ, vùng chạm và bố cục. Không đồng nhất kiểm tra thiết kế với user test.</a:t>
            </a:r>
            <a:endParaRPr sz="2250" b="0">
              <a:solidFill>
                <a:srgbClr val="424751"/>
              </a:solidFill>
              <a:latin typeface="Noto Sans"/>
              <a:ea typeface="Noto Sans"/>
              <a:cs typeface="Noto Sans"/>
            </a:endParaRPr>
          </a:p>
        </p:txBody>
      </p:sp>
      <p:sp>
        <p:nvSpPr>
          <p:cNvPr id="3" name="10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10 / 12</a:t>
            </a:r>
            <a:endParaRPr sz="1800" b="0">
              <a:solidFill>
                <a:srgbClr val="424751"/>
              </a:solidFill>
              <a:latin typeface="Noto Sans"/>
              <a:ea typeface="Noto Sans"/>
              <a:cs typeface="Noto Sans"/>
            </a:endParaRPr>
          </a:p>
        </p:txBody>
      </p:sp>
      <p:sp>
        <p:nvSpPr>
          <p:cNvPr id="7" name="Audit 360 / 412"/>
          <p:cNvSpPr>
            <a:spLocks noGrp="1"/>
          </p:cNvSpPr>
          <p:nvPr/>
        </p:nvSpPr>
        <p:spPr>
          <a:xfrm>
            <a:off x="12334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Audit 360 / 412</a:t>
            </a:r>
            <a:endParaRPr sz="1650" b="0">
              <a:solidFill>
                <a:srgbClr val="1E5AA8"/>
              </a:solidFill>
              <a:latin typeface="Noto Sans"/>
              <a:ea typeface="Noto Sans"/>
              <a:cs typeface="Noto Sans"/>
              <a:hlinkClick r:id="rId1"/>
            </a:endParaRPr>
          </a:p>
        </p:txBody>
      </p:sp>
      <p:graphicFrame>
        <p:nvGraphicFramePr>
          <p:cNvPr id="8" name="Table 7"/>
          <p:cNvGraphicFramePr/>
          <p:nvPr/>
        </p:nvGraphicFramePr>
        <p:xfrm>
          <a:off x="1066800" y="3000375"/>
          <a:ext cx="8191500" cy="3476625"/>
        </p:xfrm>
        <a:graphic>
          <a:graphicData uri="http://schemas.openxmlformats.org/drawingml/2006/table">
            <a:tbl>
              <a:tblPr/>
              <a:tblGrid>
                <a:gridCol w="5619750"/>
                <a:gridCol w="2571750"/>
              </a:tblGrid>
              <a:tr h="695325">
                <a:tc>
                  <a:txBody>
                    <a:bodyPr/>
                    <a:lstStyle/>
                    <a:p>
                      <a:r>
                        <a:rPr sz="2250" b="1">
                          <a:solidFill>
                            <a:srgbClr val="FFFFFF"/>
                          </a:solidFill>
                          <a:latin typeface="Noto Sans"/>
                          <a:ea typeface="Noto Sans"/>
                          <a:cs typeface="Noto Sans"/>
                        </a:rPr>
                        <a:t>Cặp màu chữ / nền</a:t>
                      </a:r>
                      <a:endParaRPr sz="2250" b="1">
                        <a:solidFill>
                          <a:srgbClr val="FFFFFF"/>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250" b="1">
                          <a:solidFill>
                            <a:srgbClr val="FFFFFF"/>
                          </a:solidFill>
                          <a:latin typeface="Noto Sans"/>
                          <a:ea typeface="Noto Sans"/>
                          <a:cs typeface="Noto Sans"/>
                        </a:rPr>
                        <a:t>Tỷ lệ</a:t>
                      </a:r>
                      <a:endParaRPr sz="2250"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r>
              <a:tr h="695325">
                <a:tc>
                  <a:txBody>
                    <a:bodyPr/>
                    <a:lstStyle/>
                    <a:p>
                      <a:r>
                        <a:rPr sz="2250" b="0">
                          <a:solidFill>
                            <a:srgbClr val="031C36"/>
                          </a:solidFill>
                          <a:latin typeface="Noto Sans"/>
                          <a:ea typeface="Noto Sans"/>
                          <a:cs typeface="Noto Sans"/>
                        </a:rPr>
                        <a:t>#031C36 / #F8F9FF</a:t>
                      </a:r>
                      <a:endParaRPr sz="225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250" b="0">
                          <a:solidFill>
                            <a:srgbClr val="031C36"/>
                          </a:solidFill>
                          <a:latin typeface="Noto Sans"/>
                          <a:ea typeface="Noto Sans"/>
                          <a:cs typeface="Noto Sans"/>
                        </a:rPr>
                        <a:t>16.34:1</a:t>
                      </a:r>
                      <a:endParaRPr sz="225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695325">
                <a:tc>
                  <a:txBody>
                    <a:bodyPr/>
                    <a:lstStyle/>
                    <a:p>
                      <a:r>
                        <a:rPr sz="2250" b="0">
                          <a:solidFill>
                            <a:srgbClr val="031C36"/>
                          </a:solidFill>
                          <a:latin typeface="Noto Sans"/>
                          <a:ea typeface="Noto Sans"/>
                          <a:cs typeface="Noto Sans"/>
                        </a:rPr>
                        <a:t>#FFFFFF / #1E5AA8</a:t>
                      </a:r>
                      <a:endParaRPr sz="225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250" b="0">
                          <a:solidFill>
                            <a:srgbClr val="031C36"/>
                          </a:solidFill>
                          <a:latin typeface="Noto Sans"/>
                          <a:ea typeface="Noto Sans"/>
                          <a:cs typeface="Noto Sans"/>
                        </a:rPr>
                        <a:t>6.81:1</a:t>
                      </a:r>
                      <a:endParaRPr sz="225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695325">
                <a:tc>
                  <a:txBody>
                    <a:bodyPr/>
                    <a:lstStyle/>
                    <a:p>
                      <a:r>
                        <a:rPr sz="2250" b="0">
                          <a:solidFill>
                            <a:srgbClr val="031C36"/>
                          </a:solidFill>
                          <a:latin typeface="Noto Sans"/>
                          <a:ea typeface="Noto Sans"/>
                          <a:cs typeface="Noto Sans"/>
                        </a:rPr>
                        <a:t>#424751 / #FFFFFF</a:t>
                      </a:r>
                      <a:endParaRPr sz="225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250" b="0">
                          <a:solidFill>
                            <a:srgbClr val="031C36"/>
                          </a:solidFill>
                          <a:latin typeface="Noto Sans"/>
                          <a:ea typeface="Noto Sans"/>
                          <a:cs typeface="Noto Sans"/>
                        </a:rPr>
                        <a:t>9.33:1</a:t>
                      </a:r>
                      <a:endParaRPr sz="225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695325">
                <a:tc>
                  <a:txBody>
                    <a:bodyPr/>
                    <a:lstStyle/>
                    <a:p>
                      <a:r>
                        <a:rPr sz="2250" b="0">
                          <a:solidFill>
                            <a:srgbClr val="031C36"/>
                          </a:solidFill>
                          <a:latin typeface="Noto Sans"/>
                          <a:ea typeface="Noto Sans"/>
                          <a:cs typeface="Noto Sans"/>
                        </a:rPr>
                        <a:t>#BA1A1A / #FFDAD6</a:t>
                      </a:r>
                      <a:endParaRPr sz="225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250" b="0">
                          <a:solidFill>
                            <a:srgbClr val="031C36"/>
                          </a:solidFill>
                          <a:latin typeface="Noto Sans"/>
                          <a:ea typeface="Noto Sans"/>
                          <a:cs typeface="Noto Sans"/>
                        </a:rPr>
                        <a:t>5.00:1</a:t>
                      </a:r>
                      <a:endParaRPr sz="225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bl>
          </a:graphicData>
        </a:graphic>
      </p:graphicFrame>
      <p:sp>
        <p:nvSpPr>
          <p:cNvPr id="9" name="CTA 52 dp; header / Back ≥48 dp&#10;Body 16 sp; label ≥14 sp&#10;Trạ"/>
          <p:cNvSpPr>
            <a:spLocks noGrp="1"/>
          </p:cNvSpPr>
          <p:nvPr/>
        </p:nvSpPr>
        <p:spPr>
          <a:xfrm>
            <a:off x="1143000" y="7000875"/>
            <a:ext cx="8096250" cy="1428750"/>
          </a:xfrm>
          <a:prstGeom prst="rect">
            <a:avLst/>
          </a:prstGeom>
          <a:noFill/>
          <a:ln w="0">
            <a:noFill/>
          </a:ln>
        </p:spPr>
        <p:txBody>
          <a:bodyPr lIns="0" tIns="0" rIns="0" bIns="0">
            <a:noAutofit/>
          </a:bodyPr>
          <a:lstStyle>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CTA 52 dp; header / Back ≥48 dp</a:t>
            </a:r>
            <a:endParaRPr sz="2400" b="0">
              <a:solidFill>
                <a:srgbClr val="031C36"/>
              </a:solidFill>
              <a:latin typeface="Noto Sans"/>
              <a:ea typeface="Noto Sans"/>
              <a:cs typeface="Noto Sans"/>
            </a:endParaRPr>
          </a:p>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Body 16 sp; label ≥14 sp</a:t>
            </a:r>
            <a:endParaRPr sz="2400" b="0">
              <a:solidFill>
                <a:srgbClr val="031C36"/>
              </a:solidFill>
              <a:latin typeface="Noto Sans"/>
              <a:ea typeface="Noto Sans"/>
              <a:cs typeface="Noto Sans"/>
            </a:endParaRPr>
          </a:p>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Trạng thái có nhãn và dấu kiểm</a:t>
            </a:r>
            <a:endParaRPr sz="2400" b="0">
              <a:solidFill>
                <a:srgbClr val="031C36"/>
              </a:solidFill>
              <a:latin typeface="Noto Sans"/>
              <a:ea typeface="Noto Sans"/>
              <a:cs typeface="Noto Sans"/>
            </a:endParaRPr>
          </a:p>
        </p:txBody>
      </p:sp>
      <p:sp>
        <p:nvSpPr>
          <p:cNvPr id="10" name="Chưa kiểm thử TalkBack và người dùng thật."/>
          <p:cNvSpPr>
            <a:spLocks noGrp="1"/>
          </p:cNvSpPr>
          <p:nvPr/>
        </p:nvSpPr>
        <p:spPr>
          <a:xfrm>
            <a:off x="1143000" y="8763000"/>
            <a:ext cx="8096250" cy="476250"/>
          </a:xfrm>
          <a:prstGeom prst="rect">
            <a:avLst/>
          </a:prstGeom>
          <a:noFill/>
          <a:ln w="0">
            <a:noFill/>
          </a:ln>
        </p:spPr>
        <p:txBody>
          <a:bodyPr lIns="0" tIns="0" rIns="0" bIns="0">
            <a:noAutofit/>
          </a:bodyPr>
          <a:lstStyle>
            <a:defPPr>
              <a:defRPr sz="2025" b="0">
                <a:solidFill>
                  <a:srgbClr val="424751"/>
                </a:solidFill>
                <a:latin typeface="Noto Sans"/>
                <a:ea typeface="Noto Sans"/>
                <a:cs typeface="Noto Sans"/>
              </a:defRPr>
            </a:defPPr>
            <a:lvl1pPr>
              <a:defRPr sz="2025" b="0">
                <a:solidFill>
                  <a:srgbClr val="424751"/>
                </a:solidFill>
                <a:latin typeface="Noto Sans"/>
                <a:ea typeface="Noto Sans"/>
                <a:cs typeface="Noto Sans"/>
              </a:defRPr>
            </a:lvl1pPr>
            <a:lvl2pPr>
              <a:defRPr sz="2025" b="0">
                <a:solidFill>
                  <a:srgbClr val="424751"/>
                </a:solidFill>
                <a:latin typeface="Noto Sans"/>
                <a:ea typeface="Noto Sans"/>
                <a:cs typeface="Noto Sans"/>
              </a:defRPr>
            </a:lvl2pPr>
            <a:lvl3pPr>
              <a:defRPr sz="2025" b="0">
                <a:solidFill>
                  <a:srgbClr val="424751"/>
                </a:solidFill>
                <a:latin typeface="Noto Sans"/>
                <a:ea typeface="Noto Sans"/>
                <a:cs typeface="Noto Sans"/>
              </a:defRPr>
            </a:lvl3pPr>
            <a:lvl4pPr>
              <a:defRPr sz="2025" b="0">
                <a:solidFill>
                  <a:srgbClr val="424751"/>
                </a:solidFill>
                <a:latin typeface="Noto Sans"/>
                <a:ea typeface="Noto Sans"/>
                <a:cs typeface="Noto Sans"/>
              </a:defRPr>
            </a:lvl4pPr>
            <a:lvl5pPr>
              <a:defRPr sz="2025" b="0">
                <a:solidFill>
                  <a:srgbClr val="424751"/>
                </a:solidFill>
                <a:latin typeface="Noto Sans"/>
                <a:ea typeface="Noto Sans"/>
                <a:cs typeface="Noto Sans"/>
              </a:defRPr>
            </a:lvl5pPr>
            <a:lvl6pPr>
              <a:defRPr sz="2025" b="0">
                <a:solidFill>
                  <a:srgbClr val="424751"/>
                </a:solidFill>
                <a:latin typeface="Noto Sans"/>
                <a:ea typeface="Noto Sans"/>
                <a:cs typeface="Noto Sans"/>
              </a:defRPr>
            </a:lvl6pPr>
            <a:lvl7pPr>
              <a:defRPr sz="2025" b="0">
                <a:solidFill>
                  <a:srgbClr val="424751"/>
                </a:solidFill>
                <a:latin typeface="Noto Sans"/>
                <a:ea typeface="Noto Sans"/>
                <a:cs typeface="Noto Sans"/>
              </a:defRPr>
            </a:lvl7pPr>
            <a:lvl8pPr>
              <a:defRPr sz="2025" b="0">
                <a:solidFill>
                  <a:srgbClr val="424751"/>
                </a:solidFill>
                <a:latin typeface="Noto Sans"/>
                <a:ea typeface="Noto Sans"/>
                <a:cs typeface="Noto Sans"/>
              </a:defRPr>
            </a:lvl8pPr>
            <a:lvl9pPr>
              <a:defRPr sz="2025" b="0">
                <a:solidFill>
                  <a:srgbClr val="424751"/>
                </a:solidFill>
                <a:latin typeface="Noto Sans"/>
                <a:ea typeface="Noto Sans"/>
                <a:cs typeface="Noto Sans"/>
              </a:defRPr>
            </a:lvl9pPr>
          </a:lstStyle>
          <a:p>
            <a:pPr>
              <a:defRPr sz="2025" b="0">
                <a:solidFill>
                  <a:srgbClr val="424751"/>
                </a:solidFill>
                <a:latin typeface="Noto Sans"/>
                <a:ea typeface="Noto Sans"/>
                <a:cs typeface="Noto Sans"/>
              </a:defRPr>
            </a:pPr>
            <a:r>
              <a:rPr sz="2025" b="0">
                <a:solidFill>
                  <a:srgbClr val="424751"/>
                </a:solidFill>
                <a:latin typeface="Noto Sans"/>
                <a:ea typeface="Noto Sans"/>
                <a:cs typeface="Noto Sans"/>
              </a:rPr>
              <a:t>Chưa kiểm thử TalkBack và người dùng thật.</a:t>
            </a:r>
            <a:endParaRPr sz="2025" b="0">
              <a:solidFill>
                <a:srgbClr val="424751"/>
              </a:solidFill>
              <a:latin typeface="Noto Sans"/>
              <a:ea typeface="Noto Sans"/>
              <a:cs typeface="Noto Sans"/>
            </a:endParaRPr>
          </a:p>
        </p:txBody>
      </p:sp>
      <p:pic>
        <p:nvPicPr>
          <p:cNvPr id="11" name="Picture 10"/>
          <p:cNvPicPr>
            <a:picLocks noChangeAspect="1"/>
          </p:cNvPicPr>
          <p:nvPr/>
        </p:nvPicPr>
        <p:blipFill>
          <a:blip r:embed="rId2"/>
          <a:stretch>
            <a:fillRect/>
          </a:stretch>
        </p:blipFill>
        <p:spPr>
          <a:xfrm>
            <a:off x="10382250" y="3001433"/>
            <a:ext cx="2476500" cy="5503333"/>
          </a:xfrm>
          <a:prstGeom prst="rect">
            <a:avLst/>
          </a:prstGeom>
        </p:spPr>
      </p:pic>
      <p:pic>
        <p:nvPicPr>
          <p:cNvPr id="12" name="Picture 11"/>
          <p:cNvPicPr>
            <a:picLocks noChangeAspect="1"/>
          </p:cNvPicPr>
          <p:nvPr/>
        </p:nvPicPr>
        <p:blipFill>
          <a:blip r:embed="rId3"/>
          <a:stretch>
            <a:fillRect/>
          </a:stretch>
        </p:blipFill>
        <p:spPr>
          <a:xfrm>
            <a:off x="13811250" y="3000664"/>
            <a:ext cx="2838450" cy="5504873"/>
          </a:xfrm>
          <a:prstGeom prst="rect">
            <a:avLst/>
          </a:prstGeom>
        </p:spPr>
      </p:pic>
      <p:sp>
        <p:nvSpPr>
          <p:cNvPr id="13" name="360 dp"/>
          <p:cNvSpPr>
            <a:spLocks noGrp="1"/>
          </p:cNvSpPr>
          <p:nvPr/>
        </p:nvSpPr>
        <p:spPr>
          <a:xfrm>
            <a:off x="10953750" y="8667750"/>
            <a:ext cx="2381250" cy="428625"/>
          </a:xfrm>
          <a:prstGeom prst="rect">
            <a:avLst/>
          </a:prstGeom>
          <a:noFill/>
          <a:ln w="0">
            <a:noFill/>
          </a:ln>
        </p:spPr>
        <p:txBody>
          <a:bodyPr lIns="0" tIns="0" rIns="0" bIns="0">
            <a:noAutofit/>
          </a:bodyPr>
          <a:lstStyle>
            <a:defPPr>
              <a:defRPr sz="2250" b="1">
                <a:solidFill>
                  <a:srgbClr val="1E5AA8"/>
                </a:solidFill>
                <a:latin typeface="Noto Sans"/>
                <a:ea typeface="Noto Sans"/>
                <a:cs typeface="Noto Sans"/>
              </a:defRPr>
            </a:defPPr>
            <a:lvl1pPr>
              <a:defRPr sz="2250" b="1">
                <a:solidFill>
                  <a:srgbClr val="1E5AA8"/>
                </a:solidFill>
                <a:latin typeface="Noto Sans"/>
                <a:ea typeface="Noto Sans"/>
                <a:cs typeface="Noto Sans"/>
              </a:defRPr>
            </a:lvl1pPr>
            <a:lvl2pPr>
              <a:defRPr sz="2250" b="1">
                <a:solidFill>
                  <a:srgbClr val="1E5AA8"/>
                </a:solidFill>
                <a:latin typeface="Noto Sans"/>
                <a:ea typeface="Noto Sans"/>
                <a:cs typeface="Noto Sans"/>
              </a:defRPr>
            </a:lvl2pPr>
            <a:lvl3pPr>
              <a:defRPr sz="2250" b="1">
                <a:solidFill>
                  <a:srgbClr val="1E5AA8"/>
                </a:solidFill>
                <a:latin typeface="Noto Sans"/>
                <a:ea typeface="Noto Sans"/>
                <a:cs typeface="Noto Sans"/>
              </a:defRPr>
            </a:lvl3pPr>
            <a:lvl4pPr>
              <a:defRPr sz="2250" b="1">
                <a:solidFill>
                  <a:srgbClr val="1E5AA8"/>
                </a:solidFill>
                <a:latin typeface="Noto Sans"/>
                <a:ea typeface="Noto Sans"/>
                <a:cs typeface="Noto Sans"/>
              </a:defRPr>
            </a:lvl4pPr>
            <a:lvl5pPr>
              <a:defRPr sz="2250" b="1">
                <a:solidFill>
                  <a:srgbClr val="1E5AA8"/>
                </a:solidFill>
                <a:latin typeface="Noto Sans"/>
                <a:ea typeface="Noto Sans"/>
                <a:cs typeface="Noto Sans"/>
              </a:defRPr>
            </a:lvl5pPr>
            <a:lvl6pPr>
              <a:defRPr sz="2250" b="1">
                <a:solidFill>
                  <a:srgbClr val="1E5AA8"/>
                </a:solidFill>
                <a:latin typeface="Noto Sans"/>
                <a:ea typeface="Noto Sans"/>
                <a:cs typeface="Noto Sans"/>
              </a:defRPr>
            </a:lvl6pPr>
            <a:lvl7pPr>
              <a:defRPr sz="2250" b="1">
                <a:solidFill>
                  <a:srgbClr val="1E5AA8"/>
                </a:solidFill>
                <a:latin typeface="Noto Sans"/>
                <a:ea typeface="Noto Sans"/>
                <a:cs typeface="Noto Sans"/>
              </a:defRPr>
            </a:lvl7pPr>
            <a:lvl8pPr>
              <a:defRPr sz="2250" b="1">
                <a:solidFill>
                  <a:srgbClr val="1E5AA8"/>
                </a:solidFill>
                <a:latin typeface="Noto Sans"/>
                <a:ea typeface="Noto Sans"/>
                <a:cs typeface="Noto Sans"/>
              </a:defRPr>
            </a:lvl8pPr>
            <a:lvl9pPr>
              <a:defRPr sz="2250" b="1">
                <a:solidFill>
                  <a:srgbClr val="1E5AA8"/>
                </a:solidFill>
                <a:latin typeface="Noto Sans"/>
                <a:ea typeface="Noto Sans"/>
                <a:cs typeface="Noto Sans"/>
              </a:defRPr>
            </a:lvl9pPr>
          </a:lstStyle>
          <a:p>
            <a:pPr>
              <a:defRPr sz="2250" b="1">
                <a:solidFill>
                  <a:srgbClr val="1E5AA8"/>
                </a:solidFill>
                <a:latin typeface="Noto Sans"/>
                <a:ea typeface="Noto Sans"/>
                <a:cs typeface="Noto Sans"/>
              </a:defRPr>
            </a:pPr>
            <a:r>
              <a:rPr sz="2250" b="1">
                <a:solidFill>
                  <a:srgbClr val="1E5AA8"/>
                </a:solidFill>
                <a:latin typeface="Noto Sans"/>
                <a:ea typeface="Noto Sans"/>
                <a:cs typeface="Noto Sans"/>
              </a:rPr>
              <a:t>360 dp</a:t>
            </a:r>
            <a:endParaRPr sz="2250" b="1">
              <a:solidFill>
                <a:srgbClr val="1E5AA8"/>
              </a:solidFill>
              <a:latin typeface="Noto Sans"/>
              <a:ea typeface="Noto Sans"/>
              <a:cs typeface="Noto Sans"/>
            </a:endParaRPr>
          </a:p>
        </p:txBody>
      </p:sp>
      <p:sp>
        <p:nvSpPr>
          <p:cNvPr id="14" name="412 dp (QA)"/>
          <p:cNvSpPr>
            <a:spLocks noGrp="1"/>
          </p:cNvSpPr>
          <p:nvPr/>
        </p:nvSpPr>
        <p:spPr>
          <a:xfrm>
            <a:off x="14239875" y="8667750"/>
            <a:ext cx="2857500" cy="428625"/>
          </a:xfrm>
          <a:prstGeom prst="rect">
            <a:avLst/>
          </a:prstGeom>
          <a:noFill/>
          <a:ln w="0">
            <a:noFill/>
          </a:ln>
        </p:spPr>
        <p:txBody>
          <a:bodyPr lIns="0" tIns="0" rIns="0" bIns="0">
            <a:noAutofit/>
          </a:bodyPr>
          <a:lstStyle>
            <a:defPPr>
              <a:defRPr sz="2250" b="1">
                <a:solidFill>
                  <a:srgbClr val="1E5AA8"/>
                </a:solidFill>
                <a:latin typeface="Noto Sans"/>
                <a:ea typeface="Noto Sans"/>
                <a:cs typeface="Noto Sans"/>
              </a:defRPr>
            </a:defPPr>
            <a:lvl1pPr>
              <a:defRPr sz="2250" b="1">
                <a:solidFill>
                  <a:srgbClr val="1E5AA8"/>
                </a:solidFill>
                <a:latin typeface="Noto Sans"/>
                <a:ea typeface="Noto Sans"/>
                <a:cs typeface="Noto Sans"/>
              </a:defRPr>
            </a:lvl1pPr>
            <a:lvl2pPr>
              <a:defRPr sz="2250" b="1">
                <a:solidFill>
                  <a:srgbClr val="1E5AA8"/>
                </a:solidFill>
                <a:latin typeface="Noto Sans"/>
                <a:ea typeface="Noto Sans"/>
                <a:cs typeface="Noto Sans"/>
              </a:defRPr>
            </a:lvl2pPr>
            <a:lvl3pPr>
              <a:defRPr sz="2250" b="1">
                <a:solidFill>
                  <a:srgbClr val="1E5AA8"/>
                </a:solidFill>
                <a:latin typeface="Noto Sans"/>
                <a:ea typeface="Noto Sans"/>
                <a:cs typeface="Noto Sans"/>
              </a:defRPr>
            </a:lvl3pPr>
            <a:lvl4pPr>
              <a:defRPr sz="2250" b="1">
                <a:solidFill>
                  <a:srgbClr val="1E5AA8"/>
                </a:solidFill>
                <a:latin typeface="Noto Sans"/>
                <a:ea typeface="Noto Sans"/>
                <a:cs typeface="Noto Sans"/>
              </a:defRPr>
            </a:lvl4pPr>
            <a:lvl5pPr>
              <a:defRPr sz="2250" b="1">
                <a:solidFill>
                  <a:srgbClr val="1E5AA8"/>
                </a:solidFill>
                <a:latin typeface="Noto Sans"/>
                <a:ea typeface="Noto Sans"/>
                <a:cs typeface="Noto Sans"/>
              </a:defRPr>
            </a:lvl5pPr>
            <a:lvl6pPr>
              <a:defRPr sz="2250" b="1">
                <a:solidFill>
                  <a:srgbClr val="1E5AA8"/>
                </a:solidFill>
                <a:latin typeface="Noto Sans"/>
                <a:ea typeface="Noto Sans"/>
                <a:cs typeface="Noto Sans"/>
              </a:defRPr>
            </a:lvl6pPr>
            <a:lvl7pPr>
              <a:defRPr sz="2250" b="1">
                <a:solidFill>
                  <a:srgbClr val="1E5AA8"/>
                </a:solidFill>
                <a:latin typeface="Noto Sans"/>
                <a:ea typeface="Noto Sans"/>
                <a:cs typeface="Noto Sans"/>
              </a:defRPr>
            </a:lvl7pPr>
            <a:lvl8pPr>
              <a:defRPr sz="2250" b="1">
                <a:solidFill>
                  <a:srgbClr val="1E5AA8"/>
                </a:solidFill>
                <a:latin typeface="Noto Sans"/>
                <a:ea typeface="Noto Sans"/>
                <a:cs typeface="Noto Sans"/>
              </a:defRPr>
            </a:lvl8pPr>
            <a:lvl9pPr>
              <a:defRPr sz="2250" b="1">
                <a:solidFill>
                  <a:srgbClr val="1E5AA8"/>
                </a:solidFill>
                <a:latin typeface="Noto Sans"/>
                <a:ea typeface="Noto Sans"/>
                <a:cs typeface="Noto Sans"/>
              </a:defRPr>
            </a:lvl9pPr>
          </a:lstStyle>
          <a:p>
            <a:pPr>
              <a:defRPr sz="2250" b="1">
                <a:solidFill>
                  <a:srgbClr val="1E5AA8"/>
                </a:solidFill>
                <a:latin typeface="Noto Sans"/>
                <a:ea typeface="Noto Sans"/>
                <a:cs typeface="Noto Sans"/>
              </a:defRPr>
            </a:pPr>
            <a:r>
              <a:rPr sz="2250" b="1">
                <a:solidFill>
                  <a:srgbClr val="1E5AA8"/>
                </a:solidFill>
                <a:latin typeface="Noto Sans"/>
                <a:ea typeface="Noto Sans"/>
                <a:cs typeface="Noto Sans"/>
              </a:rPr>
              <a:t>412 dp (QA)</a:t>
            </a:r>
            <a:endParaRPr sz="2250" b="1">
              <a:solidFill>
                <a:srgbClr val="1E5AA8"/>
              </a:solidFill>
              <a:latin typeface="Noto Sans"/>
              <a:ea typeface="Noto Sans"/>
              <a:cs typeface="No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 name="Prototype và demo trực tiếp"/>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Prototype và demo trực tiếp</a:t>
            </a:r>
            <a:endParaRPr sz="4350" b="1">
              <a:solidFill>
                <a:srgbClr val="1E5AA8"/>
              </a:solidFill>
              <a:latin typeface="Noto Sans"/>
              <a:ea typeface="Noto Sans"/>
              <a:cs typeface="Noto Sans"/>
            </a:endParaRPr>
          </a:p>
        </p:txBody>
      </p:sp>
      <p:sp>
        <p:nvSpPr>
          <p:cNvPr id="2" name="3 starting point; 323 phản ứng gồm điều hướng và accordion. "/>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3 starting point; 323 phản ứng gồm điều hướng và accordion. Kiểm tra đích liên kết: 0 lỗi.</a:t>
            </a:r>
            <a:endParaRPr sz="2250" b="0">
              <a:solidFill>
                <a:srgbClr val="424751"/>
              </a:solidFill>
              <a:latin typeface="Noto Sans"/>
              <a:ea typeface="Noto Sans"/>
              <a:cs typeface="Noto Sans"/>
            </a:endParaRPr>
          </a:p>
        </p:txBody>
      </p:sp>
      <p:sp>
        <p:nvSpPr>
          <p:cNvPr id="3" name="11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11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Figma 06 Prototype"/>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Figma 06 Prototype</a:t>
            </a:r>
            <a:endParaRPr sz="1650" b="0">
              <a:solidFill>
                <a:srgbClr val="1E5AA8"/>
              </a:solidFill>
              <a:latin typeface="Noto Sans"/>
              <a:ea typeface="Noto Sans"/>
              <a:cs typeface="Noto Sans"/>
              <a:hlinkClick r:id="rId1"/>
            </a:endParaRPr>
          </a:p>
        </p:txBody>
      </p:sp>
      <p:sp>
        <p:nvSpPr>
          <p:cNvPr id="8" name="F01  Mai   Mở demo"/>
          <p:cNvSpPr>
            <a:spLocks noGrp="1"/>
          </p:cNvSpPr>
          <p:nvPr/>
        </p:nvSpPr>
        <p:spPr>
          <a:xfrm>
            <a:off x="1066800" y="2857500"/>
            <a:ext cx="10382250" cy="571500"/>
          </a:xfrm>
          <a:prstGeom prst="rect">
            <a:avLst/>
          </a:prstGeom>
          <a:noFill/>
          <a:ln w="0">
            <a:noFill/>
          </a:ln>
        </p:spPr>
        <p:txBody>
          <a:bodyPr lIns="0" tIns="0" rIns="0" bIns="0">
            <a:noAutofit/>
          </a:bodyPr>
          <a:lstStyle>
            <a:defPPr>
              <a:defRPr sz="2925" b="0">
                <a:solidFill>
                  <a:srgbClr val="1E5AA8"/>
                </a:solidFill>
                <a:latin typeface="Noto Sans"/>
                <a:ea typeface="Noto Sans"/>
                <a:cs typeface="Noto Sans"/>
              </a:defRPr>
            </a:defPPr>
            <a:lvl1pPr>
              <a:defRPr sz="2925" b="0">
                <a:solidFill>
                  <a:srgbClr val="1E5AA8"/>
                </a:solidFill>
                <a:latin typeface="Noto Sans"/>
                <a:ea typeface="Noto Sans"/>
                <a:cs typeface="Noto Sans"/>
              </a:defRPr>
            </a:lvl1pPr>
            <a:lvl2pPr>
              <a:defRPr sz="2925" b="0">
                <a:solidFill>
                  <a:srgbClr val="1E5AA8"/>
                </a:solidFill>
                <a:latin typeface="Noto Sans"/>
                <a:ea typeface="Noto Sans"/>
                <a:cs typeface="Noto Sans"/>
              </a:defRPr>
            </a:lvl2pPr>
            <a:lvl3pPr>
              <a:defRPr sz="2925" b="0">
                <a:solidFill>
                  <a:srgbClr val="1E5AA8"/>
                </a:solidFill>
                <a:latin typeface="Noto Sans"/>
                <a:ea typeface="Noto Sans"/>
                <a:cs typeface="Noto Sans"/>
              </a:defRPr>
            </a:lvl3pPr>
            <a:lvl4pPr>
              <a:defRPr sz="2925" b="0">
                <a:solidFill>
                  <a:srgbClr val="1E5AA8"/>
                </a:solidFill>
                <a:latin typeface="Noto Sans"/>
                <a:ea typeface="Noto Sans"/>
                <a:cs typeface="Noto Sans"/>
              </a:defRPr>
            </a:lvl4pPr>
            <a:lvl5pPr>
              <a:defRPr sz="2925" b="0">
                <a:solidFill>
                  <a:srgbClr val="1E5AA8"/>
                </a:solidFill>
                <a:latin typeface="Noto Sans"/>
                <a:ea typeface="Noto Sans"/>
                <a:cs typeface="Noto Sans"/>
              </a:defRPr>
            </a:lvl5pPr>
            <a:lvl6pPr>
              <a:defRPr sz="2925" b="0">
                <a:solidFill>
                  <a:srgbClr val="1E5AA8"/>
                </a:solidFill>
                <a:latin typeface="Noto Sans"/>
                <a:ea typeface="Noto Sans"/>
                <a:cs typeface="Noto Sans"/>
              </a:defRPr>
            </a:lvl6pPr>
            <a:lvl7pPr>
              <a:defRPr sz="2925" b="0">
                <a:solidFill>
                  <a:srgbClr val="1E5AA8"/>
                </a:solidFill>
                <a:latin typeface="Noto Sans"/>
                <a:ea typeface="Noto Sans"/>
                <a:cs typeface="Noto Sans"/>
              </a:defRPr>
            </a:lvl7pPr>
            <a:lvl8pPr>
              <a:defRPr sz="2925" b="0">
                <a:solidFill>
                  <a:srgbClr val="1E5AA8"/>
                </a:solidFill>
                <a:latin typeface="Noto Sans"/>
                <a:ea typeface="Noto Sans"/>
                <a:cs typeface="Noto Sans"/>
              </a:defRPr>
            </a:lvl8pPr>
            <a:lvl9pPr>
              <a:defRPr sz="2925" b="0">
                <a:solidFill>
                  <a:srgbClr val="1E5AA8"/>
                </a:solidFill>
                <a:latin typeface="Noto Sans"/>
                <a:ea typeface="Noto Sans"/>
                <a:cs typeface="Noto Sans"/>
              </a:defRPr>
            </a:lvl9pPr>
          </a:lstStyle>
          <a:p>
            <a:pPr>
              <a:defRPr sz="2925" b="0">
                <a:solidFill>
                  <a:srgbClr val="1E5AA8"/>
                </a:solidFill>
                <a:latin typeface="Noto Sans"/>
                <a:ea typeface="Noto Sans"/>
                <a:cs typeface="Noto Sans"/>
              </a:defRPr>
            </a:pPr>
            <a:r>
              <a:rPr sz="2925" b="0">
                <a:solidFill>
                  <a:srgbClr val="1E5AA8"/>
                </a:solidFill>
                <a:latin typeface="Noto Sans"/>
                <a:ea typeface="Noto Sans"/>
                <a:cs typeface="Noto Sans"/>
                <a:hlinkClick r:id="rId2"/>
              </a:rPr>
              <a:t>F01  Mai   Mở demo</a:t>
            </a:r>
            <a:endParaRPr sz="2925" b="0">
              <a:solidFill>
                <a:srgbClr val="1E5AA8"/>
              </a:solidFill>
              <a:latin typeface="Noto Sans"/>
              <a:ea typeface="Noto Sans"/>
              <a:cs typeface="Noto Sans"/>
              <a:hlinkClick r:id="rId2"/>
            </a:endParaRPr>
          </a:p>
        </p:txBody>
      </p:sp>
      <p:sp>
        <p:nvSpPr>
          <p:cNvPr id="9" name="Tìm và thêm hoạt động&#10;≤5 phút, lỗi lưu và Thử lại."/>
          <p:cNvSpPr>
            <a:spLocks noGrp="1"/>
          </p:cNvSpPr>
          <p:nvPr/>
        </p:nvSpPr>
        <p:spPr>
          <a:xfrm>
            <a:off x="1143000" y="3552825"/>
            <a:ext cx="9906000" cy="892810"/>
          </a:xfrm>
          <a:prstGeom prst="rect">
            <a:avLst/>
          </a:prstGeom>
          <a:noFill/>
          <a:ln w="0">
            <a:noFill/>
          </a:ln>
        </p:spPr>
        <p:txBody>
          <a:bodyPr lIns="0" tIns="0" rIns="0" bIns="0">
            <a:noAutofit/>
          </a:bodyPr>
          <a:lstStyle>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Tìm và thêm hoạt động</a:t>
            </a:r>
            <a:r>
              <a:rPr lang="vi-VN" sz="2400" b="0">
                <a:solidFill>
                  <a:srgbClr val="031C36"/>
                </a:solidFill>
                <a:latin typeface="Noto Sans"/>
                <a:ea typeface="Noto Sans"/>
                <a:cs typeface="Noto Sans"/>
              </a:rPr>
              <a:t> </a:t>
            </a:r>
            <a:r>
              <a:rPr sz="2400" b="0">
                <a:solidFill>
                  <a:srgbClr val="031C36"/>
                </a:solidFill>
                <a:latin typeface="Noto Sans"/>
                <a:ea typeface="Noto Sans"/>
                <a:cs typeface="Noto Sans"/>
              </a:rPr>
              <a:t>≤5 phút, lỗi lưu và Thử lại.</a:t>
            </a:r>
            <a:endParaRPr sz="2400" b="0">
              <a:solidFill>
                <a:srgbClr val="031C36"/>
              </a:solidFill>
              <a:latin typeface="Noto Sans"/>
              <a:ea typeface="Noto Sans"/>
              <a:cs typeface="Noto Sans"/>
            </a:endParaRPr>
          </a:p>
        </p:txBody>
      </p:sp>
      <p:sp>
        <p:nvSpPr>
          <p:cNvPr id="10" name="Home 1/4, tiến độ 25%"/>
          <p:cNvSpPr>
            <a:spLocks noGrp="1"/>
          </p:cNvSpPr>
          <p:nvPr/>
        </p:nvSpPr>
        <p:spPr>
          <a:xfrm>
            <a:off x="1151255" y="4019550"/>
            <a:ext cx="9810750" cy="342900"/>
          </a:xfrm>
          <a:prstGeom prst="rect">
            <a:avLst/>
          </a:prstGeom>
          <a:noFill/>
          <a:ln w="0">
            <a:noFill/>
          </a:ln>
        </p:spPr>
        <p:txBody>
          <a:bodyPr lIns="0" tIns="0" rIns="0" bIns="0">
            <a:noAutofit/>
          </a:bodyPr>
          <a:lstStyle>
            <a:defPPr>
              <a:defRPr sz="2100" b="1">
                <a:solidFill>
                  <a:srgbClr val="031C36"/>
                </a:solidFill>
                <a:latin typeface="Noto Sans"/>
                <a:ea typeface="Noto Sans"/>
                <a:cs typeface="Noto Sans"/>
              </a:defRPr>
            </a:defPPr>
            <a:lvl1pPr>
              <a:defRPr sz="2100" b="1">
                <a:solidFill>
                  <a:srgbClr val="031C36"/>
                </a:solidFill>
                <a:latin typeface="Noto Sans"/>
                <a:ea typeface="Noto Sans"/>
                <a:cs typeface="Noto Sans"/>
              </a:defRPr>
            </a:lvl1pPr>
            <a:lvl2pPr>
              <a:defRPr sz="2100" b="1">
                <a:solidFill>
                  <a:srgbClr val="031C36"/>
                </a:solidFill>
                <a:latin typeface="Noto Sans"/>
                <a:ea typeface="Noto Sans"/>
                <a:cs typeface="Noto Sans"/>
              </a:defRPr>
            </a:lvl2pPr>
            <a:lvl3pPr>
              <a:defRPr sz="2100" b="1">
                <a:solidFill>
                  <a:srgbClr val="031C36"/>
                </a:solidFill>
                <a:latin typeface="Noto Sans"/>
                <a:ea typeface="Noto Sans"/>
                <a:cs typeface="Noto Sans"/>
              </a:defRPr>
            </a:lvl3pPr>
            <a:lvl4pPr>
              <a:defRPr sz="2100" b="1">
                <a:solidFill>
                  <a:srgbClr val="031C36"/>
                </a:solidFill>
                <a:latin typeface="Noto Sans"/>
                <a:ea typeface="Noto Sans"/>
                <a:cs typeface="Noto Sans"/>
              </a:defRPr>
            </a:lvl4pPr>
            <a:lvl5pPr>
              <a:defRPr sz="2100" b="1">
                <a:solidFill>
                  <a:srgbClr val="031C36"/>
                </a:solidFill>
                <a:latin typeface="Noto Sans"/>
                <a:ea typeface="Noto Sans"/>
                <a:cs typeface="Noto Sans"/>
              </a:defRPr>
            </a:lvl5pPr>
            <a:lvl6pPr>
              <a:defRPr sz="2100" b="1">
                <a:solidFill>
                  <a:srgbClr val="031C36"/>
                </a:solidFill>
                <a:latin typeface="Noto Sans"/>
                <a:ea typeface="Noto Sans"/>
                <a:cs typeface="Noto Sans"/>
              </a:defRPr>
            </a:lvl6pPr>
            <a:lvl7pPr>
              <a:defRPr sz="2100" b="1">
                <a:solidFill>
                  <a:srgbClr val="031C36"/>
                </a:solidFill>
                <a:latin typeface="Noto Sans"/>
                <a:ea typeface="Noto Sans"/>
                <a:cs typeface="Noto Sans"/>
              </a:defRPr>
            </a:lvl7pPr>
            <a:lvl8pPr>
              <a:defRPr sz="2100" b="1">
                <a:solidFill>
                  <a:srgbClr val="031C36"/>
                </a:solidFill>
                <a:latin typeface="Noto Sans"/>
                <a:ea typeface="Noto Sans"/>
                <a:cs typeface="Noto Sans"/>
              </a:defRPr>
            </a:lvl8pPr>
            <a:lvl9pPr>
              <a:defRPr sz="2100" b="1">
                <a:solidFill>
                  <a:srgbClr val="031C36"/>
                </a:solidFill>
                <a:latin typeface="Noto Sans"/>
                <a:ea typeface="Noto Sans"/>
                <a:cs typeface="Noto Sans"/>
              </a:defRPr>
            </a:lvl9pPr>
          </a:lstStyle>
          <a:p>
            <a:pPr>
              <a:defRPr sz="2100" b="1">
                <a:solidFill>
                  <a:srgbClr val="031C36"/>
                </a:solidFill>
                <a:latin typeface="Noto Sans"/>
                <a:ea typeface="Noto Sans"/>
                <a:cs typeface="Noto Sans"/>
              </a:defRPr>
            </a:pPr>
            <a:r>
              <a:rPr sz="2100" b="1">
                <a:solidFill>
                  <a:srgbClr val="031C36"/>
                </a:solidFill>
                <a:latin typeface="Noto Sans"/>
                <a:ea typeface="Noto Sans"/>
                <a:cs typeface="Noto Sans"/>
              </a:rPr>
              <a:t>Home 1/4, tiến độ 25%</a:t>
            </a:r>
            <a:endParaRPr sz="2100" b="1">
              <a:solidFill>
                <a:srgbClr val="031C36"/>
              </a:solidFill>
              <a:latin typeface="Noto Sans"/>
              <a:ea typeface="Noto Sans"/>
              <a:cs typeface="Noto Sans"/>
            </a:endParaRPr>
          </a:p>
        </p:txBody>
      </p:sp>
      <p:sp>
        <p:nvSpPr>
          <p:cNvPr id="11" name="F02  Huy   Mở demo"/>
          <p:cNvSpPr>
            <a:spLocks noGrp="1"/>
          </p:cNvSpPr>
          <p:nvPr/>
        </p:nvSpPr>
        <p:spPr>
          <a:xfrm>
            <a:off x="1066800" y="4905375"/>
            <a:ext cx="10382250" cy="571500"/>
          </a:xfrm>
          <a:prstGeom prst="rect">
            <a:avLst/>
          </a:prstGeom>
          <a:noFill/>
          <a:ln w="0">
            <a:noFill/>
          </a:ln>
        </p:spPr>
        <p:txBody>
          <a:bodyPr lIns="0" tIns="0" rIns="0" bIns="0">
            <a:noAutofit/>
          </a:bodyPr>
          <a:lstStyle>
            <a:defPPr>
              <a:defRPr sz="2925" b="0">
                <a:solidFill>
                  <a:srgbClr val="1E5AA8"/>
                </a:solidFill>
                <a:latin typeface="Noto Sans"/>
                <a:ea typeface="Noto Sans"/>
                <a:cs typeface="Noto Sans"/>
              </a:defRPr>
            </a:defPPr>
            <a:lvl1pPr>
              <a:defRPr sz="2925" b="0">
                <a:solidFill>
                  <a:srgbClr val="1E5AA8"/>
                </a:solidFill>
                <a:latin typeface="Noto Sans"/>
                <a:ea typeface="Noto Sans"/>
                <a:cs typeface="Noto Sans"/>
              </a:defRPr>
            </a:lvl1pPr>
            <a:lvl2pPr>
              <a:defRPr sz="2925" b="0">
                <a:solidFill>
                  <a:srgbClr val="1E5AA8"/>
                </a:solidFill>
                <a:latin typeface="Noto Sans"/>
                <a:ea typeface="Noto Sans"/>
                <a:cs typeface="Noto Sans"/>
              </a:defRPr>
            </a:lvl2pPr>
            <a:lvl3pPr>
              <a:defRPr sz="2925" b="0">
                <a:solidFill>
                  <a:srgbClr val="1E5AA8"/>
                </a:solidFill>
                <a:latin typeface="Noto Sans"/>
                <a:ea typeface="Noto Sans"/>
                <a:cs typeface="Noto Sans"/>
              </a:defRPr>
            </a:lvl3pPr>
            <a:lvl4pPr>
              <a:defRPr sz="2925" b="0">
                <a:solidFill>
                  <a:srgbClr val="1E5AA8"/>
                </a:solidFill>
                <a:latin typeface="Noto Sans"/>
                <a:ea typeface="Noto Sans"/>
                <a:cs typeface="Noto Sans"/>
              </a:defRPr>
            </a:lvl4pPr>
            <a:lvl5pPr>
              <a:defRPr sz="2925" b="0">
                <a:solidFill>
                  <a:srgbClr val="1E5AA8"/>
                </a:solidFill>
                <a:latin typeface="Noto Sans"/>
                <a:ea typeface="Noto Sans"/>
                <a:cs typeface="Noto Sans"/>
              </a:defRPr>
            </a:lvl5pPr>
            <a:lvl6pPr>
              <a:defRPr sz="2925" b="0">
                <a:solidFill>
                  <a:srgbClr val="1E5AA8"/>
                </a:solidFill>
                <a:latin typeface="Noto Sans"/>
                <a:ea typeface="Noto Sans"/>
                <a:cs typeface="Noto Sans"/>
              </a:defRPr>
            </a:lvl6pPr>
            <a:lvl7pPr>
              <a:defRPr sz="2925" b="0">
                <a:solidFill>
                  <a:srgbClr val="1E5AA8"/>
                </a:solidFill>
                <a:latin typeface="Noto Sans"/>
                <a:ea typeface="Noto Sans"/>
                <a:cs typeface="Noto Sans"/>
              </a:defRPr>
            </a:lvl7pPr>
            <a:lvl8pPr>
              <a:defRPr sz="2925" b="0">
                <a:solidFill>
                  <a:srgbClr val="1E5AA8"/>
                </a:solidFill>
                <a:latin typeface="Noto Sans"/>
                <a:ea typeface="Noto Sans"/>
                <a:cs typeface="Noto Sans"/>
              </a:defRPr>
            </a:lvl8pPr>
            <a:lvl9pPr>
              <a:defRPr sz="2925" b="0">
                <a:solidFill>
                  <a:srgbClr val="1E5AA8"/>
                </a:solidFill>
                <a:latin typeface="Noto Sans"/>
                <a:ea typeface="Noto Sans"/>
                <a:cs typeface="Noto Sans"/>
              </a:defRPr>
            </a:lvl9pPr>
          </a:lstStyle>
          <a:p>
            <a:pPr>
              <a:defRPr sz="2925" b="0">
                <a:solidFill>
                  <a:srgbClr val="1E5AA8"/>
                </a:solidFill>
                <a:latin typeface="Noto Sans"/>
                <a:ea typeface="Noto Sans"/>
                <a:cs typeface="Noto Sans"/>
              </a:defRPr>
            </a:pPr>
            <a:r>
              <a:rPr sz="2925" b="0">
                <a:solidFill>
                  <a:srgbClr val="1E5AA8"/>
                </a:solidFill>
                <a:latin typeface="Noto Sans"/>
                <a:ea typeface="Noto Sans"/>
                <a:cs typeface="Noto Sans"/>
                <a:hlinkClick r:id="rId3"/>
              </a:rPr>
              <a:t>F02  Huy   Mở demo</a:t>
            </a:r>
            <a:endParaRPr sz="2925" b="0">
              <a:solidFill>
                <a:srgbClr val="1E5AA8"/>
              </a:solidFill>
              <a:latin typeface="Noto Sans"/>
              <a:ea typeface="Noto Sans"/>
              <a:cs typeface="Noto Sans"/>
              <a:hlinkClick r:id="rId3"/>
            </a:endParaRPr>
          </a:p>
        </p:txBody>
      </p:sp>
      <p:sp>
        <p:nvSpPr>
          <p:cNvPr id="12" name="Nghỉ, tạm dừng, overlay&#10;và ghi nhận kết thúc sớm."/>
          <p:cNvSpPr>
            <a:spLocks noGrp="1"/>
          </p:cNvSpPr>
          <p:nvPr/>
        </p:nvSpPr>
        <p:spPr>
          <a:xfrm>
            <a:off x="1143000" y="5600700"/>
            <a:ext cx="9906000" cy="809625"/>
          </a:xfrm>
          <a:prstGeom prst="rect">
            <a:avLst/>
          </a:prstGeom>
          <a:noFill/>
          <a:ln w="0">
            <a:noFill/>
          </a:ln>
        </p:spPr>
        <p:txBody>
          <a:bodyPr lIns="0" tIns="0" rIns="0" bIns="0">
            <a:noAutofit/>
          </a:bodyPr>
          <a:lstStyle>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Nghỉ, tạm dừng, overlay</a:t>
            </a:r>
            <a:r>
              <a:rPr lang="vi-VN" sz="2400" b="0">
                <a:solidFill>
                  <a:srgbClr val="031C36"/>
                </a:solidFill>
                <a:latin typeface="Noto Sans"/>
                <a:ea typeface="Noto Sans"/>
                <a:cs typeface="Noto Sans"/>
              </a:rPr>
              <a:t> </a:t>
            </a:r>
            <a:r>
              <a:rPr sz="2400" b="0">
                <a:solidFill>
                  <a:srgbClr val="031C36"/>
                </a:solidFill>
                <a:latin typeface="Noto Sans"/>
                <a:ea typeface="Noto Sans"/>
                <a:cs typeface="Noto Sans"/>
              </a:rPr>
              <a:t>và ghi nhận kết thúc sớm.</a:t>
            </a:r>
            <a:endParaRPr sz="2400" b="0">
              <a:solidFill>
                <a:srgbClr val="031C36"/>
              </a:solidFill>
              <a:latin typeface="Noto Sans"/>
              <a:ea typeface="Noto Sans"/>
              <a:cs typeface="Noto Sans"/>
            </a:endParaRPr>
          </a:p>
        </p:txBody>
      </p:sp>
      <p:sp>
        <p:nvSpPr>
          <p:cNvPr id="13" name="Tiến độ 2/4, bản ghi 45 giây"/>
          <p:cNvSpPr>
            <a:spLocks noGrp="1"/>
          </p:cNvSpPr>
          <p:nvPr/>
        </p:nvSpPr>
        <p:spPr>
          <a:xfrm>
            <a:off x="1151255" y="6120765"/>
            <a:ext cx="9810750" cy="342900"/>
          </a:xfrm>
          <a:prstGeom prst="rect">
            <a:avLst/>
          </a:prstGeom>
          <a:noFill/>
          <a:ln w="0">
            <a:noFill/>
          </a:ln>
        </p:spPr>
        <p:txBody>
          <a:bodyPr lIns="0" tIns="0" rIns="0" bIns="0">
            <a:noAutofit/>
          </a:bodyPr>
          <a:lstStyle>
            <a:defPPr>
              <a:defRPr sz="2100" b="1">
                <a:solidFill>
                  <a:srgbClr val="031C36"/>
                </a:solidFill>
                <a:latin typeface="Noto Sans"/>
                <a:ea typeface="Noto Sans"/>
                <a:cs typeface="Noto Sans"/>
              </a:defRPr>
            </a:defPPr>
            <a:lvl1pPr>
              <a:defRPr sz="2100" b="1">
                <a:solidFill>
                  <a:srgbClr val="031C36"/>
                </a:solidFill>
                <a:latin typeface="Noto Sans"/>
                <a:ea typeface="Noto Sans"/>
                <a:cs typeface="Noto Sans"/>
              </a:defRPr>
            </a:lvl1pPr>
            <a:lvl2pPr>
              <a:defRPr sz="2100" b="1">
                <a:solidFill>
                  <a:srgbClr val="031C36"/>
                </a:solidFill>
                <a:latin typeface="Noto Sans"/>
                <a:ea typeface="Noto Sans"/>
                <a:cs typeface="Noto Sans"/>
              </a:defRPr>
            </a:lvl2pPr>
            <a:lvl3pPr>
              <a:defRPr sz="2100" b="1">
                <a:solidFill>
                  <a:srgbClr val="031C36"/>
                </a:solidFill>
                <a:latin typeface="Noto Sans"/>
                <a:ea typeface="Noto Sans"/>
                <a:cs typeface="Noto Sans"/>
              </a:defRPr>
            </a:lvl3pPr>
            <a:lvl4pPr>
              <a:defRPr sz="2100" b="1">
                <a:solidFill>
                  <a:srgbClr val="031C36"/>
                </a:solidFill>
                <a:latin typeface="Noto Sans"/>
                <a:ea typeface="Noto Sans"/>
                <a:cs typeface="Noto Sans"/>
              </a:defRPr>
            </a:lvl4pPr>
            <a:lvl5pPr>
              <a:defRPr sz="2100" b="1">
                <a:solidFill>
                  <a:srgbClr val="031C36"/>
                </a:solidFill>
                <a:latin typeface="Noto Sans"/>
                <a:ea typeface="Noto Sans"/>
                <a:cs typeface="Noto Sans"/>
              </a:defRPr>
            </a:lvl5pPr>
            <a:lvl6pPr>
              <a:defRPr sz="2100" b="1">
                <a:solidFill>
                  <a:srgbClr val="031C36"/>
                </a:solidFill>
                <a:latin typeface="Noto Sans"/>
                <a:ea typeface="Noto Sans"/>
                <a:cs typeface="Noto Sans"/>
              </a:defRPr>
            </a:lvl6pPr>
            <a:lvl7pPr>
              <a:defRPr sz="2100" b="1">
                <a:solidFill>
                  <a:srgbClr val="031C36"/>
                </a:solidFill>
                <a:latin typeface="Noto Sans"/>
                <a:ea typeface="Noto Sans"/>
                <a:cs typeface="Noto Sans"/>
              </a:defRPr>
            </a:lvl7pPr>
            <a:lvl8pPr>
              <a:defRPr sz="2100" b="1">
                <a:solidFill>
                  <a:srgbClr val="031C36"/>
                </a:solidFill>
                <a:latin typeface="Noto Sans"/>
                <a:ea typeface="Noto Sans"/>
                <a:cs typeface="Noto Sans"/>
              </a:defRPr>
            </a:lvl8pPr>
            <a:lvl9pPr>
              <a:defRPr sz="2100" b="1">
                <a:solidFill>
                  <a:srgbClr val="031C36"/>
                </a:solidFill>
                <a:latin typeface="Noto Sans"/>
                <a:ea typeface="Noto Sans"/>
                <a:cs typeface="Noto Sans"/>
              </a:defRPr>
            </a:lvl9pPr>
          </a:lstStyle>
          <a:p>
            <a:pPr>
              <a:defRPr sz="2100" b="1">
                <a:solidFill>
                  <a:srgbClr val="031C36"/>
                </a:solidFill>
                <a:latin typeface="Noto Sans"/>
                <a:ea typeface="Noto Sans"/>
                <a:cs typeface="Noto Sans"/>
              </a:defRPr>
            </a:pPr>
            <a:r>
              <a:rPr sz="2100" b="1">
                <a:solidFill>
                  <a:srgbClr val="031C36"/>
                </a:solidFill>
                <a:latin typeface="Noto Sans"/>
                <a:ea typeface="Noto Sans"/>
                <a:cs typeface="Noto Sans"/>
              </a:rPr>
              <a:t>Tiến độ 2/4, bản ghi 45 giây</a:t>
            </a:r>
            <a:endParaRPr sz="2100" b="1">
              <a:solidFill>
                <a:srgbClr val="031C36"/>
              </a:solidFill>
              <a:latin typeface="Noto Sans"/>
              <a:ea typeface="Noto Sans"/>
              <a:cs typeface="Noto Sans"/>
            </a:endParaRPr>
          </a:p>
        </p:txBody>
      </p:sp>
      <p:sp>
        <p:nvSpPr>
          <p:cNvPr id="14" name="F03  Linh   Mở demo"/>
          <p:cNvSpPr>
            <a:spLocks noGrp="1"/>
          </p:cNvSpPr>
          <p:nvPr/>
        </p:nvSpPr>
        <p:spPr>
          <a:xfrm>
            <a:off x="1066800" y="6953250"/>
            <a:ext cx="10382250" cy="571500"/>
          </a:xfrm>
          <a:prstGeom prst="rect">
            <a:avLst/>
          </a:prstGeom>
          <a:noFill/>
          <a:ln w="0">
            <a:noFill/>
          </a:ln>
        </p:spPr>
        <p:txBody>
          <a:bodyPr lIns="0" tIns="0" rIns="0" bIns="0">
            <a:noAutofit/>
          </a:bodyPr>
          <a:lstStyle>
            <a:defPPr>
              <a:defRPr sz="2925" b="0">
                <a:solidFill>
                  <a:srgbClr val="1E5AA8"/>
                </a:solidFill>
                <a:latin typeface="Noto Sans"/>
                <a:ea typeface="Noto Sans"/>
                <a:cs typeface="Noto Sans"/>
              </a:defRPr>
            </a:defPPr>
            <a:lvl1pPr>
              <a:defRPr sz="2925" b="0">
                <a:solidFill>
                  <a:srgbClr val="1E5AA8"/>
                </a:solidFill>
                <a:latin typeface="Noto Sans"/>
                <a:ea typeface="Noto Sans"/>
                <a:cs typeface="Noto Sans"/>
              </a:defRPr>
            </a:lvl1pPr>
            <a:lvl2pPr>
              <a:defRPr sz="2925" b="0">
                <a:solidFill>
                  <a:srgbClr val="1E5AA8"/>
                </a:solidFill>
                <a:latin typeface="Noto Sans"/>
                <a:ea typeface="Noto Sans"/>
                <a:cs typeface="Noto Sans"/>
              </a:defRPr>
            </a:lvl2pPr>
            <a:lvl3pPr>
              <a:defRPr sz="2925" b="0">
                <a:solidFill>
                  <a:srgbClr val="1E5AA8"/>
                </a:solidFill>
                <a:latin typeface="Noto Sans"/>
                <a:ea typeface="Noto Sans"/>
                <a:cs typeface="Noto Sans"/>
              </a:defRPr>
            </a:lvl3pPr>
            <a:lvl4pPr>
              <a:defRPr sz="2925" b="0">
                <a:solidFill>
                  <a:srgbClr val="1E5AA8"/>
                </a:solidFill>
                <a:latin typeface="Noto Sans"/>
                <a:ea typeface="Noto Sans"/>
                <a:cs typeface="Noto Sans"/>
              </a:defRPr>
            </a:lvl4pPr>
            <a:lvl5pPr>
              <a:defRPr sz="2925" b="0">
                <a:solidFill>
                  <a:srgbClr val="1E5AA8"/>
                </a:solidFill>
                <a:latin typeface="Noto Sans"/>
                <a:ea typeface="Noto Sans"/>
                <a:cs typeface="Noto Sans"/>
              </a:defRPr>
            </a:lvl5pPr>
            <a:lvl6pPr>
              <a:defRPr sz="2925" b="0">
                <a:solidFill>
                  <a:srgbClr val="1E5AA8"/>
                </a:solidFill>
                <a:latin typeface="Noto Sans"/>
                <a:ea typeface="Noto Sans"/>
                <a:cs typeface="Noto Sans"/>
              </a:defRPr>
            </a:lvl6pPr>
            <a:lvl7pPr>
              <a:defRPr sz="2925" b="0">
                <a:solidFill>
                  <a:srgbClr val="1E5AA8"/>
                </a:solidFill>
                <a:latin typeface="Noto Sans"/>
                <a:ea typeface="Noto Sans"/>
                <a:cs typeface="Noto Sans"/>
              </a:defRPr>
            </a:lvl7pPr>
            <a:lvl8pPr>
              <a:defRPr sz="2925" b="0">
                <a:solidFill>
                  <a:srgbClr val="1E5AA8"/>
                </a:solidFill>
                <a:latin typeface="Noto Sans"/>
                <a:ea typeface="Noto Sans"/>
                <a:cs typeface="Noto Sans"/>
              </a:defRPr>
            </a:lvl8pPr>
            <a:lvl9pPr>
              <a:defRPr sz="2925" b="0">
                <a:solidFill>
                  <a:srgbClr val="1E5AA8"/>
                </a:solidFill>
                <a:latin typeface="Noto Sans"/>
                <a:ea typeface="Noto Sans"/>
                <a:cs typeface="Noto Sans"/>
              </a:defRPr>
            </a:lvl9pPr>
          </a:lstStyle>
          <a:p>
            <a:pPr>
              <a:defRPr sz="2925" b="0">
                <a:solidFill>
                  <a:srgbClr val="1E5AA8"/>
                </a:solidFill>
                <a:latin typeface="Noto Sans"/>
                <a:ea typeface="Noto Sans"/>
                <a:cs typeface="Noto Sans"/>
              </a:defRPr>
            </a:pPr>
            <a:r>
              <a:rPr sz="2925" b="0">
                <a:solidFill>
                  <a:srgbClr val="1E5AA8"/>
                </a:solidFill>
                <a:latin typeface="Noto Sans"/>
                <a:ea typeface="Noto Sans"/>
                <a:cs typeface="Noto Sans"/>
                <a:hlinkClick r:id="rId4"/>
              </a:rPr>
              <a:t>F03  Linh   Mở demo</a:t>
            </a:r>
            <a:endParaRPr sz="2925" b="0">
              <a:solidFill>
                <a:srgbClr val="1E5AA8"/>
              </a:solidFill>
              <a:latin typeface="Noto Sans"/>
              <a:ea typeface="Noto Sans"/>
              <a:cs typeface="Noto Sans"/>
              <a:hlinkClick r:id="rId4"/>
            </a:endParaRPr>
          </a:p>
        </p:txBody>
      </p:sp>
      <p:sp>
        <p:nvSpPr>
          <p:cNvPr id="15" name="Đổi lịch 17:30 sang 18:00.&#10;Lỗi giữ form, Hủy giữ giờ cũ."/>
          <p:cNvSpPr>
            <a:spLocks noGrp="1"/>
          </p:cNvSpPr>
          <p:nvPr/>
        </p:nvSpPr>
        <p:spPr>
          <a:xfrm>
            <a:off x="1143000" y="7648575"/>
            <a:ext cx="9906000" cy="809625"/>
          </a:xfrm>
          <a:prstGeom prst="rect">
            <a:avLst/>
          </a:prstGeom>
          <a:noFill/>
          <a:ln w="0">
            <a:noFill/>
          </a:ln>
        </p:spPr>
        <p:txBody>
          <a:bodyPr lIns="0" tIns="0" rIns="0" bIns="0">
            <a:noAutofit/>
          </a:bodyPr>
          <a:lstStyle>
            <a:defPPr>
              <a:defRPr sz="2400" b="0">
                <a:solidFill>
                  <a:srgbClr val="031C36"/>
                </a:solidFill>
                <a:latin typeface="Noto Sans"/>
                <a:ea typeface="Noto Sans"/>
                <a:cs typeface="Noto Sans"/>
              </a:defRPr>
            </a:defPPr>
            <a:lvl1pPr>
              <a:defRPr sz="2400" b="0">
                <a:solidFill>
                  <a:srgbClr val="031C36"/>
                </a:solidFill>
                <a:latin typeface="Noto Sans"/>
                <a:ea typeface="Noto Sans"/>
                <a:cs typeface="Noto Sans"/>
              </a:defRPr>
            </a:lvl1pPr>
            <a:lvl2pPr>
              <a:defRPr sz="2400" b="0">
                <a:solidFill>
                  <a:srgbClr val="031C36"/>
                </a:solidFill>
                <a:latin typeface="Noto Sans"/>
                <a:ea typeface="Noto Sans"/>
                <a:cs typeface="Noto Sans"/>
              </a:defRPr>
            </a:lvl2pPr>
            <a:lvl3pPr>
              <a:defRPr sz="2400" b="0">
                <a:solidFill>
                  <a:srgbClr val="031C36"/>
                </a:solidFill>
                <a:latin typeface="Noto Sans"/>
                <a:ea typeface="Noto Sans"/>
                <a:cs typeface="Noto Sans"/>
              </a:defRPr>
            </a:lvl3pPr>
            <a:lvl4pPr>
              <a:defRPr sz="2400" b="0">
                <a:solidFill>
                  <a:srgbClr val="031C36"/>
                </a:solidFill>
                <a:latin typeface="Noto Sans"/>
                <a:ea typeface="Noto Sans"/>
                <a:cs typeface="Noto Sans"/>
              </a:defRPr>
            </a:lvl4pPr>
            <a:lvl5pPr>
              <a:defRPr sz="2400" b="0">
                <a:solidFill>
                  <a:srgbClr val="031C36"/>
                </a:solidFill>
                <a:latin typeface="Noto Sans"/>
                <a:ea typeface="Noto Sans"/>
                <a:cs typeface="Noto Sans"/>
              </a:defRPr>
            </a:lvl5pPr>
            <a:lvl6pPr>
              <a:defRPr sz="2400" b="0">
                <a:solidFill>
                  <a:srgbClr val="031C36"/>
                </a:solidFill>
                <a:latin typeface="Noto Sans"/>
                <a:ea typeface="Noto Sans"/>
                <a:cs typeface="Noto Sans"/>
              </a:defRPr>
            </a:lvl6pPr>
            <a:lvl7pPr>
              <a:defRPr sz="2400" b="0">
                <a:solidFill>
                  <a:srgbClr val="031C36"/>
                </a:solidFill>
                <a:latin typeface="Noto Sans"/>
                <a:ea typeface="Noto Sans"/>
                <a:cs typeface="Noto Sans"/>
              </a:defRPr>
            </a:lvl7pPr>
            <a:lvl8pPr>
              <a:defRPr sz="2400" b="0">
                <a:solidFill>
                  <a:srgbClr val="031C36"/>
                </a:solidFill>
                <a:latin typeface="Noto Sans"/>
                <a:ea typeface="Noto Sans"/>
                <a:cs typeface="Noto Sans"/>
              </a:defRPr>
            </a:lvl8pPr>
            <a:lvl9pPr>
              <a:defRPr sz="2400" b="0">
                <a:solidFill>
                  <a:srgbClr val="031C36"/>
                </a:solidFill>
                <a:latin typeface="Noto Sans"/>
                <a:ea typeface="Noto Sans"/>
                <a:cs typeface="Noto Sans"/>
              </a:defRPr>
            </a:lvl9pPr>
          </a:lstStyle>
          <a:p>
            <a:pPr>
              <a:defRPr sz="2400" b="0">
                <a:solidFill>
                  <a:srgbClr val="031C36"/>
                </a:solidFill>
                <a:latin typeface="Noto Sans"/>
                <a:ea typeface="Noto Sans"/>
                <a:cs typeface="Noto Sans"/>
              </a:defRPr>
            </a:pPr>
            <a:r>
              <a:rPr sz="2400" b="0">
                <a:solidFill>
                  <a:srgbClr val="031C36"/>
                </a:solidFill>
                <a:latin typeface="Noto Sans"/>
                <a:ea typeface="Noto Sans"/>
                <a:cs typeface="Noto Sans"/>
              </a:rPr>
              <a:t>Đổi lịch 17:30 sang 18:00.</a:t>
            </a:r>
            <a:r>
              <a:rPr lang="vi-VN" sz="2400" b="0">
                <a:solidFill>
                  <a:srgbClr val="031C36"/>
                </a:solidFill>
                <a:latin typeface="Noto Sans"/>
                <a:ea typeface="Noto Sans"/>
                <a:cs typeface="Noto Sans"/>
              </a:rPr>
              <a:t> </a:t>
            </a:r>
            <a:r>
              <a:rPr sz="2400" b="0">
                <a:solidFill>
                  <a:srgbClr val="031C36"/>
                </a:solidFill>
                <a:latin typeface="Noto Sans"/>
                <a:ea typeface="Noto Sans"/>
                <a:cs typeface="Noto Sans"/>
              </a:rPr>
              <a:t>Lỗi giữ form, Hủy giữ giờ cũ.</a:t>
            </a:r>
            <a:endParaRPr sz="2400" b="0">
              <a:solidFill>
                <a:srgbClr val="031C36"/>
              </a:solidFill>
              <a:latin typeface="Noto Sans"/>
              <a:ea typeface="Noto Sans"/>
              <a:cs typeface="Noto Sans"/>
            </a:endParaRPr>
          </a:p>
        </p:txBody>
      </p:sp>
      <p:sp>
        <p:nvSpPr>
          <p:cNvPr id="16" name="Home có giờ mới, vẫn 1/3"/>
          <p:cNvSpPr>
            <a:spLocks noGrp="1"/>
          </p:cNvSpPr>
          <p:nvPr/>
        </p:nvSpPr>
        <p:spPr>
          <a:xfrm>
            <a:off x="1151255" y="8139430"/>
            <a:ext cx="9810750" cy="342900"/>
          </a:xfrm>
          <a:prstGeom prst="rect">
            <a:avLst/>
          </a:prstGeom>
          <a:noFill/>
          <a:ln w="0">
            <a:noFill/>
          </a:ln>
        </p:spPr>
        <p:txBody>
          <a:bodyPr lIns="0" tIns="0" rIns="0" bIns="0">
            <a:noAutofit/>
          </a:bodyPr>
          <a:lstStyle>
            <a:defPPr>
              <a:defRPr sz="2100" b="1">
                <a:solidFill>
                  <a:srgbClr val="031C36"/>
                </a:solidFill>
                <a:latin typeface="Noto Sans"/>
                <a:ea typeface="Noto Sans"/>
                <a:cs typeface="Noto Sans"/>
              </a:defRPr>
            </a:defPPr>
            <a:lvl1pPr>
              <a:defRPr sz="2100" b="1">
                <a:solidFill>
                  <a:srgbClr val="031C36"/>
                </a:solidFill>
                <a:latin typeface="Noto Sans"/>
                <a:ea typeface="Noto Sans"/>
                <a:cs typeface="Noto Sans"/>
              </a:defRPr>
            </a:lvl1pPr>
            <a:lvl2pPr>
              <a:defRPr sz="2100" b="1">
                <a:solidFill>
                  <a:srgbClr val="031C36"/>
                </a:solidFill>
                <a:latin typeface="Noto Sans"/>
                <a:ea typeface="Noto Sans"/>
                <a:cs typeface="Noto Sans"/>
              </a:defRPr>
            </a:lvl2pPr>
            <a:lvl3pPr>
              <a:defRPr sz="2100" b="1">
                <a:solidFill>
                  <a:srgbClr val="031C36"/>
                </a:solidFill>
                <a:latin typeface="Noto Sans"/>
                <a:ea typeface="Noto Sans"/>
                <a:cs typeface="Noto Sans"/>
              </a:defRPr>
            </a:lvl3pPr>
            <a:lvl4pPr>
              <a:defRPr sz="2100" b="1">
                <a:solidFill>
                  <a:srgbClr val="031C36"/>
                </a:solidFill>
                <a:latin typeface="Noto Sans"/>
                <a:ea typeface="Noto Sans"/>
                <a:cs typeface="Noto Sans"/>
              </a:defRPr>
            </a:lvl4pPr>
            <a:lvl5pPr>
              <a:defRPr sz="2100" b="1">
                <a:solidFill>
                  <a:srgbClr val="031C36"/>
                </a:solidFill>
                <a:latin typeface="Noto Sans"/>
                <a:ea typeface="Noto Sans"/>
                <a:cs typeface="Noto Sans"/>
              </a:defRPr>
            </a:lvl5pPr>
            <a:lvl6pPr>
              <a:defRPr sz="2100" b="1">
                <a:solidFill>
                  <a:srgbClr val="031C36"/>
                </a:solidFill>
                <a:latin typeface="Noto Sans"/>
                <a:ea typeface="Noto Sans"/>
                <a:cs typeface="Noto Sans"/>
              </a:defRPr>
            </a:lvl6pPr>
            <a:lvl7pPr>
              <a:defRPr sz="2100" b="1">
                <a:solidFill>
                  <a:srgbClr val="031C36"/>
                </a:solidFill>
                <a:latin typeface="Noto Sans"/>
                <a:ea typeface="Noto Sans"/>
                <a:cs typeface="Noto Sans"/>
              </a:defRPr>
            </a:lvl7pPr>
            <a:lvl8pPr>
              <a:defRPr sz="2100" b="1">
                <a:solidFill>
                  <a:srgbClr val="031C36"/>
                </a:solidFill>
                <a:latin typeface="Noto Sans"/>
                <a:ea typeface="Noto Sans"/>
                <a:cs typeface="Noto Sans"/>
              </a:defRPr>
            </a:lvl8pPr>
            <a:lvl9pPr>
              <a:defRPr sz="2100" b="1">
                <a:solidFill>
                  <a:srgbClr val="031C36"/>
                </a:solidFill>
                <a:latin typeface="Noto Sans"/>
                <a:ea typeface="Noto Sans"/>
                <a:cs typeface="Noto Sans"/>
              </a:defRPr>
            </a:lvl9pPr>
          </a:lstStyle>
          <a:p>
            <a:pPr>
              <a:defRPr sz="2100" b="1">
                <a:solidFill>
                  <a:srgbClr val="031C36"/>
                </a:solidFill>
                <a:latin typeface="Noto Sans"/>
                <a:ea typeface="Noto Sans"/>
                <a:cs typeface="Noto Sans"/>
              </a:defRPr>
            </a:pPr>
            <a:r>
              <a:rPr sz="2100" b="1">
                <a:solidFill>
                  <a:srgbClr val="031C36"/>
                </a:solidFill>
                <a:latin typeface="Noto Sans"/>
                <a:ea typeface="Noto Sans"/>
                <a:cs typeface="Noto Sans"/>
              </a:rPr>
              <a:t>Home có giờ mới, vẫn 1/3</a:t>
            </a:r>
            <a:endParaRPr sz="2100" b="1">
              <a:solidFill>
                <a:srgbClr val="031C36"/>
              </a:solidFill>
              <a:latin typeface="Noto Sans"/>
              <a:ea typeface="Noto Sans"/>
              <a:cs typeface="Noto Sans"/>
            </a:endParaRPr>
          </a:p>
        </p:txBody>
      </p:sp>
      <p:pic>
        <p:nvPicPr>
          <p:cNvPr id="17" name="Picture 16"/>
          <p:cNvPicPr>
            <a:picLocks noChangeAspect="1"/>
          </p:cNvPicPr>
          <p:nvPr/>
        </p:nvPicPr>
        <p:blipFill>
          <a:blip r:embed="rId5"/>
          <a:stretch>
            <a:fillRect/>
          </a:stretch>
        </p:blipFill>
        <p:spPr>
          <a:xfrm>
            <a:off x="10224135" y="2623302"/>
            <a:ext cx="4191000" cy="5045476"/>
          </a:xfrm>
          <a:prstGeom prst="rect">
            <a:avLst/>
          </a:prstGeom>
        </p:spPr>
      </p:pic>
      <p:sp>
        <p:nvSpPr>
          <p:cNvPr id="18" name="9 nhóm mở/thu gọn được"/>
          <p:cNvSpPr>
            <a:spLocks noGrp="1"/>
          </p:cNvSpPr>
          <p:nvPr/>
        </p:nvSpPr>
        <p:spPr>
          <a:xfrm>
            <a:off x="10295890" y="8001000"/>
            <a:ext cx="4953000" cy="476250"/>
          </a:xfrm>
          <a:prstGeom prst="rect">
            <a:avLst/>
          </a:prstGeom>
          <a:noFill/>
          <a:ln w="0">
            <a:noFill/>
          </a:ln>
        </p:spPr>
        <p:txBody>
          <a:bodyPr lIns="0" tIns="0" rIns="0" bIns="0">
            <a:noAutofit/>
          </a:bodyPr>
          <a:lstStyle>
            <a:defPPr>
              <a:defRPr sz="2175" b="1">
                <a:solidFill>
                  <a:srgbClr val="1E5AA8"/>
                </a:solidFill>
                <a:latin typeface="Noto Sans"/>
                <a:ea typeface="Noto Sans"/>
                <a:cs typeface="Noto Sans"/>
              </a:defRPr>
            </a:defPPr>
            <a:lvl1pPr>
              <a:defRPr sz="2175" b="1">
                <a:solidFill>
                  <a:srgbClr val="1E5AA8"/>
                </a:solidFill>
                <a:latin typeface="Noto Sans"/>
                <a:ea typeface="Noto Sans"/>
                <a:cs typeface="Noto Sans"/>
              </a:defRPr>
            </a:lvl1pPr>
            <a:lvl2pPr>
              <a:defRPr sz="2175" b="1">
                <a:solidFill>
                  <a:srgbClr val="1E5AA8"/>
                </a:solidFill>
                <a:latin typeface="Noto Sans"/>
                <a:ea typeface="Noto Sans"/>
                <a:cs typeface="Noto Sans"/>
              </a:defRPr>
            </a:lvl2pPr>
            <a:lvl3pPr>
              <a:defRPr sz="2175" b="1">
                <a:solidFill>
                  <a:srgbClr val="1E5AA8"/>
                </a:solidFill>
                <a:latin typeface="Noto Sans"/>
                <a:ea typeface="Noto Sans"/>
                <a:cs typeface="Noto Sans"/>
              </a:defRPr>
            </a:lvl3pPr>
            <a:lvl4pPr>
              <a:defRPr sz="2175" b="1">
                <a:solidFill>
                  <a:srgbClr val="1E5AA8"/>
                </a:solidFill>
                <a:latin typeface="Noto Sans"/>
                <a:ea typeface="Noto Sans"/>
                <a:cs typeface="Noto Sans"/>
              </a:defRPr>
            </a:lvl4pPr>
            <a:lvl5pPr>
              <a:defRPr sz="2175" b="1">
                <a:solidFill>
                  <a:srgbClr val="1E5AA8"/>
                </a:solidFill>
                <a:latin typeface="Noto Sans"/>
                <a:ea typeface="Noto Sans"/>
                <a:cs typeface="Noto Sans"/>
              </a:defRPr>
            </a:lvl5pPr>
            <a:lvl6pPr>
              <a:defRPr sz="2175" b="1">
                <a:solidFill>
                  <a:srgbClr val="1E5AA8"/>
                </a:solidFill>
                <a:latin typeface="Noto Sans"/>
                <a:ea typeface="Noto Sans"/>
                <a:cs typeface="Noto Sans"/>
              </a:defRPr>
            </a:lvl6pPr>
            <a:lvl7pPr>
              <a:defRPr sz="2175" b="1">
                <a:solidFill>
                  <a:srgbClr val="1E5AA8"/>
                </a:solidFill>
                <a:latin typeface="Noto Sans"/>
                <a:ea typeface="Noto Sans"/>
                <a:cs typeface="Noto Sans"/>
              </a:defRPr>
            </a:lvl7pPr>
            <a:lvl8pPr>
              <a:defRPr sz="2175" b="1">
                <a:solidFill>
                  <a:srgbClr val="1E5AA8"/>
                </a:solidFill>
                <a:latin typeface="Noto Sans"/>
                <a:ea typeface="Noto Sans"/>
                <a:cs typeface="Noto Sans"/>
              </a:defRPr>
            </a:lvl8pPr>
            <a:lvl9pPr>
              <a:defRPr sz="2175" b="1">
                <a:solidFill>
                  <a:srgbClr val="1E5AA8"/>
                </a:solidFill>
                <a:latin typeface="Noto Sans"/>
                <a:ea typeface="Noto Sans"/>
                <a:cs typeface="Noto Sans"/>
              </a:defRPr>
            </a:lvl9pPr>
          </a:lstStyle>
          <a:p>
            <a:pPr>
              <a:defRPr sz="2175" b="1">
                <a:solidFill>
                  <a:srgbClr val="1E5AA8"/>
                </a:solidFill>
                <a:latin typeface="Noto Sans"/>
                <a:ea typeface="Noto Sans"/>
                <a:cs typeface="Noto Sans"/>
              </a:defRPr>
            </a:pPr>
            <a:r>
              <a:rPr sz="2175" b="1">
                <a:solidFill>
                  <a:srgbClr val="1E5AA8"/>
                </a:solidFill>
                <a:latin typeface="Noto Sans"/>
                <a:ea typeface="Noto Sans"/>
                <a:cs typeface="Noto Sans"/>
              </a:rPr>
              <a:t>9 nhóm mở/thu gọn được</a:t>
            </a:r>
            <a:endParaRPr sz="2175" b="1">
              <a:solidFill>
                <a:srgbClr val="1E5AA8"/>
              </a:solidFill>
              <a:latin typeface="Noto Sans"/>
              <a:ea typeface="Noto Sans"/>
              <a:cs typeface="Noto Sans"/>
            </a:endParaRPr>
          </a:p>
        </p:txBody>
      </p:sp>
      <p:sp>
        <p:nvSpPr>
          <p:cNvPr id="19" name="Timer mô phỏng các mốc thời gian."/>
          <p:cNvSpPr>
            <a:spLocks noGrp="1"/>
          </p:cNvSpPr>
          <p:nvPr/>
        </p:nvSpPr>
        <p:spPr>
          <a:xfrm>
            <a:off x="1143000" y="8816340"/>
            <a:ext cx="10287000" cy="381000"/>
          </a:xfrm>
          <a:prstGeom prst="rect">
            <a:avLst/>
          </a:prstGeom>
          <a:noFill/>
          <a:ln w="0">
            <a:noFill/>
          </a:ln>
        </p:spPr>
        <p:txBody>
          <a:bodyPr lIns="0" tIns="0" rIns="0" bIns="0">
            <a:noAutofit/>
          </a:bodyPr>
          <a:lstStyle>
            <a:defPPr>
              <a:defRPr sz="2025" b="0">
                <a:solidFill>
                  <a:srgbClr val="424751"/>
                </a:solidFill>
                <a:latin typeface="Noto Sans"/>
                <a:ea typeface="Noto Sans"/>
                <a:cs typeface="Noto Sans"/>
              </a:defRPr>
            </a:defPPr>
            <a:lvl1pPr>
              <a:defRPr sz="2025" b="0">
                <a:solidFill>
                  <a:srgbClr val="424751"/>
                </a:solidFill>
                <a:latin typeface="Noto Sans"/>
                <a:ea typeface="Noto Sans"/>
                <a:cs typeface="Noto Sans"/>
              </a:defRPr>
            </a:lvl1pPr>
            <a:lvl2pPr>
              <a:defRPr sz="2025" b="0">
                <a:solidFill>
                  <a:srgbClr val="424751"/>
                </a:solidFill>
                <a:latin typeface="Noto Sans"/>
                <a:ea typeface="Noto Sans"/>
                <a:cs typeface="Noto Sans"/>
              </a:defRPr>
            </a:lvl2pPr>
            <a:lvl3pPr>
              <a:defRPr sz="2025" b="0">
                <a:solidFill>
                  <a:srgbClr val="424751"/>
                </a:solidFill>
                <a:latin typeface="Noto Sans"/>
                <a:ea typeface="Noto Sans"/>
                <a:cs typeface="Noto Sans"/>
              </a:defRPr>
            </a:lvl3pPr>
            <a:lvl4pPr>
              <a:defRPr sz="2025" b="0">
                <a:solidFill>
                  <a:srgbClr val="424751"/>
                </a:solidFill>
                <a:latin typeface="Noto Sans"/>
                <a:ea typeface="Noto Sans"/>
                <a:cs typeface="Noto Sans"/>
              </a:defRPr>
            </a:lvl4pPr>
            <a:lvl5pPr>
              <a:defRPr sz="2025" b="0">
                <a:solidFill>
                  <a:srgbClr val="424751"/>
                </a:solidFill>
                <a:latin typeface="Noto Sans"/>
                <a:ea typeface="Noto Sans"/>
                <a:cs typeface="Noto Sans"/>
              </a:defRPr>
            </a:lvl5pPr>
            <a:lvl6pPr>
              <a:defRPr sz="2025" b="0">
                <a:solidFill>
                  <a:srgbClr val="424751"/>
                </a:solidFill>
                <a:latin typeface="Noto Sans"/>
                <a:ea typeface="Noto Sans"/>
                <a:cs typeface="Noto Sans"/>
              </a:defRPr>
            </a:lvl6pPr>
            <a:lvl7pPr>
              <a:defRPr sz="2025" b="0">
                <a:solidFill>
                  <a:srgbClr val="424751"/>
                </a:solidFill>
                <a:latin typeface="Noto Sans"/>
                <a:ea typeface="Noto Sans"/>
                <a:cs typeface="Noto Sans"/>
              </a:defRPr>
            </a:lvl7pPr>
            <a:lvl8pPr>
              <a:defRPr sz="2025" b="0">
                <a:solidFill>
                  <a:srgbClr val="424751"/>
                </a:solidFill>
                <a:latin typeface="Noto Sans"/>
                <a:ea typeface="Noto Sans"/>
                <a:cs typeface="Noto Sans"/>
              </a:defRPr>
            </a:lvl8pPr>
            <a:lvl9pPr>
              <a:defRPr sz="2025" b="0">
                <a:solidFill>
                  <a:srgbClr val="424751"/>
                </a:solidFill>
                <a:latin typeface="Noto Sans"/>
                <a:ea typeface="Noto Sans"/>
                <a:cs typeface="Noto Sans"/>
              </a:defRPr>
            </a:lvl9pPr>
          </a:lstStyle>
          <a:p>
            <a:pPr>
              <a:defRPr sz="2025" b="0">
                <a:solidFill>
                  <a:srgbClr val="424751"/>
                </a:solidFill>
                <a:latin typeface="Noto Sans"/>
                <a:ea typeface="Noto Sans"/>
                <a:cs typeface="Noto Sans"/>
              </a:defRPr>
            </a:pPr>
            <a:r>
              <a:rPr sz="2025" b="0">
                <a:solidFill>
                  <a:srgbClr val="424751"/>
                </a:solidFill>
                <a:latin typeface="Noto Sans"/>
                <a:ea typeface="Noto Sans"/>
                <a:cs typeface="Noto Sans"/>
              </a:rPr>
              <a:t>Timer mô phỏng các mốc thời gian.</a:t>
            </a:r>
            <a:endParaRPr sz="2025" b="0">
              <a:solidFill>
                <a:srgbClr val="424751"/>
              </a:solidFill>
              <a:latin typeface="Noto Sans"/>
              <a:ea typeface="Noto Sans"/>
              <a:cs typeface="No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Flutter handoff và kết luận"/>
          <p:cNvSpPr>
            <a:spLocks noGrp="1"/>
          </p:cNvSpPr>
          <p:nvPr/>
        </p:nvSpPr>
        <p:spPr>
          <a:xfrm>
            <a:off x="952500" y="619125"/>
            <a:ext cx="16192500" cy="876300"/>
          </a:xfrm>
          <a:prstGeom prst="rect">
            <a:avLst/>
          </a:prstGeom>
          <a:noFill/>
          <a:ln w="0">
            <a:noFill/>
          </a:ln>
        </p:spPr>
        <p:txBody>
          <a:bodyPr lIns="0" tIns="0" rIns="0" bIns="0">
            <a:noAutofit/>
          </a:bodyPr>
          <a:lstStyle>
            <a:defPPr>
              <a:defRPr sz="4350" b="1">
                <a:solidFill>
                  <a:srgbClr val="1E5AA8"/>
                </a:solidFill>
                <a:latin typeface="Noto Sans"/>
                <a:ea typeface="Noto Sans"/>
                <a:cs typeface="Noto Sans"/>
              </a:defRPr>
            </a:defPPr>
            <a:lvl1pPr>
              <a:defRPr sz="4350" b="1">
                <a:solidFill>
                  <a:srgbClr val="1E5AA8"/>
                </a:solidFill>
                <a:latin typeface="Noto Sans"/>
                <a:ea typeface="Noto Sans"/>
                <a:cs typeface="Noto Sans"/>
              </a:defRPr>
            </a:lvl1pPr>
            <a:lvl2pPr>
              <a:defRPr sz="4350" b="1">
                <a:solidFill>
                  <a:srgbClr val="1E5AA8"/>
                </a:solidFill>
                <a:latin typeface="Noto Sans"/>
                <a:ea typeface="Noto Sans"/>
                <a:cs typeface="Noto Sans"/>
              </a:defRPr>
            </a:lvl2pPr>
            <a:lvl3pPr>
              <a:defRPr sz="4350" b="1">
                <a:solidFill>
                  <a:srgbClr val="1E5AA8"/>
                </a:solidFill>
                <a:latin typeface="Noto Sans"/>
                <a:ea typeface="Noto Sans"/>
                <a:cs typeface="Noto Sans"/>
              </a:defRPr>
            </a:lvl3pPr>
            <a:lvl4pPr>
              <a:defRPr sz="4350" b="1">
                <a:solidFill>
                  <a:srgbClr val="1E5AA8"/>
                </a:solidFill>
                <a:latin typeface="Noto Sans"/>
                <a:ea typeface="Noto Sans"/>
                <a:cs typeface="Noto Sans"/>
              </a:defRPr>
            </a:lvl4pPr>
            <a:lvl5pPr>
              <a:defRPr sz="4350" b="1">
                <a:solidFill>
                  <a:srgbClr val="1E5AA8"/>
                </a:solidFill>
                <a:latin typeface="Noto Sans"/>
                <a:ea typeface="Noto Sans"/>
                <a:cs typeface="Noto Sans"/>
              </a:defRPr>
            </a:lvl5pPr>
            <a:lvl6pPr>
              <a:defRPr sz="4350" b="1">
                <a:solidFill>
                  <a:srgbClr val="1E5AA8"/>
                </a:solidFill>
                <a:latin typeface="Noto Sans"/>
                <a:ea typeface="Noto Sans"/>
                <a:cs typeface="Noto Sans"/>
              </a:defRPr>
            </a:lvl6pPr>
            <a:lvl7pPr>
              <a:defRPr sz="4350" b="1">
                <a:solidFill>
                  <a:srgbClr val="1E5AA8"/>
                </a:solidFill>
                <a:latin typeface="Noto Sans"/>
                <a:ea typeface="Noto Sans"/>
                <a:cs typeface="Noto Sans"/>
              </a:defRPr>
            </a:lvl7pPr>
            <a:lvl8pPr>
              <a:defRPr sz="4350" b="1">
                <a:solidFill>
                  <a:srgbClr val="1E5AA8"/>
                </a:solidFill>
                <a:latin typeface="Noto Sans"/>
                <a:ea typeface="Noto Sans"/>
                <a:cs typeface="Noto Sans"/>
              </a:defRPr>
            </a:lvl8pPr>
            <a:lvl9pPr>
              <a:defRPr sz="4350" b="1">
                <a:solidFill>
                  <a:srgbClr val="1E5AA8"/>
                </a:solidFill>
                <a:latin typeface="Noto Sans"/>
                <a:ea typeface="Noto Sans"/>
                <a:cs typeface="Noto Sans"/>
              </a:defRPr>
            </a:lvl9pPr>
          </a:lstStyle>
          <a:p>
            <a:pPr>
              <a:defRPr sz="4350" b="1">
                <a:solidFill>
                  <a:srgbClr val="1E5AA8"/>
                </a:solidFill>
                <a:latin typeface="Noto Sans"/>
                <a:ea typeface="Noto Sans"/>
                <a:cs typeface="Noto Sans"/>
              </a:defRPr>
            </a:pPr>
            <a:r>
              <a:rPr sz="4350" b="1">
                <a:solidFill>
                  <a:srgbClr val="1E5AA8"/>
                </a:solidFill>
                <a:latin typeface="Noto Sans"/>
                <a:ea typeface="Noto Sans"/>
                <a:cs typeface="Noto Sans"/>
              </a:rPr>
              <a:t>Flutter handoff và kết luận</a:t>
            </a:r>
            <a:endParaRPr sz="4350" b="1">
              <a:solidFill>
                <a:srgbClr val="1E5AA8"/>
              </a:solidFill>
              <a:latin typeface="Noto Sans"/>
              <a:ea typeface="Noto Sans"/>
              <a:cs typeface="Noto Sans"/>
            </a:endParaRPr>
          </a:p>
        </p:txBody>
      </p:sp>
      <p:sp>
        <p:nvSpPr>
          <p:cNvPr id="2" name="Bàn giao thiết kế, dữ liệu mẫu và quy tắc hành vi. Lab 2 chư"/>
          <p:cNvSpPr>
            <a:spLocks noGrp="1"/>
          </p:cNvSpPr>
          <p:nvPr/>
        </p:nvSpPr>
        <p:spPr>
          <a:xfrm>
            <a:off x="990600" y="1600200"/>
            <a:ext cx="16002000" cy="781050"/>
          </a:xfrm>
          <a:prstGeom prst="rect">
            <a:avLst/>
          </a:prstGeom>
          <a:noFill/>
          <a:ln w="0">
            <a:noFill/>
          </a:ln>
        </p:spPr>
        <p:txBody>
          <a:bodyPr lIns="0" tIns="0" rIns="0" bIns="0">
            <a:noAutofit/>
          </a:bodyPr>
          <a:lstStyle>
            <a:defPPr>
              <a:defRPr sz="2250" b="0">
                <a:solidFill>
                  <a:srgbClr val="424751"/>
                </a:solidFill>
                <a:latin typeface="Noto Sans"/>
                <a:ea typeface="Noto Sans"/>
                <a:cs typeface="Noto Sans"/>
              </a:defRPr>
            </a:defPPr>
            <a:lvl1pPr>
              <a:defRPr sz="2250" b="0">
                <a:solidFill>
                  <a:srgbClr val="424751"/>
                </a:solidFill>
                <a:latin typeface="Noto Sans"/>
                <a:ea typeface="Noto Sans"/>
                <a:cs typeface="Noto Sans"/>
              </a:defRPr>
            </a:lvl1pPr>
            <a:lvl2pPr>
              <a:defRPr sz="2250" b="0">
                <a:solidFill>
                  <a:srgbClr val="424751"/>
                </a:solidFill>
                <a:latin typeface="Noto Sans"/>
                <a:ea typeface="Noto Sans"/>
                <a:cs typeface="Noto Sans"/>
              </a:defRPr>
            </a:lvl2pPr>
            <a:lvl3pPr>
              <a:defRPr sz="2250" b="0">
                <a:solidFill>
                  <a:srgbClr val="424751"/>
                </a:solidFill>
                <a:latin typeface="Noto Sans"/>
                <a:ea typeface="Noto Sans"/>
                <a:cs typeface="Noto Sans"/>
              </a:defRPr>
            </a:lvl3pPr>
            <a:lvl4pPr>
              <a:defRPr sz="2250" b="0">
                <a:solidFill>
                  <a:srgbClr val="424751"/>
                </a:solidFill>
                <a:latin typeface="Noto Sans"/>
                <a:ea typeface="Noto Sans"/>
                <a:cs typeface="Noto Sans"/>
              </a:defRPr>
            </a:lvl4pPr>
            <a:lvl5pPr>
              <a:defRPr sz="2250" b="0">
                <a:solidFill>
                  <a:srgbClr val="424751"/>
                </a:solidFill>
                <a:latin typeface="Noto Sans"/>
                <a:ea typeface="Noto Sans"/>
                <a:cs typeface="Noto Sans"/>
              </a:defRPr>
            </a:lvl5pPr>
            <a:lvl6pPr>
              <a:defRPr sz="2250" b="0">
                <a:solidFill>
                  <a:srgbClr val="424751"/>
                </a:solidFill>
                <a:latin typeface="Noto Sans"/>
                <a:ea typeface="Noto Sans"/>
                <a:cs typeface="Noto Sans"/>
              </a:defRPr>
            </a:lvl6pPr>
            <a:lvl7pPr>
              <a:defRPr sz="2250" b="0">
                <a:solidFill>
                  <a:srgbClr val="424751"/>
                </a:solidFill>
                <a:latin typeface="Noto Sans"/>
                <a:ea typeface="Noto Sans"/>
                <a:cs typeface="Noto Sans"/>
              </a:defRPr>
            </a:lvl7pPr>
            <a:lvl8pPr>
              <a:defRPr sz="2250" b="0">
                <a:solidFill>
                  <a:srgbClr val="424751"/>
                </a:solidFill>
                <a:latin typeface="Noto Sans"/>
                <a:ea typeface="Noto Sans"/>
                <a:cs typeface="Noto Sans"/>
              </a:defRPr>
            </a:lvl8pPr>
            <a:lvl9pPr>
              <a:defRPr sz="2250" b="0">
                <a:solidFill>
                  <a:srgbClr val="424751"/>
                </a:solidFill>
                <a:latin typeface="Noto Sans"/>
                <a:ea typeface="Noto Sans"/>
                <a:cs typeface="Noto Sans"/>
              </a:defRPr>
            </a:lvl9pPr>
          </a:lstStyle>
          <a:p>
            <a:pPr>
              <a:defRPr sz="2250" b="0">
                <a:solidFill>
                  <a:srgbClr val="424751"/>
                </a:solidFill>
                <a:latin typeface="Noto Sans"/>
                <a:ea typeface="Noto Sans"/>
                <a:cs typeface="Noto Sans"/>
              </a:defRPr>
            </a:pPr>
            <a:r>
              <a:rPr sz="2250" b="0">
                <a:solidFill>
                  <a:srgbClr val="424751"/>
                </a:solidFill>
                <a:latin typeface="Noto Sans"/>
                <a:ea typeface="Noto Sans"/>
                <a:cs typeface="Noto Sans"/>
              </a:rPr>
              <a:t>Bàn giao thiết kế, dữ liệu mẫu và quy tắc hành vi. Lab 2 chưa yêu cầu viết ứng dụng.</a:t>
            </a:r>
            <a:endParaRPr sz="2250" b="0">
              <a:solidFill>
                <a:srgbClr val="424751"/>
              </a:solidFill>
              <a:latin typeface="Noto Sans"/>
              <a:ea typeface="Noto Sans"/>
              <a:cs typeface="Noto Sans"/>
            </a:endParaRPr>
          </a:p>
        </p:txBody>
      </p:sp>
      <p:sp>
        <p:nvSpPr>
          <p:cNvPr id="3" name="12 / 12"/>
          <p:cNvSpPr>
            <a:spLocks noGrp="1"/>
          </p:cNvSpPr>
          <p:nvPr/>
        </p:nvSpPr>
        <p:spPr>
          <a:xfrm>
            <a:off x="16097250" y="723900"/>
            <a:ext cx="1428750" cy="333375"/>
          </a:xfrm>
          <a:prstGeom prst="rect">
            <a:avLst/>
          </a:prstGeom>
          <a:noFill/>
          <a:ln w="0">
            <a:noFill/>
          </a:ln>
        </p:spPr>
        <p:txBody>
          <a:bodyPr lIns="0" tIns="0" rIns="0" bIns="0">
            <a:noAutofit/>
          </a:bodyPr>
          <a:lstStyle>
            <a:defPPr>
              <a:defRPr sz="1800" b="0">
                <a:solidFill>
                  <a:srgbClr val="424751"/>
                </a:solidFill>
                <a:latin typeface="Noto Sans"/>
                <a:ea typeface="Noto Sans"/>
                <a:cs typeface="Noto Sans"/>
              </a:defRPr>
            </a:defPPr>
            <a:lvl1pPr>
              <a:defRPr sz="1800" b="0">
                <a:solidFill>
                  <a:srgbClr val="424751"/>
                </a:solidFill>
                <a:latin typeface="Noto Sans"/>
                <a:ea typeface="Noto Sans"/>
                <a:cs typeface="Noto Sans"/>
              </a:defRPr>
            </a:lvl1pPr>
            <a:lvl2pPr>
              <a:defRPr sz="1800" b="0">
                <a:solidFill>
                  <a:srgbClr val="424751"/>
                </a:solidFill>
                <a:latin typeface="Noto Sans"/>
                <a:ea typeface="Noto Sans"/>
                <a:cs typeface="Noto Sans"/>
              </a:defRPr>
            </a:lvl2pPr>
            <a:lvl3pPr>
              <a:defRPr sz="1800" b="0">
                <a:solidFill>
                  <a:srgbClr val="424751"/>
                </a:solidFill>
                <a:latin typeface="Noto Sans"/>
                <a:ea typeface="Noto Sans"/>
                <a:cs typeface="Noto Sans"/>
              </a:defRPr>
            </a:lvl3pPr>
            <a:lvl4pPr>
              <a:defRPr sz="1800" b="0">
                <a:solidFill>
                  <a:srgbClr val="424751"/>
                </a:solidFill>
                <a:latin typeface="Noto Sans"/>
                <a:ea typeface="Noto Sans"/>
                <a:cs typeface="Noto Sans"/>
              </a:defRPr>
            </a:lvl4pPr>
            <a:lvl5pPr>
              <a:defRPr sz="1800" b="0">
                <a:solidFill>
                  <a:srgbClr val="424751"/>
                </a:solidFill>
                <a:latin typeface="Noto Sans"/>
                <a:ea typeface="Noto Sans"/>
                <a:cs typeface="Noto Sans"/>
              </a:defRPr>
            </a:lvl5pPr>
            <a:lvl6pPr>
              <a:defRPr sz="1800" b="0">
                <a:solidFill>
                  <a:srgbClr val="424751"/>
                </a:solidFill>
                <a:latin typeface="Noto Sans"/>
                <a:ea typeface="Noto Sans"/>
                <a:cs typeface="Noto Sans"/>
              </a:defRPr>
            </a:lvl6pPr>
            <a:lvl7pPr>
              <a:defRPr sz="1800" b="0">
                <a:solidFill>
                  <a:srgbClr val="424751"/>
                </a:solidFill>
                <a:latin typeface="Noto Sans"/>
                <a:ea typeface="Noto Sans"/>
                <a:cs typeface="Noto Sans"/>
              </a:defRPr>
            </a:lvl7pPr>
            <a:lvl8pPr>
              <a:defRPr sz="1800" b="0">
                <a:solidFill>
                  <a:srgbClr val="424751"/>
                </a:solidFill>
                <a:latin typeface="Noto Sans"/>
                <a:ea typeface="Noto Sans"/>
                <a:cs typeface="Noto Sans"/>
              </a:defRPr>
            </a:lvl8pPr>
            <a:lvl9pPr>
              <a:defRPr sz="1800" b="0">
                <a:solidFill>
                  <a:srgbClr val="424751"/>
                </a:solidFill>
                <a:latin typeface="Noto Sans"/>
                <a:ea typeface="Noto Sans"/>
                <a:cs typeface="Noto Sans"/>
              </a:defRPr>
            </a:lvl9pPr>
          </a:lstStyle>
          <a:p>
            <a:pPr>
              <a:defRPr sz="1800" b="0">
                <a:solidFill>
                  <a:srgbClr val="424751"/>
                </a:solidFill>
                <a:latin typeface="Noto Sans"/>
                <a:ea typeface="Noto Sans"/>
                <a:cs typeface="Noto Sans"/>
              </a:defRPr>
            </a:pPr>
            <a:r>
              <a:rPr sz="1800" b="0">
                <a:solidFill>
                  <a:srgbClr val="424751"/>
                </a:solidFill>
                <a:latin typeface="Noto Sans"/>
                <a:ea typeface="Noto Sans"/>
                <a:cs typeface="Noto Sans"/>
              </a:rPr>
              <a:t>12 / 12</a:t>
            </a:r>
            <a:endParaRPr sz="1800" b="0">
              <a:solidFill>
                <a:srgbClr val="424751"/>
              </a:solidFill>
              <a:latin typeface="Noto Sans"/>
              <a:ea typeface="Noto Sans"/>
              <a:cs typeface="Noto Sans"/>
            </a:endParaRPr>
          </a:p>
        </p:txBody>
      </p:sp>
      <p:sp>
        <p:nvSpPr>
          <p:cNvPr id="4" name="Nguồn"/>
          <p:cNvSpPr>
            <a:spLocks noGrp="1"/>
          </p:cNvSpPr>
          <p:nvPr/>
        </p:nvSpPr>
        <p:spPr>
          <a:xfrm>
            <a:off x="990600" y="9467850"/>
            <a:ext cx="952500" cy="333375"/>
          </a:xfrm>
          <a:prstGeom prst="rect">
            <a:avLst/>
          </a:prstGeom>
          <a:noFill/>
          <a:ln w="0">
            <a:noFill/>
          </a:ln>
        </p:spPr>
        <p:txBody>
          <a:bodyPr lIns="0" tIns="0" rIns="0" bIns="0">
            <a:noAutofit/>
          </a:bodyPr>
          <a:lstStyle>
            <a:defPPr>
              <a:defRPr sz="1650" b="0">
                <a:solidFill>
                  <a:srgbClr val="424751"/>
                </a:solidFill>
                <a:latin typeface="Noto Sans"/>
                <a:ea typeface="Noto Sans"/>
                <a:cs typeface="Noto Sans"/>
              </a:defRPr>
            </a:defPPr>
            <a:lvl1pPr>
              <a:defRPr sz="1650" b="0">
                <a:solidFill>
                  <a:srgbClr val="424751"/>
                </a:solidFill>
                <a:latin typeface="Noto Sans"/>
                <a:ea typeface="Noto Sans"/>
                <a:cs typeface="Noto Sans"/>
              </a:defRPr>
            </a:lvl1pPr>
            <a:lvl2pPr>
              <a:defRPr sz="1650" b="0">
                <a:solidFill>
                  <a:srgbClr val="424751"/>
                </a:solidFill>
                <a:latin typeface="Noto Sans"/>
                <a:ea typeface="Noto Sans"/>
                <a:cs typeface="Noto Sans"/>
              </a:defRPr>
            </a:lvl2pPr>
            <a:lvl3pPr>
              <a:defRPr sz="1650" b="0">
                <a:solidFill>
                  <a:srgbClr val="424751"/>
                </a:solidFill>
                <a:latin typeface="Noto Sans"/>
                <a:ea typeface="Noto Sans"/>
                <a:cs typeface="Noto Sans"/>
              </a:defRPr>
            </a:lvl3pPr>
            <a:lvl4pPr>
              <a:defRPr sz="1650" b="0">
                <a:solidFill>
                  <a:srgbClr val="424751"/>
                </a:solidFill>
                <a:latin typeface="Noto Sans"/>
                <a:ea typeface="Noto Sans"/>
                <a:cs typeface="Noto Sans"/>
              </a:defRPr>
            </a:lvl4pPr>
            <a:lvl5pPr>
              <a:defRPr sz="1650" b="0">
                <a:solidFill>
                  <a:srgbClr val="424751"/>
                </a:solidFill>
                <a:latin typeface="Noto Sans"/>
                <a:ea typeface="Noto Sans"/>
                <a:cs typeface="Noto Sans"/>
              </a:defRPr>
            </a:lvl5pPr>
            <a:lvl6pPr>
              <a:defRPr sz="1650" b="0">
                <a:solidFill>
                  <a:srgbClr val="424751"/>
                </a:solidFill>
                <a:latin typeface="Noto Sans"/>
                <a:ea typeface="Noto Sans"/>
                <a:cs typeface="Noto Sans"/>
              </a:defRPr>
            </a:lvl6pPr>
            <a:lvl7pPr>
              <a:defRPr sz="1650" b="0">
                <a:solidFill>
                  <a:srgbClr val="424751"/>
                </a:solidFill>
                <a:latin typeface="Noto Sans"/>
                <a:ea typeface="Noto Sans"/>
                <a:cs typeface="Noto Sans"/>
              </a:defRPr>
            </a:lvl7pPr>
            <a:lvl8pPr>
              <a:defRPr sz="1650" b="0">
                <a:solidFill>
                  <a:srgbClr val="424751"/>
                </a:solidFill>
                <a:latin typeface="Noto Sans"/>
                <a:ea typeface="Noto Sans"/>
                <a:cs typeface="Noto Sans"/>
              </a:defRPr>
            </a:lvl8pPr>
            <a:lvl9pPr>
              <a:defRPr sz="1650" b="0">
                <a:solidFill>
                  <a:srgbClr val="424751"/>
                </a:solidFill>
                <a:latin typeface="Noto Sans"/>
                <a:ea typeface="Noto Sans"/>
                <a:cs typeface="Noto Sans"/>
              </a:defRPr>
            </a:lvl9pPr>
          </a:lstStyle>
          <a:p>
            <a:pPr>
              <a:defRPr sz="1650" b="0">
                <a:solidFill>
                  <a:srgbClr val="424751"/>
                </a:solidFill>
                <a:latin typeface="Noto Sans"/>
                <a:ea typeface="Noto Sans"/>
                <a:cs typeface="Noto Sans"/>
              </a:defRPr>
            </a:pPr>
            <a:r>
              <a:rPr sz="1650" b="0">
                <a:solidFill>
                  <a:srgbClr val="424751"/>
                </a:solidFill>
                <a:latin typeface="Noto Sans"/>
                <a:ea typeface="Noto Sans"/>
                <a:cs typeface="Noto Sans"/>
              </a:rPr>
              <a:t>Nguồn</a:t>
            </a:r>
            <a:endParaRPr sz="1650" b="0">
              <a:solidFill>
                <a:srgbClr val="424751"/>
              </a:solidFill>
              <a:latin typeface="Noto Sans"/>
              <a:ea typeface="Noto Sans"/>
              <a:cs typeface="Noto Sans"/>
            </a:endParaRPr>
          </a:p>
        </p:txBody>
      </p:sp>
      <p:sp>
        <p:nvSpPr>
          <p:cNvPr id="5" name="Handoff 10 màn, 6 mục/màn"/>
          <p:cNvSpPr>
            <a:spLocks noGrp="1"/>
          </p:cNvSpPr>
          <p:nvPr/>
        </p:nvSpPr>
        <p:spPr>
          <a:xfrm>
            <a:off x="2047875"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1"/>
              </a:rPr>
              <a:t>Handoff 10 màn, 6 mục/màn</a:t>
            </a:r>
            <a:endParaRPr sz="1650" b="0">
              <a:solidFill>
                <a:srgbClr val="1E5AA8"/>
              </a:solidFill>
              <a:latin typeface="Noto Sans"/>
              <a:ea typeface="Noto Sans"/>
              <a:cs typeface="Noto Sans"/>
              <a:hlinkClick r:id="rId1"/>
            </a:endParaRPr>
          </a:p>
        </p:txBody>
      </p:sp>
      <p:sp>
        <p:nvSpPr>
          <p:cNvPr id="7" name="GitHub dự án"/>
          <p:cNvSpPr>
            <a:spLocks noGrp="1"/>
          </p:cNvSpPr>
          <p:nvPr/>
        </p:nvSpPr>
        <p:spPr>
          <a:xfrm>
            <a:off x="5327650" y="9467850"/>
            <a:ext cx="5000625" cy="361950"/>
          </a:xfrm>
          <a:prstGeom prst="rect">
            <a:avLst/>
          </a:prstGeom>
          <a:noFill/>
          <a:ln w="0">
            <a:noFill/>
          </a:ln>
        </p:spPr>
        <p:txBody>
          <a:bodyPr lIns="0" tIns="0" rIns="0" bIns="0">
            <a:noAutofit/>
          </a:bodyPr>
          <a:lstStyle>
            <a:defPPr>
              <a:defRPr sz="1650" b="0">
                <a:solidFill>
                  <a:srgbClr val="1E5AA8"/>
                </a:solidFill>
                <a:latin typeface="Noto Sans"/>
                <a:ea typeface="Noto Sans"/>
                <a:cs typeface="Noto Sans"/>
              </a:defRPr>
            </a:defPPr>
            <a:lvl1pPr>
              <a:defRPr sz="1650" b="0">
                <a:solidFill>
                  <a:srgbClr val="1E5AA8"/>
                </a:solidFill>
                <a:latin typeface="Noto Sans"/>
                <a:ea typeface="Noto Sans"/>
                <a:cs typeface="Noto Sans"/>
              </a:defRPr>
            </a:lvl1pPr>
            <a:lvl2pPr>
              <a:defRPr sz="1650" b="0">
                <a:solidFill>
                  <a:srgbClr val="1E5AA8"/>
                </a:solidFill>
                <a:latin typeface="Noto Sans"/>
                <a:ea typeface="Noto Sans"/>
                <a:cs typeface="Noto Sans"/>
              </a:defRPr>
            </a:lvl2pPr>
            <a:lvl3pPr>
              <a:defRPr sz="1650" b="0">
                <a:solidFill>
                  <a:srgbClr val="1E5AA8"/>
                </a:solidFill>
                <a:latin typeface="Noto Sans"/>
                <a:ea typeface="Noto Sans"/>
                <a:cs typeface="Noto Sans"/>
              </a:defRPr>
            </a:lvl3pPr>
            <a:lvl4pPr>
              <a:defRPr sz="1650" b="0">
                <a:solidFill>
                  <a:srgbClr val="1E5AA8"/>
                </a:solidFill>
                <a:latin typeface="Noto Sans"/>
                <a:ea typeface="Noto Sans"/>
                <a:cs typeface="Noto Sans"/>
              </a:defRPr>
            </a:lvl4pPr>
            <a:lvl5pPr>
              <a:defRPr sz="1650" b="0">
                <a:solidFill>
                  <a:srgbClr val="1E5AA8"/>
                </a:solidFill>
                <a:latin typeface="Noto Sans"/>
                <a:ea typeface="Noto Sans"/>
                <a:cs typeface="Noto Sans"/>
              </a:defRPr>
            </a:lvl5pPr>
            <a:lvl6pPr>
              <a:defRPr sz="1650" b="0">
                <a:solidFill>
                  <a:srgbClr val="1E5AA8"/>
                </a:solidFill>
                <a:latin typeface="Noto Sans"/>
                <a:ea typeface="Noto Sans"/>
                <a:cs typeface="Noto Sans"/>
              </a:defRPr>
            </a:lvl6pPr>
            <a:lvl7pPr>
              <a:defRPr sz="1650" b="0">
                <a:solidFill>
                  <a:srgbClr val="1E5AA8"/>
                </a:solidFill>
                <a:latin typeface="Noto Sans"/>
                <a:ea typeface="Noto Sans"/>
                <a:cs typeface="Noto Sans"/>
              </a:defRPr>
            </a:lvl7pPr>
            <a:lvl8pPr>
              <a:defRPr sz="1650" b="0">
                <a:solidFill>
                  <a:srgbClr val="1E5AA8"/>
                </a:solidFill>
                <a:latin typeface="Noto Sans"/>
                <a:ea typeface="Noto Sans"/>
                <a:cs typeface="Noto Sans"/>
              </a:defRPr>
            </a:lvl8pPr>
            <a:lvl9pPr>
              <a:defRPr sz="1650" b="0">
                <a:solidFill>
                  <a:srgbClr val="1E5AA8"/>
                </a:solidFill>
                <a:latin typeface="Noto Sans"/>
                <a:ea typeface="Noto Sans"/>
                <a:cs typeface="Noto Sans"/>
              </a:defRPr>
            </a:lvl9pPr>
          </a:lstStyle>
          <a:p>
            <a:pPr>
              <a:defRPr sz="1650" b="0">
                <a:solidFill>
                  <a:srgbClr val="1E5AA8"/>
                </a:solidFill>
                <a:latin typeface="Noto Sans"/>
                <a:ea typeface="Noto Sans"/>
                <a:cs typeface="Noto Sans"/>
              </a:defRPr>
            </a:pPr>
            <a:r>
              <a:rPr sz="1650" b="0">
                <a:solidFill>
                  <a:srgbClr val="1E5AA8"/>
                </a:solidFill>
                <a:latin typeface="Noto Sans"/>
                <a:ea typeface="Noto Sans"/>
                <a:cs typeface="Noto Sans"/>
                <a:hlinkClick r:id="rId2"/>
              </a:rPr>
              <a:t>GitHub dự án</a:t>
            </a:r>
            <a:endParaRPr sz="1650" b="0">
              <a:solidFill>
                <a:srgbClr val="1E5AA8"/>
              </a:solidFill>
              <a:latin typeface="Noto Sans"/>
              <a:ea typeface="Noto Sans"/>
              <a:cs typeface="Noto Sans"/>
              <a:hlinkClick r:id="rId2"/>
            </a:endParaRPr>
          </a:p>
        </p:txBody>
      </p:sp>
      <p:sp>
        <p:nvSpPr>
          <p:cNvPr id="8" name="6 mục cho mỗi màn"/>
          <p:cNvSpPr>
            <a:spLocks noGrp="1"/>
          </p:cNvSpPr>
          <p:nvPr/>
        </p:nvSpPr>
        <p:spPr>
          <a:xfrm>
            <a:off x="1066800" y="2857500"/>
            <a:ext cx="7429500" cy="619125"/>
          </a:xfrm>
          <a:prstGeom prst="rect">
            <a:avLst/>
          </a:prstGeom>
          <a:noFill/>
          <a:ln w="0">
            <a:noFill/>
          </a:ln>
        </p:spPr>
        <p:txBody>
          <a:bodyPr lIns="0" tIns="0" rIns="0" bIns="0">
            <a:noAutofit/>
          </a:bodyPr>
          <a:lstStyle>
            <a:defPPr>
              <a:defRPr sz="3225" b="1">
                <a:solidFill>
                  <a:srgbClr val="1E5AA8"/>
                </a:solidFill>
                <a:latin typeface="Noto Sans"/>
                <a:ea typeface="Noto Sans"/>
                <a:cs typeface="Noto Sans"/>
              </a:defRPr>
            </a:defPPr>
            <a:lvl1pPr>
              <a:defRPr sz="3225" b="1">
                <a:solidFill>
                  <a:srgbClr val="1E5AA8"/>
                </a:solidFill>
                <a:latin typeface="Noto Sans"/>
                <a:ea typeface="Noto Sans"/>
                <a:cs typeface="Noto Sans"/>
              </a:defRPr>
            </a:lvl1pPr>
            <a:lvl2pPr>
              <a:defRPr sz="3225" b="1">
                <a:solidFill>
                  <a:srgbClr val="1E5AA8"/>
                </a:solidFill>
                <a:latin typeface="Noto Sans"/>
                <a:ea typeface="Noto Sans"/>
                <a:cs typeface="Noto Sans"/>
              </a:defRPr>
            </a:lvl2pPr>
            <a:lvl3pPr>
              <a:defRPr sz="3225" b="1">
                <a:solidFill>
                  <a:srgbClr val="1E5AA8"/>
                </a:solidFill>
                <a:latin typeface="Noto Sans"/>
                <a:ea typeface="Noto Sans"/>
                <a:cs typeface="Noto Sans"/>
              </a:defRPr>
            </a:lvl3pPr>
            <a:lvl4pPr>
              <a:defRPr sz="3225" b="1">
                <a:solidFill>
                  <a:srgbClr val="1E5AA8"/>
                </a:solidFill>
                <a:latin typeface="Noto Sans"/>
                <a:ea typeface="Noto Sans"/>
                <a:cs typeface="Noto Sans"/>
              </a:defRPr>
            </a:lvl4pPr>
            <a:lvl5pPr>
              <a:defRPr sz="3225" b="1">
                <a:solidFill>
                  <a:srgbClr val="1E5AA8"/>
                </a:solidFill>
                <a:latin typeface="Noto Sans"/>
                <a:ea typeface="Noto Sans"/>
                <a:cs typeface="Noto Sans"/>
              </a:defRPr>
            </a:lvl5pPr>
            <a:lvl6pPr>
              <a:defRPr sz="3225" b="1">
                <a:solidFill>
                  <a:srgbClr val="1E5AA8"/>
                </a:solidFill>
                <a:latin typeface="Noto Sans"/>
                <a:ea typeface="Noto Sans"/>
                <a:cs typeface="Noto Sans"/>
              </a:defRPr>
            </a:lvl6pPr>
            <a:lvl7pPr>
              <a:defRPr sz="3225" b="1">
                <a:solidFill>
                  <a:srgbClr val="1E5AA8"/>
                </a:solidFill>
                <a:latin typeface="Noto Sans"/>
                <a:ea typeface="Noto Sans"/>
                <a:cs typeface="Noto Sans"/>
              </a:defRPr>
            </a:lvl7pPr>
            <a:lvl8pPr>
              <a:defRPr sz="3225" b="1">
                <a:solidFill>
                  <a:srgbClr val="1E5AA8"/>
                </a:solidFill>
                <a:latin typeface="Noto Sans"/>
                <a:ea typeface="Noto Sans"/>
                <a:cs typeface="Noto Sans"/>
              </a:defRPr>
            </a:lvl8pPr>
            <a:lvl9pPr>
              <a:defRPr sz="3225" b="1">
                <a:solidFill>
                  <a:srgbClr val="1E5AA8"/>
                </a:solidFill>
                <a:latin typeface="Noto Sans"/>
                <a:ea typeface="Noto Sans"/>
                <a:cs typeface="Noto Sans"/>
              </a:defRPr>
            </a:lvl9pPr>
          </a:lstStyle>
          <a:p>
            <a:pPr>
              <a:defRPr sz="3225" b="1">
                <a:solidFill>
                  <a:srgbClr val="1E5AA8"/>
                </a:solidFill>
                <a:latin typeface="Noto Sans"/>
                <a:ea typeface="Noto Sans"/>
                <a:cs typeface="Noto Sans"/>
              </a:defRPr>
            </a:pPr>
            <a:r>
              <a:rPr sz="3225" b="1">
                <a:solidFill>
                  <a:srgbClr val="1E5AA8"/>
                </a:solidFill>
                <a:latin typeface="Noto Sans"/>
                <a:ea typeface="Noto Sans"/>
                <a:cs typeface="Noto Sans"/>
              </a:rPr>
              <a:t>6 mục cho mỗi màn</a:t>
            </a:r>
            <a:endParaRPr sz="3225" b="1">
              <a:solidFill>
                <a:srgbClr val="1E5AA8"/>
              </a:solidFill>
              <a:latin typeface="Noto Sans"/>
              <a:ea typeface="Noto Sans"/>
              <a:cs typeface="Noto Sans"/>
            </a:endParaRPr>
          </a:p>
        </p:txBody>
      </p:sp>
      <p:sp>
        <p:nvSpPr>
          <p:cNvPr id="9" name="Layout và vùng cuộn&#10;Component và variant&#10;State áp dụng&#10;Tương"/>
          <p:cNvSpPr>
            <a:spLocks noGrp="1"/>
          </p:cNvSpPr>
          <p:nvPr/>
        </p:nvSpPr>
        <p:spPr>
          <a:xfrm>
            <a:off x="1143000" y="3857625"/>
            <a:ext cx="7334250" cy="3476625"/>
          </a:xfrm>
          <a:prstGeom prst="rect">
            <a:avLst/>
          </a:prstGeom>
        </p:spPr>
        <p:style>
          <a:lnRef idx="2">
            <a:schemeClr val="accent1"/>
          </a:lnRef>
          <a:fillRef idx="0">
            <a:srgbClr val="FFFFFF"/>
          </a:fillRef>
          <a:effectRef idx="0">
            <a:srgbClr val="FFFFFF"/>
          </a:effectRef>
          <a:fontRef idx="minor">
            <a:schemeClr val="tx1"/>
          </a:fontRef>
        </p:style>
        <p:txBody>
          <a:bodyPr lIns="0" tIns="0" rIns="0" bIns="0">
            <a:noAutofit/>
          </a:bodyPr>
          <a:lstStyle>
            <a:defPPr>
              <a:defRPr sz="2625" b="0">
                <a:solidFill>
                  <a:srgbClr val="031C36"/>
                </a:solidFill>
                <a:latin typeface="Noto Sans"/>
                <a:ea typeface="Noto Sans"/>
                <a:cs typeface="Noto Sans"/>
              </a:defRPr>
            </a:defPPr>
            <a:lvl1pPr>
              <a:defRPr sz="2625" b="0">
                <a:solidFill>
                  <a:srgbClr val="031C36"/>
                </a:solidFill>
                <a:latin typeface="Noto Sans"/>
                <a:ea typeface="Noto Sans"/>
                <a:cs typeface="Noto Sans"/>
              </a:defRPr>
            </a:lvl1pPr>
            <a:lvl2pPr>
              <a:defRPr sz="2625" b="0">
                <a:solidFill>
                  <a:srgbClr val="031C36"/>
                </a:solidFill>
                <a:latin typeface="Noto Sans"/>
                <a:ea typeface="Noto Sans"/>
                <a:cs typeface="Noto Sans"/>
              </a:defRPr>
            </a:lvl2pPr>
            <a:lvl3pPr>
              <a:defRPr sz="2625" b="0">
                <a:solidFill>
                  <a:srgbClr val="031C36"/>
                </a:solidFill>
                <a:latin typeface="Noto Sans"/>
                <a:ea typeface="Noto Sans"/>
                <a:cs typeface="Noto Sans"/>
              </a:defRPr>
            </a:lvl3pPr>
            <a:lvl4pPr>
              <a:defRPr sz="2625" b="0">
                <a:solidFill>
                  <a:srgbClr val="031C36"/>
                </a:solidFill>
                <a:latin typeface="Noto Sans"/>
                <a:ea typeface="Noto Sans"/>
                <a:cs typeface="Noto Sans"/>
              </a:defRPr>
            </a:lvl4pPr>
            <a:lvl5pPr>
              <a:defRPr sz="2625" b="0">
                <a:solidFill>
                  <a:srgbClr val="031C36"/>
                </a:solidFill>
                <a:latin typeface="Noto Sans"/>
                <a:ea typeface="Noto Sans"/>
                <a:cs typeface="Noto Sans"/>
              </a:defRPr>
            </a:lvl5pPr>
            <a:lvl6pPr>
              <a:defRPr sz="2625" b="0">
                <a:solidFill>
                  <a:srgbClr val="031C36"/>
                </a:solidFill>
                <a:latin typeface="Noto Sans"/>
                <a:ea typeface="Noto Sans"/>
                <a:cs typeface="Noto Sans"/>
              </a:defRPr>
            </a:lvl6pPr>
            <a:lvl7pPr>
              <a:defRPr sz="2625" b="0">
                <a:solidFill>
                  <a:srgbClr val="031C36"/>
                </a:solidFill>
                <a:latin typeface="Noto Sans"/>
                <a:ea typeface="Noto Sans"/>
                <a:cs typeface="Noto Sans"/>
              </a:defRPr>
            </a:lvl7pPr>
            <a:lvl8pPr>
              <a:defRPr sz="2625" b="0">
                <a:solidFill>
                  <a:srgbClr val="031C36"/>
                </a:solidFill>
                <a:latin typeface="Noto Sans"/>
                <a:ea typeface="Noto Sans"/>
                <a:cs typeface="Noto Sans"/>
              </a:defRPr>
            </a:lvl8pPr>
            <a:lvl9pPr>
              <a:defRPr sz="2625" b="0">
                <a:solidFill>
                  <a:srgbClr val="031C36"/>
                </a:solidFill>
                <a:latin typeface="Noto Sans"/>
                <a:ea typeface="Noto Sans"/>
                <a:cs typeface="Noto Sans"/>
              </a:defRPr>
            </a:lvl9pPr>
          </a:lstStyle>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Layout và vùng cuộn</a:t>
            </a:r>
            <a:endParaRPr sz="2625" b="0">
              <a:solidFill>
                <a:srgbClr val="031C36"/>
              </a:solidFill>
              <a:latin typeface="Noto Sans"/>
              <a:ea typeface="Noto Sans"/>
              <a:cs typeface="Noto Sans"/>
            </a:endParaRPr>
          </a:p>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Component và variant</a:t>
            </a:r>
            <a:endParaRPr sz="2625" b="0">
              <a:solidFill>
                <a:srgbClr val="031C36"/>
              </a:solidFill>
              <a:latin typeface="Noto Sans"/>
              <a:ea typeface="Noto Sans"/>
              <a:cs typeface="Noto Sans"/>
            </a:endParaRPr>
          </a:p>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State áp dụng</a:t>
            </a:r>
            <a:endParaRPr sz="2625" b="0">
              <a:solidFill>
                <a:srgbClr val="031C36"/>
              </a:solidFill>
              <a:latin typeface="Noto Sans"/>
              <a:ea typeface="Noto Sans"/>
              <a:cs typeface="Noto Sans"/>
            </a:endParaRPr>
          </a:p>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Tương tác và validation</a:t>
            </a:r>
            <a:endParaRPr sz="2625" b="0">
              <a:solidFill>
                <a:srgbClr val="031C36"/>
              </a:solidFill>
              <a:latin typeface="Noto Sans"/>
              <a:ea typeface="Noto Sans"/>
              <a:cs typeface="Noto Sans"/>
            </a:endParaRPr>
          </a:p>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Điều hướng và Back</a:t>
            </a:r>
            <a:endParaRPr sz="2625" b="0">
              <a:solidFill>
                <a:srgbClr val="031C36"/>
              </a:solidFill>
              <a:latin typeface="Noto Sans"/>
              <a:ea typeface="Noto Sans"/>
              <a:cs typeface="Noto Sans"/>
            </a:endParaRPr>
          </a:p>
          <a:p>
            <a:pPr>
              <a:defRPr sz="2625" b="0">
                <a:solidFill>
                  <a:srgbClr val="031C36"/>
                </a:solidFill>
                <a:latin typeface="Noto Sans"/>
                <a:ea typeface="Noto Sans"/>
                <a:cs typeface="Noto Sans"/>
              </a:defRPr>
            </a:pPr>
            <a:r>
              <a:rPr sz="2625" b="0">
                <a:solidFill>
                  <a:srgbClr val="031C36"/>
                </a:solidFill>
                <a:latin typeface="Noto Sans"/>
                <a:ea typeface="Noto Sans"/>
                <a:cs typeface="Noto Sans"/>
              </a:rPr>
              <a:t>UI constraints và màn rộng</a:t>
            </a:r>
            <a:endParaRPr sz="2625" b="0">
              <a:solidFill>
                <a:srgbClr val="031C36"/>
              </a:solidFill>
              <a:latin typeface="Noto Sans"/>
              <a:ea typeface="Noto Sans"/>
              <a:cs typeface="Noto Sans"/>
            </a:endParaRPr>
          </a:p>
        </p:txBody>
      </p:sp>
      <p:graphicFrame>
        <p:nvGraphicFramePr>
          <p:cNvPr id="10" name="Table 9"/>
          <p:cNvGraphicFramePr/>
          <p:nvPr/>
        </p:nvGraphicFramePr>
        <p:xfrm>
          <a:off x="9286875" y="3000375"/>
          <a:ext cx="7762875" cy="4238628"/>
        </p:xfrm>
        <a:graphic>
          <a:graphicData uri="http://schemas.openxmlformats.org/drawingml/2006/table">
            <a:tbl>
              <a:tblPr/>
              <a:tblGrid>
                <a:gridCol w="3429000"/>
                <a:gridCol w="4333875"/>
              </a:tblGrid>
              <a:tr h="706438">
                <a:tc>
                  <a:txBody>
                    <a:bodyPr/>
                    <a:lstStyle/>
                    <a:p>
                      <a:r>
                        <a:rPr sz="2100" b="1">
                          <a:solidFill>
                            <a:srgbClr val="FFFFFF"/>
                          </a:solidFill>
                          <a:latin typeface="Noto Sans"/>
                          <a:ea typeface="Noto Sans"/>
                          <a:cs typeface="Noto Sans"/>
                        </a:rPr>
                        <a:t>Thiết kế</a:t>
                      </a:r>
                      <a:endParaRPr sz="2100" b="1">
                        <a:solidFill>
                          <a:srgbClr val="FFFFFF"/>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c>
                  <a:txBody>
                    <a:bodyPr/>
                    <a:lstStyle/>
                    <a:p>
                      <a:r>
                        <a:rPr sz="2100" b="1">
                          <a:solidFill>
                            <a:srgbClr val="FFFFFF"/>
                          </a:solidFill>
                          <a:latin typeface="Noto Sans"/>
                          <a:ea typeface="Noto Sans"/>
                          <a:cs typeface="Noto Sans"/>
                        </a:rPr>
                        <a:t>Flutter dự kiến</a:t>
                      </a:r>
                      <a:endParaRPr sz="2100" b="1">
                        <a:solidFill>
                          <a:srgbClr val="FFFFFF"/>
                        </a:solidFill>
                        <a:latin typeface="Noto Sans"/>
                        <a:ea typeface="Noto Sans"/>
                        <a:cs typeface="Noto Sans"/>
                      </a:endParaRPr>
                    </a:p>
                  </a:txBody>
                  <a:tcPr marL="114300" marR="114300" marT="114300" marB="114300">
                    <a:lnR w="9525">
                      <a:solidFill>
                        <a:srgbClr val="D7DEEA"/>
                      </a:solidFill>
                      <a:prstDash val="solid"/>
                    </a:lnR>
                    <a:lnT w="9525">
                      <a:solidFill>
                        <a:srgbClr val="D7DEEA"/>
                      </a:solidFill>
                      <a:prstDash val="solid"/>
                    </a:lnT>
                    <a:lnB w="9525">
                      <a:solidFill>
                        <a:srgbClr val="D7DEEA"/>
                      </a:solidFill>
                      <a:prstDash val="solid"/>
                    </a:lnB>
                    <a:solidFill>
                      <a:srgbClr val="1E5AA8"/>
                    </a:solidFill>
                  </a:tcPr>
                </a:tc>
              </a:tr>
              <a:tr h="706438">
                <a:tc>
                  <a:txBody>
                    <a:bodyPr/>
                    <a:lstStyle/>
                    <a:p>
                      <a:r>
                        <a:rPr sz="2100" b="0">
                          <a:solidFill>
                            <a:srgbClr val="031C36"/>
                          </a:solidFill>
                          <a:latin typeface="Noto Sans"/>
                          <a:ea typeface="Noto Sans"/>
                          <a:cs typeface="Noto Sans"/>
                        </a:rPr>
                        <a:t>Màu / type</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ColorScheme / TextTheme</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706438">
                <a:tc>
                  <a:txBody>
                    <a:bodyPr/>
                    <a:lstStyle/>
                    <a:p>
                      <a:r>
                        <a:rPr sz="2100" b="0">
                          <a:solidFill>
                            <a:srgbClr val="031C36"/>
                          </a:solidFill>
                          <a:latin typeface="Noto Sans"/>
                          <a:ea typeface="Noto Sans"/>
                          <a:cs typeface="Noto Sans"/>
                        </a:rPr>
                        <a:t>Spacing / radius</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P9Spacing / BorderRadius</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706438">
                <a:tc>
                  <a:txBody>
                    <a:bodyPr/>
                    <a:lstStyle/>
                    <a:p>
                      <a:r>
                        <a:rPr sz="2100" b="0">
                          <a:solidFill>
                            <a:srgbClr val="031C36"/>
                          </a:solidFill>
                          <a:latin typeface="Noto Sans"/>
                          <a:ea typeface="Noto Sans"/>
                          <a:cs typeface="Noto Sans"/>
                        </a:rPr>
                        <a:t>Button / TextField</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FilledButton / TextFormField</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r h="706438">
                <a:tc>
                  <a:txBody>
                    <a:bodyPr/>
                    <a:lstStyle/>
                    <a:p>
                      <a:r>
                        <a:rPr sz="2100" b="0">
                          <a:solidFill>
                            <a:srgbClr val="031C36"/>
                          </a:solidFill>
                          <a:latin typeface="Noto Sans"/>
                          <a:ea typeface="Noto Sans"/>
                          <a:cs typeface="Noto Sans"/>
                        </a:rPr>
                        <a:t>Navigation / Dialog</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6F8FC"/>
                    </a:solidFill>
                  </a:tcPr>
                </a:tc>
                <a:tc>
                  <a:txBody>
                    <a:bodyPr/>
                    <a:lstStyle/>
                    <a:p>
                      <a:r>
                        <a:rPr sz="2100" b="0">
                          <a:solidFill>
                            <a:srgbClr val="031C36"/>
                          </a:solidFill>
                          <a:latin typeface="Noto Sans"/>
                          <a:ea typeface="Noto Sans"/>
                          <a:cs typeface="Noto Sans"/>
                        </a:rPr>
                        <a:t>NavigationBar / AlertDialog</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6F8FC"/>
                    </a:solidFill>
                  </a:tcPr>
                </a:tc>
              </a:tr>
              <a:tr h="706438">
                <a:tc>
                  <a:txBody>
                    <a:bodyPr/>
                    <a:lstStyle/>
                    <a:p>
                      <a:r>
                        <a:rPr sz="2100" b="0">
                          <a:solidFill>
                            <a:srgbClr val="031C36"/>
                          </a:solidFill>
                          <a:latin typeface="Noto Sans"/>
                          <a:ea typeface="Noto Sans"/>
                          <a:cs typeface="Noto Sans"/>
                        </a:rPr>
                        <a:t>DiscoverGroup</a:t>
                      </a:r>
                      <a:endParaRPr sz="2100" b="0">
                        <a:solidFill>
                          <a:srgbClr val="031C36"/>
                        </a:solidFill>
                        <a:latin typeface="Noto Sans"/>
                        <a:ea typeface="Noto Sans"/>
                        <a:cs typeface="Noto Sans"/>
                      </a:endParaRPr>
                    </a:p>
                  </a:txBody>
                  <a:tcPr marL="114300" marR="114300" marT="114300" marB="114300">
                    <a:lnL w="9525">
                      <a:solidFill>
                        <a:srgbClr val="D7DEEA"/>
                      </a:solidFill>
                      <a:prstDash val="solid"/>
                    </a:lnL>
                    <a:lnR w="9525">
                      <a:solidFill>
                        <a:srgbClr val="D7DEEA"/>
                      </a:solidFill>
                      <a:prstDash val="solid"/>
                    </a:lnR>
                    <a:lnB w="9525">
                      <a:solidFill>
                        <a:srgbClr val="D7DEEA"/>
                      </a:solidFill>
                      <a:prstDash val="solid"/>
                    </a:lnB>
                    <a:solidFill>
                      <a:srgbClr val="FFFFFF"/>
                    </a:solidFill>
                  </a:tcPr>
                </a:tc>
                <a:tc>
                  <a:txBody>
                    <a:bodyPr/>
                    <a:lstStyle/>
                    <a:p>
                      <a:r>
                        <a:rPr sz="2100" b="0">
                          <a:solidFill>
                            <a:srgbClr val="031C36"/>
                          </a:solidFill>
                          <a:latin typeface="Noto Sans"/>
                          <a:ea typeface="Noto Sans"/>
                          <a:cs typeface="Noto Sans"/>
                        </a:rPr>
                        <a:t>ExpansionTile / custom widget</a:t>
                      </a:r>
                      <a:endParaRPr sz="2100" b="0">
                        <a:solidFill>
                          <a:srgbClr val="031C36"/>
                        </a:solidFill>
                        <a:latin typeface="Noto Sans"/>
                        <a:ea typeface="Noto Sans"/>
                        <a:cs typeface="Noto Sans"/>
                      </a:endParaRPr>
                    </a:p>
                  </a:txBody>
                  <a:tcPr marL="114300" marR="114300" marT="114300" marB="114300">
                    <a:lnR w="9525">
                      <a:solidFill>
                        <a:srgbClr val="D7DEEA"/>
                      </a:solidFill>
                      <a:prstDash val="solid"/>
                    </a:lnR>
                    <a:lnB w="9525">
                      <a:solidFill>
                        <a:srgbClr val="D7DEEA"/>
                      </a:solidFill>
                      <a:prstDash val="solid"/>
                    </a:lnB>
                    <a:solidFill>
                      <a:srgbClr val="FFFFFF"/>
                    </a:solidFill>
                  </a:tcPr>
                </a:tc>
              </a:tr>
            </a:tbl>
          </a:graphicData>
        </a:graphic>
      </p:graphicFrame>
      <p:sp>
        <p:nvSpPr>
          <p:cNvPr id="11" name="Đã có 10 màn, 3 flow và bằng chứng nguồn."/>
          <p:cNvSpPr>
            <a:spLocks noGrp="1"/>
          </p:cNvSpPr>
          <p:nvPr/>
        </p:nvSpPr>
        <p:spPr>
          <a:xfrm>
            <a:off x="1143000" y="7762875"/>
            <a:ext cx="15811500" cy="619125"/>
          </a:xfrm>
          <a:prstGeom prst="rect">
            <a:avLst/>
          </a:prstGeom>
          <a:noFill/>
          <a:ln w="0">
            <a:noFill/>
          </a:ln>
        </p:spPr>
        <p:txBody>
          <a:bodyPr lIns="0" tIns="0" rIns="0" bIns="0">
            <a:noAutofit/>
          </a:bodyPr>
          <a:lstStyle>
            <a:defPPr>
              <a:defRPr sz="3075" b="1">
                <a:solidFill>
                  <a:srgbClr val="031C36"/>
                </a:solidFill>
                <a:latin typeface="Noto Sans"/>
                <a:ea typeface="Noto Sans"/>
                <a:cs typeface="Noto Sans"/>
              </a:defRPr>
            </a:defPPr>
            <a:lvl1pPr>
              <a:defRPr sz="3075" b="1">
                <a:solidFill>
                  <a:srgbClr val="031C36"/>
                </a:solidFill>
                <a:latin typeface="Noto Sans"/>
                <a:ea typeface="Noto Sans"/>
                <a:cs typeface="Noto Sans"/>
              </a:defRPr>
            </a:lvl1pPr>
            <a:lvl2pPr>
              <a:defRPr sz="3075" b="1">
                <a:solidFill>
                  <a:srgbClr val="031C36"/>
                </a:solidFill>
                <a:latin typeface="Noto Sans"/>
                <a:ea typeface="Noto Sans"/>
                <a:cs typeface="Noto Sans"/>
              </a:defRPr>
            </a:lvl2pPr>
            <a:lvl3pPr>
              <a:defRPr sz="3075" b="1">
                <a:solidFill>
                  <a:srgbClr val="031C36"/>
                </a:solidFill>
                <a:latin typeface="Noto Sans"/>
                <a:ea typeface="Noto Sans"/>
                <a:cs typeface="Noto Sans"/>
              </a:defRPr>
            </a:lvl3pPr>
            <a:lvl4pPr>
              <a:defRPr sz="3075" b="1">
                <a:solidFill>
                  <a:srgbClr val="031C36"/>
                </a:solidFill>
                <a:latin typeface="Noto Sans"/>
                <a:ea typeface="Noto Sans"/>
                <a:cs typeface="Noto Sans"/>
              </a:defRPr>
            </a:lvl4pPr>
            <a:lvl5pPr>
              <a:defRPr sz="3075" b="1">
                <a:solidFill>
                  <a:srgbClr val="031C36"/>
                </a:solidFill>
                <a:latin typeface="Noto Sans"/>
                <a:ea typeface="Noto Sans"/>
                <a:cs typeface="Noto Sans"/>
              </a:defRPr>
            </a:lvl5pPr>
            <a:lvl6pPr>
              <a:defRPr sz="3075" b="1">
                <a:solidFill>
                  <a:srgbClr val="031C36"/>
                </a:solidFill>
                <a:latin typeface="Noto Sans"/>
                <a:ea typeface="Noto Sans"/>
                <a:cs typeface="Noto Sans"/>
              </a:defRPr>
            </a:lvl6pPr>
            <a:lvl7pPr>
              <a:defRPr sz="3075" b="1">
                <a:solidFill>
                  <a:srgbClr val="031C36"/>
                </a:solidFill>
                <a:latin typeface="Noto Sans"/>
                <a:ea typeface="Noto Sans"/>
                <a:cs typeface="Noto Sans"/>
              </a:defRPr>
            </a:lvl7pPr>
            <a:lvl8pPr>
              <a:defRPr sz="3075" b="1">
                <a:solidFill>
                  <a:srgbClr val="031C36"/>
                </a:solidFill>
                <a:latin typeface="Noto Sans"/>
                <a:ea typeface="Noto Sans"/>
                <a:cs typeface="Noto Sans"/>
              </a:defRPr>
            </a:lvl8pPr>
            <a:lvl9pPr>
              <a:defRPr sz="3075" b="1">
                <a:solidFill>
                  <a:srgbClr val="031C36"/>
                </a:solidFill>
                <a:latin typeface="Noto Sans"/>
                <a:ea typeface="Noto Sans"/>
                <a:cs typeface="Noto Sans"/>
              </a:defRPr>
            </a:lvl9pPr>
          </a:lstStyle>
          <a:p>
            <a:pPr>
              <a:defRPr sz="3075" b="1">
                <a:solidFill>
                  <a:srgbClr val="031C36"/>
                </a:solidFill>
                <a:latin typeface="Noto Sans"/>
                <a:ea typeface="Noto Sans"/>
                <a:cs typeface="Noto Sans"/>
              </a:defRPr>
            </a:pPr>
            <a:r>
              <a:rPr sz="3075" b="1">
                <a:solidFill>
                  <a:srgbClr val="031C36"/>
                </a:solidFill>
                <a:latin typeface="Noto Sans"/>
                <a:ea typeface="Noto Sans"/>
                <a:cs typeface="Noto Sans"/>
              </a:rPr>
              <a:t>Đã có 10 màn, 3 flow và bằng chứng nguồn.</a:t>
            </a:r>
            <a:endParaRPr sz="3075" b="1">
              <a:solidFill>
                <a:srgbClr val="031C36"/>
              </a:solidFill>
              <a:latin typeface="Noto Sans"/>
              <a:ea typeface="Noto Sans"/>
              <a:cs typeface="Noto Sans"/>
            </a:endParaRPr>
          </a:p>
        </p:txBody>
      </p:sp>
      <p:sp>
        <p:nvSpPr>
          <p:cNvPr id="12" name="Bước tiếp theo: kiểm tra quyền Figma, tập demo và thử với ng"/>
          <p:cNvSpPr>
            <a:spLocks noGrp="1"/>
          </p:cNvSpPr>
          <p:nvPr/>
        </p:nvSpPr>
        <p:spPr>
          <a:xfrm>
            <a:off x="1143000" y="8715375"/>
            <a:ext cx="15906750" cy="523875"/>
          </a:xfrm>
          <a:prstGeom prst="rect">
            <a:avLst/>
          </a:prstGeom>
          <a:noFill/>
          <a:ln w="0">
            <a:noFill/>
          </a:ln>
        </p:spPr>
        <p:txBody>
          <a:bodyPr lIns="0" tIns="0" rIns="0" bIns="0">
            <a:noAutofit/>
          </a:bodyPr>
          <a:lstStyle>
            <a:defPPr>
              <a:defRPr sz="2175" b="0">
                <a:solidFill>
                  <a:srgbClr val="424751"/>
                </a:solidFill>
                <a:latin typeface="Noto Sans"/>
                <a:ea typeface="Noto Sans"/>
                <a:cs typeface="Noto Sans"/>
              </a:defRPr>
            </a:defPPr>
            <a:lvl1pPr>
              <a:defRPr sz="2175" b="0">
                <a:solidFill>
                  <a:srgbClr val="424751"/>
                </a:solidFill>
                <a:latin typeface="Noto Sans"/>
                <a:ea typeface="Noto Sans"/>
                <a:cs typeface="Noto Sans"/>
              </a:defRPr>
            </a:lvl1pPr>
            <a:lvl2pPr>
              <a:defRPr sz="2175" b="0">
                <a:solidFill>
                  <a:srgbClr val="424751"/>
                </a:solidFill>
                <a:latin typeface="Noto Sans"/>
                <a:ea typeface="Noto Sans"/>
                <a:cs typeface="Noto Sans"/>
              </a:defRPr>
            </a:lvl2pPr>
            <a:lvl3pPr>
              <a:defRPr sz="2175" b="0">
                <a:solidFill>
                  <a:srgbClr val="424751"/>
                </a:solidFill>
                <a:latin typeface="Noto Sans"/>
                <a:ea typeface="Noto Sans"/>
                <a:cs typeface="Noto Sans"/>
              </a:defRPr>
            </a:lvl3pPr>
            <a:lvl4pPr>
              <a:defRPr sz="2175" b="0">
                <a:solidFill>
                  <a:srgbClr val="424751"/>
                </a:solidFill>
                <a:latin typeface="Noto Sans"/>
                <a:ea typeface="Noto Sans"/>
                <a:cs typeface="Noto Sans"/>
              </a:defRPr>
            </a:lvl4pPr>
            <a:lvl5pPr>
              <a:defRPr sz="2175" b="0">
                <a:solidFill>
                  <a:srgbClr val="424751"/>
                </a:solidFill>
                <a:latin typeface="Noto Sans"/>
                <a:ea typeface="Noto Sans"/>
                <a:cs typeface="Noto Sans"/>
              </a:defRPr>
            </a:lvl5pPr>
            <a:lvl6pPr>
              <a:defRPr sz="2175" b="0">
                <a:solidFill>
                  <a:srgbClr val="424751"/>
                </a:solidFill>
                <a:latin typeface="Noto Sans"/>
                <a:ea typeface="Noto Sans"/>
                <a:cs typeface="Noto Sans"/>
              </a:defRPr>
            </a:lvl6pPr>
            <a:lvl7pPr>
              <a:defRPr sz="2175" b="0">
                <a:solidFill>
                  <a:srgbClr val="424751"/>
                </a:solidFill>
                <a:latin typeface="Noto Sans"/>
                <a:ea typeface="Noto Sans"/>
                <a:cs typeface="Noto Sans"/>
              </a:defRPr>
            </a:lvl7pPr>
            <a:lvl8pPr>
              <a:defRPr sz="2175" b="0">
                <a:solidFill>
                  <a:srgbClr val="424751"/>
                </a:solidFill>
                <a:latin typeface="Noto Sans"/>
                <a:ea typeface="Noto Sans"/>
                <a:cs typeface="Noto Sans"/>
              </a:defRPr>
            </a:lvl8pPr>
            <a:lvl9pPr>
              <a:defRPr sz="2175" b="0">
                <a:solidFill>
                  <a:srgbClr val="424751"/>
                </a:solidFill>
                <a:latin typeface="Noto Sans"/>
                <a:ea typeface="Noto Sans"/>
                <a:cs typeface="Noto Sans"/>
              </a:defRPr>
            </a:lvl9pPr>
          </a:lstStyle>
          <a:p>
            <a:pPr>
              <a:defRPr sz="2175" b="0">
                <a:solidFill>
                  <a:srgbClr val="424751"/>
                </a:solidFill>
                <a:latin typeface="Noto Sans"/>
                <a:ea typeface="Noto Sans"/>
                <a:cs typeface="Noto Sans"/>
              </a:defRPr>
            </a:pPr>
            <a:r>
              <a:rPr sz="2175" b="0">
                <a:solidFill>
                  <a:srgbClr val="424751"/>
                </a:solidFill>
                <a:latin typeface="Noto Sans"/>
                <a:ea typeface="Noto Sans"/>
                <a:cs typeface="Noto Sans"/>
              </a:rPr>
              <a:t>Bước tiếp theo: kiểm tra quyền Figma, tập demo và thử với người dùng.</a:t>
            </a:r>
            <a:endParaRPr sz="2175" b="0">
              <a:solidFill>
                <a:srgbClr val="424751"/>
              </a:solidFill>
              <a:latin typeface="Noto Sans"/>
              <a:ea typeface="Noto Sans"/>
              <a:cs typeface="Noto Sans"/>
            </a:endParaRP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6033</Words>
  <Application>WPS Presentation</Application>
  <PresentationFormat>Converted Presentation</PresentationFormat>
  <Paragraphs>501</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SimSun</vt:lpstr>
      <vt:lpstr>Wingdings</vt:lpstr>
      <vt:lpstr>Noto Sans</vt:lpstr>
      <vt:lpstr>Noto Sans JP</vt:lpstr>
      <vt:lpstr>Microsoft YaHei</vt:lpstr>
      <vt:lpstr>Arial Unicode MS</vt:lpstr>
      <vt:lpstr>Aptos</vt:lpstr>
      <vt:lpstr>Segoe UI</vt:lpstr>
      <vt:lpstr>Blue Waves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PC</cp:lastModifiedBy>
  <cp:revision>3</cp:revision>
  <dcterms:created xsi:type="dcterms:W3CDTF">2026-10-26T20:11:50Z</dcterms:created>
  <dcterms:modified xsi:type="dcterms:W3CDTF">2026-10-26T20:13:00Z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B4B4BCABC0A148B9B9F5893CA3F9D677_12</vt:lpwstr>
  </property>
  <property fmtid="{D5CDD505-2E9C-101B-9397-08002B2CF9AE}" pid="3" name="KSOProductBuildVer">
    <vt:lpwstr>1033-12.2.0.23206</vt:lpwstr>
  </property>
</Properties>
</file>