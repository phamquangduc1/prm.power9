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media/image10.svg" ContentType="image/svg+xml"/>
  <Override PartName="/ppt/media/image13.svg" ContentType="image/svg+xml"/>
  <Override PartName="/ppt/media/image18.svg" ContentType="image/svg+xml"/>
  <Override PartName="/ppt/media/image2.svg" ContentType="image/svg+xml"/>
  <Override PartName="/ppt/media/image23.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8288000" cy="10287000"/>
  <p:notesSz cx="6858000" cy="9144000"/>
  <p:embeddedFontLst>
    <p:embeddedFont>
      <p:font typeface="Calibri" panose="020F0502020204030204" charset="0"/>
      <p:regular r:id="rId19"/>
      <p:bold r:id="rId20"/>
      <p:italic r:id="rId21"/>
      <p:boldItalic r:id="rId22"/>
    </p:embeddedFont>
  </p:embeddedFontLst>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p:sp>
        <p:nvSpPr>
          <p:cNvPr id="2" name="Title 1"/>
          <p:cNvSpPr>
            <a:spLocks noGrp="1"/>
          </p:cNvSpPr>
          <p:nvPr>
            <p:ph type="ctrTitle"/>
          </p:nvPr>
        </p:nvSpPr>
        <p:spPr>
          <a:xfrm>
            <a:off x="685800" y="2130425"/>
            <a:ext cx="7772400" cy="1470025"/>
          </a:xfrm>
        </p:spPr>
        <p:txBody>
          <a:bodyPr/>
          <a:lstStyle/>
          <a:p>
            <a: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p:cNvSpPr>
            <a:spLocks noGrp="1"/>
          </p:cNvSpPr>
          <p:nvPr>
            <p:ph type="dt" idx="10"/>
          </p:nvPr>
        </p:nvSpPr>
        <p:spPr/>
        <p:txBody>
          <a:bodyPr/>
          <a:lstStyle/>
          <a:p>
            <a:fld id="{1D8BD707-D9CF-40AE-B4C6-C98DA3205C09}"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1D8BD707-D9CF-40AE-B4C6-C98DA3205C09}"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p:sp>
        <p:nvSpPr>
          <p:cNvPr id="2" name="Title 1"/>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p:cNvSpPr>
            <a:spLocks noGrp="1"/>
          </p:cNvSpPr>
          <p:nvPr>
            <p:ph type="dt" idx="10"/>
          </p:nvPr>
        </p:nvSpPr>
        <p:spPr/>
        <p:txBody>
          <a:bodyPr/>
          <a:lstStyle/>
          <a:p>
            <a:fld id="{1D8BD707-D9CF-40AE-B4C6-C98DA3205C09}"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p:txBody>
          <a:bodyPr/>
          <a:lstStyle/>
          <a:p>
            <a:fld id="{1D8BD707-D9CF-40AE-B4C6-C98DA3205C09}"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p:sp>
        <p:nvSpPr>
          <p:cNvPr id="2" name="Title 1"/>
          <p:cNvSpPr>
            <a:spLocks noGrp="1"/>
          </p:cNvSpPr>
          <p:nvPr>
            <p:ph type="title"/>
          </p:nvPr>
        </p:nvSpPr>
        <p:spPr/>
        <p:txBody>
          <a:bodyPr/>
          <a:lstStyle>
            <a:lvl1pPr>
              <a:buNone/>
              <a:defRPr/>
            </a:lvl1pPr>
          </a:lstStyle>
          <a:p>
            <a: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p:txBody>
          <a:bodyPr/>
          <a:lstStyle/>
          <a:p>
            <a:fld id="{1D8BD707-D9CF-40AE-B4C6-C98DA3205C09}" type="datetimeFigureOut">
              <a:rPr/>
            </a:fld>
            <a:endParaRPr/>
          </a:p>
        </p:txBody>
      </p:sp>
      <p:sp>
        <p:nvSpPr>
          <p:cNvPr id="8" name="Footer Placeholder 7"/>
          <p:cNvSpPr>
            <a:spLocks noGrp="1"/>
          </p:cNvSpPr>
          <p:nvPr>
            <p:ph type="ftr" idx="11"/>
          </p:nvPr>
        </p:nvSpPr>
        <p:spPr/>
        <p:txBody>
          <a:bodyPr/>
          <a:lstStyle/>
          <a:p/>
        </p:txBody>
      </p:sp>
      <p:sp>
        <p:nvSpPr>
          <p:cNvPr id="9" name="Slide Number Placeholder 8"/>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idx="10"/>
          </p:nvPr>
        </p:nvSpPr>
        <p:spPr/>
        <p:txBody>
          <a:bodyPr/>
          <a:lstStyle/>
          <a:p>
            <a:fld id="{1D8BD707-D9CF-40AE-B4C6-C98DA3205C09}" type="datetimeFigureOut">
              <a:rPr/>
            </a:fld>
            <a:endParaRPr/>
          </a:p>
        </p:txBody>
      </p:sp>
      <p:sp>
        <p:nvSpPr>
          <p:cNvPr id="4" name="Footer Placeholder 3"/>
          <p:cNvSpPr>
            <a:spLocks noGrp="1"/>
          </p:cNvSpPr>
          <p:nvPr>
            <p:ph type="ftr" idx="11"/>
          </p:nvPr>
        </p:nvSpPr>
        <p:spPr/>
        <p:txBody>
          <a:bodyPr/>
          <a:lstStyle/>
          <a:p/>
        </p:txBody>
      </p:sp>
      <p:sp>
        <p:nvSpPr>
          <p:cNvPr id="5" name="Slide Number Placeholder 4"/>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
        <p:nvSpPr>
          <p:cNvPr id="2" name="Date Placeholder 1"/>
          <p:cNvSpPr>
            <a:spLocks noGrp="1"/>
          </p:cNvSpPr>
          <p:nvPr>
            <p:ph type="dt" idx="10"/>
          </p:nvPr>
        </p:nvSpPr>
        <p:spPr/>
        <p:txBody>
          <a:bodyPr/>
          <a:lstStyle/>
          <a:p>
            <a:fld id="{1D8BD707-D9CF-40AE-B4C6-C98DA3205C09}" type="datetimeFigureOut">
              <a:rPr/>
            </a:fld>
            <a:endParaRPr/>
          </a:p>
        </p:txBody>
      </p:sp>
      <p:sp>
        <p:nvSpPr>
          <p:cNvPr id="3" name="Footer Placeholder 2"/>
          <p:cNvSpPr>
            <a:spLocks noGrp="1"/>
          </p:cNvSpPr>
          <p:nvPr>
            <p:ph type="ftr" idx="11"/>
          </p:nvPr>
        </p:nvSpPr>
        <p:spPr/>
        <p:txBody>
          <a:bodyPr/>
          <a:lstStyle/>
          <a:p/>
        </p:txBody>
      </p:sp>
      <p:sp>
        <p:nvSpPr>
          <p:cNvPr id="4" name="Slide Number Placeholder 3"/>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p:sp>
        <p:nvSpPr>
          <p:cNvPr id="2" name="Title 1"/>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p:cNvSpPr>
            <a:spLocks noGrp="1"/>
          </p:cNvSpPr>
          <p:nvPr>
            <p:ph type="dt" idx="10"/>
          </p:nvPr>
        </p:nvSpPr>
        <p:spPr/>
        <p:txBody>
          <a:bodyPr/>
          <a:lstStyle/>
          <a:p>
            <a:fld id="{1D8BD707-D9CF-40AE-B4C6-C98DA3205C09}"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p:sp>
        <p:nvSpPr>
          <p:cNvPr id="2" name="Title 1"/>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Text Placeholder 3"/>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p:cNvSpPr>
            <a:spLocks noGrp="1"/>
          </p:cNvSpPr>
          <p:nvPr>
            <p:ph type="dt" idx="10"/>
          </p:nvPr>
        </p:nvSpPr>
        <p:spPr/>
        <p:txBody>
          <a:bodyPr/>
          <a:lstStyle/>
          <a:p>
            <a:fld id="{1D8BD707-D9CF-40AE-B4C6-C98DA3205C09}"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1D8BD707-D9CF-40AE-B4C6-C98DA3205C09}"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p:sp>
        <p:nvSpPr>
          <p:cNvPr id="2" name="Vertical Title 1"/>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1D8BD707-D9CF-40AE-B4C6-C98DA3205C09}"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D8BD707-D9CF-40AE-B4C6-C98DA3205C09}" type="datetimeFigureOut">
              <a:rPr/>
            </a:fld>
            <a:endParaRPr/>
          </a:p>
        </p:txBody>
      </p:sp>
      <p:sp>
        <p:nvSpPr>
          <p:cNvPr id="5" name="Footer Placeholder 4"/>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Slide Number Placeholder 5"/>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panose="020B0604020202020204"/>
        <a:buChar char="•"/>
        <a:defRPr sz="3200" kern="1200">
          <a:solidFill>
            <a:schemeClr val="tx1"/>
          </a:solidFill>
          <a:latin typeface="+mn-lt"/>
          <a:ea typeface="+mn-lt"/>
          <a:cs typeface="+mn-lt"/>
        </a:defRPr>
      </a:lvl1pPr>
      <a:lvl2pPr marL="742950" indent="-285750" algn="l" defTabSz="914400">
        <a:spcBef>
          <a:spcPct val="20000"/>
        </a:spcBef>
        <a:buFont typeface="Arial" panose="020B0604020202020204"/>
        <a:buChar char="–"/>
        <a:defRPr sz="2800" kern="1200">
          <a:solidFill>
            <a:schemeClr val="tx1"/>
          </a:solidFill>
          <a:latin typeface="+mn-lt"/>
          <a:ea typeface="+mn-lt"/>
          <a:cs typeface="+mn-lt"/>
        </a:defRPr>
      </a:lvl2pPr>
      <a:lvl3pPr marL="1143000" indent="-228600" algn="l" defTabSz="914400">
        <a:spcBef>
          <a:spcPct val="20000"/>
        </a:spcBef>
        <a:buFont typeface="Arial" panose="020B0604020202020204"/>
        <a:buChar char="•"/>
        <a:defRPr sz="2400" kern="1200">
          <a:solidFill>
            <a:schemeClr val="tx1"/>
          </a:solidFill>
          <a:latin typeface="+mn-lt"/>
          <a:ea typeface="+mn-lt"/>
          <a:cs typeface="+mn-lt"/>
        </a:defRPr>
      </a:lvl3pPr>
      <a:lvl4pPr marL="1600200" indent="-228600" algn="l" defTabSz="914400">
        <a:spcBef>
          <a:spcPct val="20000"/>
        </a:spcBef>
        <a:buFont typeface="Arial" panose="020B0604020202020204"/>
        <a:buChar char="–"/>
        <a:defRPr sz="2000" kern="1200">
          <a:solidFill>
            <a:schemeClr val="tx1"/>
          </a:solidFill>
          <a:latin typeface="+mn-lt"/>
          <a:ea typeface="+mn-lt"/>
          <a:cs typeface="+mn-lt"/>
        </a:defRPr>
      </a:lvl4pPr>
      <a:lvl5pPr marL="2057400" indent="-228600" algn="l" defTabSz="914400">
        <a:spcBef>
          <a:spcPct val="20000"/>
        </a:spcBef>
        <a:buFont typeface="Arial" panose="020B0604020202020204"/>
        <a:buChar char="»"/>
        <a:defRPr sz="2000" kern="1200">
          <a:solidFill>
            <a:schemeClr val="tx1"/>
          </a:solidFill>
          <a:latin typeface="+mn-lt"/>
          <a:ea typeface="+mn-lt"/>
          <a:cs typeface="+mn-lt"/>
        </a:defRPr>
      </a:lvl5pPr>
      <a:lvl6pPr marL="2514600" indent="-228600" algn="l" defTabSz="914400">
        <a:spcBef>
          <a:spcPct val="20000"/>
        </a:spcBef>
        <a:buFont typeface="Arial" panose="020B0604020202020204"/>
        <a:buChar char="•"/>
        <a:defRPr sz="2000" kern="1200">
          <a:solidFill>
            <a:schemeClr val="tx1"/>
          </a:solidFill>
          <a:latin typeface="+mn-lt"/>
          <a:ea typeface="+mn-lt"/>
          <a:cs typeface="+mn-lt"/>
        </a:defRPr>
      </a:lvl6pPr>
      <a:lvl7pPr marL="2971800" indent="-228600" algn="l" defTabSz="914400">
        <a:spcBef>
          <a:spcPct val="20000"/>
        </a:spcBef>
        <a:buFont typeface="Arial" panose="020B0604020202020204"/>
        <a:buChar char="•"/>
        <a:defRPr sz="2000" kern="1200">
          <a:solidFill>
            <a:schemeClr val="tx1"/>
          </a:solidFill>
          <a:latin typeface="+mn-lt"/>
          <a:ea typeface="+mn-lt"/>
          <a:cs typeface="+mn-lt"/>
        </a:defRPr>
      </a:lvl7pPr>
      <a:lvl8pPr marL="3429000" indent="-228600" algn="l" defTabSz="914400">
        <a:spcBef>
          <a:spcPct val="20000"/>
        </a:spcBef>
        <a:buFont typeface="Arial" panose="020B0604020202020204"/>
        <a:buChar char="•"/>
        <a:defRPr sz="2000" kern="1200">
          <a:solidFill>
            <a:schemeClr val="tx1"/>
          </a:solidFill>
          <a:latin typeface="+mn-lt"/>
          <a:ea typeface="+mn-lt"/>
          <a:cs typeface="+mn-lt"/>
        </a:defRPr>
      </a:lvl8pPr>
      <a:lvl9pPr marL="3886200" indent="-228600" algn="l" defTabSz="914400">
        <a:spcBef>
          <a:spcPct val="20000"/>
        </a:spcBef>
        <a:buFont typeface="Arial" panose="020B0604020202020204"/>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7.xml"/><Relationship Id="rId6" Type="http://schemas.openxmlformats.org/officeDocument/2006/relationships/hyperlink" Target="https://github.com/PhamQuangDuc1/PRM.POWER9.git" TargetMode="External"/><Relationship Id="rId5" Type="http://schemas.openxmlformats.org/officeDocument/2006/relationships/hyperlink" Target="https://www.figma.com/design/xqBod46IwxD7E9thJZLWqr/Untitled?node-id=0-1&amp;t=NwSDJv0Ra4xso7qx-1" TargetMode="External"/><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image" Target="../media/image8.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image" Target="../media/image11.jpe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image" Target="../media/image14.png"/><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image" Target="../media/image11.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15.jpeg"/><Relationship Id="rId2" Type="http://schemas.openxmlformats.org/officeDocument/2006/relationships/image" Target="../media/image6.sv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image" Target="../media/image16.jpe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image" Target="../media/image19.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image" Target="../media/image19.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7.xml"/><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image" Target="../media/image8.jpe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7.xml"/><Relationship Id="rId5" Type="http://schemas.openxmlformats.org/officeDocument/2006/relationships/image" Target="../media/image26.jpeg"/><Relationship Id="rId4" Type="http://schemas.openxmlformats.org/officeDocument/2006/relationships/image" Target="../media/image25.jpeg"/><Relationship Id="rId3" Type="http://schemas.openxmlformats.org/officeDocument/2006/relationships/image" Target="../media/image24.jpeg"/><Relationship Id="rId2" Type="http://schemas.openxmlformats.org/officeDocument/2006/relationships/image" Target="../media/image23.svg"/><Relationship Id="rId1" Type="http://schemas.openxmlformats.org/officeDocument/2006/relationships/image" Target="../media/image22.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2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reeform 2"/>
          <p:cNvSpPr>
            <a:spLocks noGrp="1"/>
          </p:cNvSpPr>
          <p:nvPr/>
        </p:nvSpPr>
        <p:spPr>
          <a:xfrm rot="5473912">
            <a:off x="-88989" y="-355270"/>
            <a:ext cx="2595032" cy="2595032"/>
          </a:xfrm>
          <a:custGeom>
            <a:avLst/>
            <a:gdLst/>
            <a:ahLst/>
            <a:cxnLst/>
            <a:rect l="l" t="t" r="r" b="b"/>
            <a:pathLst>
              <a:path w="2595032" h="2595032">
                <a:moveTo>
                  <a:pt x="0" y="0"/>
                </a:moveTo>
                <a:lnTo>
                  <a:pt x="2595032" y="0"/>
                </a:lnTo>
                <a:lnTo>
                  <a:pt x="2595032" y="2595032"/>
                </a:lnTo>
                <a:lnTo>
                  <a:pt x="0" y="259503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a:spLocks noGrp="1"/>
          </p:cNvSpPr>
          <p:nvPr/>
        </p:nvSpPr>
        <p:spPr>
          <a:xfrm rot="5479675" flipH="1">
            <a:off x="-268816" y="7818037"/>
            <a:ext cx="2595032" cy="2595032"/>
          </a:xfrm>
          <a:custGeom>
            <a:avLst/>
            <a:gdLst/>
            <a:ahLst/>
            <a:cxnLst/>
            <a:rect l="l" t="t" r="r" b="b"/>
            <a:pathLst>
              <a:path w="2595032" h="2595032">
                <a:moveTo>
                  <a:pt x="2595032" y="0"/>
                </a:moveTo>
                <a:lnTo>
                  <a:pt x="0" y="0"/>
                </a:lnTo>
                <a:lnTo>
                  <a:pt x="0" y="2595031"/>
                </a:lnTo>
                <a:lnTo>
                  <a:pt x="2595032" y="2595031"/>
                </a:lnTo>
                <a:lnTo>
                  <a:pt x="2595032"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a:spLocks noGrp="1"/>
          </p:cNvSpPr>
          <p:nvPr/>
        </p:nvSpPr>
        <p:spPr>
          <a:xfrm>
            <a:off x="4212009" y="9153525"/>
            <a:ext cx="1276796" cy="604393"/>
          </a:xfrm>
          <a:prstGeom prst="rect">
            <a:avLst/>
          </a:prstGeom>
        </p:spPr>
        <p:txBody>
          <a:bodyPr lIns="0" tIns="0" rIns="0" bIns="0" anchor="t">
            <a:spAutoFit/>
          </a:bodyPr>
          <a:lstStyle/>
          <a:p>
            <a:pPr algn="ctr">
              <a:lnSpc>
                <a:spcPts val="4760"/>
              </a:lnSpc>
              <a:buNone/>
            </a:pPr>
            <a:endParaRPr sz="3400" u="sng">
              <a:solidFill>
                <a:srgbClr val="545454"/>
              </a:solidFill>
              <a:latin typeface="Poppins" panose="00000500000000000000"/>
              <a:ea typeface="Poppins" panose="00000500000000000000"/>
              <a:cs typeface="Poppins" panose="00000500000000000000"/>
              <a:hlinkClick r:id="rId5"/>
            </a:endParaRPr>
          </a:p>
        </p:txBody>
      </p:sp>
      <p:sp>
        <p:nvSpPr>
          <p:cNvPr id="5" name="TextBox 5"/>
          <p:cNvSpPr>
            <a:spLocks noGrp="1"/>
          </p:cNvSpPr>
          <p:nvPr/>
        </p:nvSpPr>
        <p:spPr>
          <a:xfrm>
            <a:off x="2503724" y="9153525"/>
            <a:ext cx="1399877" cy="604393"/>
          </a:xfrm>
          <a:prstGeom prst="rect">
            <a:avLst/>
          </a:prstGeom>
        </p:spPr>
        <p:txBody>
          <a:bodyPr lIns="0" tIns="0" rIns="0" bIns="0" anchor="t">
            <a:spAutoFit/>
          </a:bodyPr>
          <a:lstStyle/>
          <a:p>
            <a:pPr algn="ctr">
              <a:lnSpc>
                <a:spcPts val="4760"/>
              </a:lnSpc>
              <a:buNone/>
            </a:pPr>
            <a:endParaRPr sz="3400" u="sng">
              <a:solidFill>
                <a:srgbClr val="545454"/>
              </a:solidFill>
              <a:latin typeface="Poppins" panose="00000500000000000000"/>
              <a:ea typeface="Poppins" panose="00000500000000000000"/>
              <a:cs typeface="Poppins" panose="00000500000000000000"/>
              <a:hlinkClick r:id="rId6"/>
            </a:endParaRPr>
          </a:p>
        </p:txBody>
      </p:sp>
      <p:sp>
        <p:nvSpPr>
          <p:cNvPr id="6" name="TextBox 6"/>
          <p:cNvSpPr>
            <a:spLocks noGrp="1"/>
          </p:cNvSpPr>
          <p:nvPr/>
        </p:nvSpPr>
        <p:spPr>
          <a:xfrm>
            <a:off x="300563" y="711234"/>
            <a:ext cx="13920671" cy="1277239"/>
          </a:xfrm>
          <a:prstGeom prst="rect">
            <a:avLst/>
          </a:prstGeom>
        </p:spPr>
        <p:txBody>
          <a:bodyPr lIns="0" tIns="0" rIns="0" bIns="0" anchor="t">
            <a:spAutoFit/>
          </a:bodyPr>
          <a:lstStyle/>
          <a:p>
            <a:pPr algn="ctr">
              <a:lnSpc>
                <a:spcPts val="10055"/>
              </a:lnSpc>
              <a:buNone/>
            </a:pPr>
            <a:endParaRPr sz="8900" b="1">
              <a:solidFill>
                <a:srgbClr val="548CA8"/>
              </a:solidFill>
              <a:latin typeface="Poppins Bold" panose="00000800000000000000"/>
              <a:ea typeface="Poppins Bold" panose="00000800000000000000"/>
              <a:cs typeface="Poppins Bold" panose="00000800000000000000"/>
            </a:endParaRPr>
          </a:p>
        </p:txBody>
      </p:sp>
      <p:sp>
        <p:nvSpPr>
          <p:cNvPr id="7" name="TextBox 7"/>
          <p:cNvSpPr>
            <a:spLocks noGrp="1"/>
          </p:cNvSpPr>
          <p:nvPr/>
        </p:nvSpPr>
        <p:spPr>
          <a:xfrm>
            <a:off x="1459657" y="1828583"/>
            <a:ext cx="4278511" cy="1635760"/>
          </a:xfrm>
          <a:prstGeom prst="rect">
            <a:avLst/>
          </a:prstGeom>
        </p:spPr>
        <p:txBody>
          <a:bodyPr lIns="0" tIns="0" rIns="0" bIns="0" anchor="t">
            <a:spAutoFit/>
          </a:bodyPr>
          <a:lstStyle/>
          <a:p>
            <a:pPr algn="ctr">
              <a:lnSpc>
                <a:spcPts val="12880"/>
              </a:lnSpc>
              <a:buNone/>
            </a:pPr>
            <a:endParaRPr sz="9200">
              <a:solidFill>
                <a:srgbClr val="000000"/>
              </a:solidFill>
              <a:latin typeface="Poppins" panose="00000500000000000000"/>
              <a:ea typeface="Poppins" panose="00000500000000000000"/>
              <a:cs typeface="Poppins" panose="00000500000000000000"/>
            </a:endParaRPr>
          </a:p>
        </p:txBody>
      </p:sp>
      <p:sp>
        <p:nvSpPr>
          <p:cNvPr id="8" name="TextBox 8"/>
          <p:cNvSpPr>
            <a:spLocks noGrp="1"/>
          </p:cNvSpPr>
          <p:nvPr/>
        </p:nvSpPr>
        <p:spPr>
          <a:xfrm>
            <a:off x="1259929" y="3780937"/>
            <a:ext cx="3445073" cy="853440"/>
          </a:xfrm>
          <a:prstGeom prst="rect">
            <a:avLst/>
          </a:prstGeom>
        </p:spPr>
        <p:txBody>
          <a:bodyPr lIns="0" tIns="0" rIns="0" bIns="0" anchor="t">
            <a:spAutoFit/>
          </a:bodyPr>
          <a:lstStyle/>
          <a:p>
            <a:pPr algn="ctr">
              <a:lnSpc>
                <a:spcPts val="6720"/>
              </a:lnSpc>
              <a:buNone/>
            </a:pPr>
            <a:endParaRPr sz="4800" b="1">
              <a:solidFill>
                <a:srgbClr val="000000"/>
              </a:solidFill>
              <a:latin typeface="Noto Sans Bold" panose="020B0802040504020204"/>
              <a:ea typeface="Noto Sans Bold" panose="020B0802040504020204"/>
              <a:cs typeface="Noto Sans Bold" panose="020B0802040504020204"/>
            </a:endParaRPr>
          </a:p>
        </p:txBody>
      </p:sp>
      <p:sp>
        <p:nvSpPr>
          <p:cNvPr id="9" name="TextBox 9"/>
          <p:cNvSpPr>
            <a:spLocks noGrp="1"/>
          </p:cNvSpPr>
          <p:nvPr/>
        </p:nvSpPr>
        <p:spPr>
          <a:xfrm>
            <a:off x="12195184" y="6941649"/>
            <a:ext cx="2474565" cy="693420"/>
          </a:xfrm>
          <a:prstGeom prst="rect">
            <a:avLst/>
          </a:prstGeom>
        </p:spPr>
        <p:txBody>
          <a:bodyPr lIns="0" tIns="0" rIns="0" bIns="0" anchor="t">
            <a:spAutoFit/>
          </a:bodyPr>
          <a:lstStyle/>
          <a:p>
            <a:pPr algn="ctr">
              <a:lnSpc>
                <a:spcPts val="5460"/>
              </a:lnSpc>
              <a:buNone/>
            </a:pPr>
            <a:endParaRPr sz="3900" b="1">
              <a:solidFill>
                <a:srgbClr val="000000"/>
              </a:solidFill>
              <a:latin typeface="Noto Sans Bold" panose="020B0802040504020204"/>
              <a:ea typeface="Noto Sans Bold" panose="020B0802040504020204"/>
              <a:cs typeface="Noto Sans Bold" panose="020B0802040504020204"/>
            </a:endParaRPr>
          </a:p>
        </p:txBody>
      </p:sp>
      <p:sp>
        <p:nvSpPr>
          <p:cNvPr id="10" name="TextBox 10"/>
          <p:cNvSpPr>
            <a:spLocks noGrp="1"/>
          </p:cNvSpPr>
          <p:nvPr/>
        </p:nvSpPr>
        <p:spPr>
          <a:xfrm>
            <a:off x="1459657" y="5407700"/>
            <a:ext cx="5773341" cy="604393"/>
          </a:xfrm>
          <a:prstGeom prst="rect">
            <a:avLst/>
          </a:prstGeom>
        </p:spPr>
        <p:txBody>
          <a:bodyPr lIns="0" tIns="0" rIns="0" bIns="0" anchor="t">
            <a:spAutoFit/>
          </a:bodyPr>
          <a:lstStyle/>
          <a:p>
            <a:pPr algn="l">
              <a:lnSpc>
                <a:spcPts val="4760"/>
              </a:lnSpc>
              <a:buNone/>
            </a:pPr>
            <a:endParaRPr sz="3400">
              <a:solidFill>
                <a:srgbClr val="000000"/>
              </a:solidFill>
              <a:latin typeface="Noto Sans" panose="020B0502040504020204"/>
              <a:ea typeface="Noto Sans" panose="020B0502040504020204"/>
              <a:cs typeface="Noto Sans" panose="020B0502040504020204"/>
            </a:endParaRPr>
          </a:p>
        </p:txBody>
      </p:sp>
      <p:sp>
        <p:nvSpPr>
          <p:cNvPr id="11" name="TextBox 11"/>
          <p:cNvSpPr>
            <a:spLocks noGrp="1"/>
          </p:cNvSpPr>
          <p:nvPr/>
        </p:nvSpPr>
        <p:spPr>
          <a:xfrm>
            <a:off x="12298842" y="3790462"/>
            <a:ext cx="1649164" cy="693420"/>
          </a:xfrm>
          <a:prstGeom prst="rect">
            <a:avLst/>
          </a:prstGeom>
        </p:spPr>
        <p:txBody>
          <a:bodyPr lIns="0" tIns="0" rIns="0" bIns="0" anchor="t">
            <a:spAutoFit/>
          </a:bodyPr>
          <a:lstStyle/>
          <a:p>
            <a:pPr algn="ctr">
              <a:lnSpc>
                <a:spcPts val="5460"/>
              </a:lnSpc>
              <a:buNone/>
            </a:pPr>
            <a:endParaRPr sz="3900" b="1">
              <a:solidFill>
                <a:srgbClr val="000000"/>
              </a:solidFill>
              <a:latin typeface="Noto Sans Bold" panose="020B0802040504020204"/>
              <a:ea typeface="Noto Sans Bold" panose="020B0802040504020204"/>
              <a:cs typeface="Noto Sans Bold" panose="020B0802040504020204"/>
            </a:endParaRPr>
          </a:p>
        </p:txBody>
      </p:sp>
      <p:sp>
        <p:nvSpPr>
          <p:cNvPr id="12" name="TextBox 12"/>
          <p:cNvSpPr>
            <a:spLocks noGrp="1"/>
          </p:cNvSpPr>
          <p:nvPr/>
        </p:nvSpPr>
        <p:spPr>
          <a:xfrm>
            <a:off x="12298842" y="4945108"/>
            <a:ext cx="4960458" cy="368808"/>
          </a:xfrm>
          <a:prstGeom prst="rect">
            <a:avLst/>
          </a:prstGeom>
        </p:spPr>
        <p:txBody>
          <a:bodyPr lIns="0" tIns="0" rIns="0" bIns="0" anchor="t">
            <a:spAutoFit/>
          </a:bodyPr>
          <a:lstStyle/>
          <a:p>
            <a:pPr algn="l">
              <a:lnSpc>
                <a:spcPts val="2905"/>
              </a:lnSpc>
              <a:buNone/>
            </a:pPr>
            <a:endParaRPr sz="2075">
              <a:solidFill>
                <a:srgbClr val="000000"/>
              </a:solidFill>
              <a:latin typeface="Noto Sans" panose="020B0502040504020204"/>
              <a:ea typeface="Noto Sans" panose="020B0502040504020204"/>
              <a:cs typeface="Noto Sans" panose="020B0502040504020204"/>
            </a:endParaRPr>
          </a:p>
        </p:txBody>
      </p:sp>
      <p:sp>
        <p:nvSpPr>
          <p:cNvPr id="13" name="TextBox 13"/>
          <p:cNvSpPr>
            <a:spLocks noGrp="1"/>
          </p:cNvSpPr>
          <p:nvPr/>
        </p:nvSpPr>
        <p:spPr>
          <a:xfrm>
            <a:off x="12195184" y="8187054"/>
            <a:ext cx="4960458" cy="368808"/>
          </a:xfrm>
          <a:prstGeom prst="rect">
            <a:avLst/>
          </a:prstGeom>
        </p:spPr>
        <p:txBody>
          <a:bodyPr lIns="0" tIns="0" rIns="0" bIns="0" anchor="t">
            <a:spAutoFit/>
          </a:bodyPr>
          <a:lstStyle/>
          <a:p>
            <a:pPr algn="l">
              <a:lnSpc>
                <a:spcPts val="2905"/>
              </a:lnSpc>
              <a:buNone/>
            </a:pPr>
            <a:endParaRPr sz="2075">
              <a:solidFill>
                <a:srgbClr val="000000"/>
              </a:solidFill>
              <a:latin typeface="Noto Sans" panose="020B0502040504020204"/>
              <a:ea typeface="Noto Sans" panose="020B0502040504020204"/>
              <a:cs typeface="Noto Sans" panose="020B0502040504020204"/>
            </a:endParaRPr>
          </a:p>
        </p:txBody>
      </p:sp>
      <p:sp>
        <p:nvSpPr>
          <p:cNvPr id="14" name="Rectangles 13"/>
          <p:cNvSpPr>
            <a:spLocks noGrp="1"/>
          </p:cNvSpPr>
          <p:nvPr/>
        </p:nvSpPr>
        <p:spPr>
          <a:xfrm>
            <a:off x="685800" y="2333625"/>
            <a:ext cx="15859125" cy="6286500"/>
          </a:xfrm>
          <a:prstGeom prst="rect">
            <a:avLst/>
          </a:prstGeom>
          <a:solidFill>
            <a:srgbClr val="FFFFFF"/>
          </a:solidFill>
          <a:ln w="0">
            <a:solidFill>
              <a:srgbClr val="FFFFFF"/>
            </a:solidFill>
            <a:prstDash val="solid"/>
          </a:ln>
        </p:spPr>
      </p:sp>
      <p:sp>
        <p:nvSpPr>
          <p:cNvPr id="15" name="Rectangles 14"/>
          <p:cNvSpPr>
            <a:spLocks noGrp="1"/>
          </p:cNvSpPr>
          <p:nvPr/>
        </p:nvSpPr>
        <p:spPr>
          <a:xfrm>
            <a:off x="1047750" y="647700"/>
            <a:ext cx="762000" cy="342900"/>
          </a:xfrm>
          <a:prstGeom prst="rect">
            <a:avLst/>
          </a:prstGeom>
          <a:noFill/>
          <a:ln w="0">
            <a:noFill/>
            <a:prstDash val="solid"/>
          </a:ln>
        </p:spPr>
        <p:txBody>
          <a:bodyPr/>
          <a:lstStyle>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a:pPr>
              <a:defRPr sz="1200" b="1">
                <a:solidFill>
                  <a:srgbClr val="2686C5"/>
                </a:solidFill>
              </a:defRPr>
            </a:pPr>
            <a:r>
              <a:rPr sz="1200" b="1">
                <a:solidFill>
                  <a:srgbClr val="2686C5"/>
                </a:solidFill>
              </a:rPr>
              <a:t>01</a:t>
            </a:r>
            <a:endParaRPr sz="1200" b="1">
              <a:solidFill>
                <a:srgbClr val="2686C5"/>
              </a:solidFill>
            </a:endParaRPr>
          </a:p>
        </p:txBody>
      </p:sp>
      <p:sp>
        <p:nvSpPr>
          <p:cNvPr id="16" name="Rectangles 15"/>
          <p:cNvSpPr>
            <a:spLocks noGrp="1"/>
          </p:cNvSpPr>
          <p:nvPr/>
        </p:nvSpPr>
        <p:spPr>
          <a:xfrm>
            <a:off x="1047750" y="990600"/>
            <a:ext cx="15240000" cy="781050"/>
          </a:xfrm>
          <a:prstGeom prst="rect">
            <a:avLst/>
          </a:prstGeom>
          <a:noFill/>
          <a:ln w="0">
            <a:noFill/>
            <a:prstDash val="solid"/>
          </a:ln>
        </p:spPr>
        <p:txBody>
          <a:bodyPr/>
          <a:lstStyle>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a:pPr>
              <a:defRPr sz="3750" b="1">
                <a:solidFill>
                  <a:srgbClr val="1E5AA8"/>
                </a:solidFill>
              </a:defRPr>
            </a:pPr>
            <a:r>
              <a:rPr sz="3750" b="1">
                <a:solidFill>
                  <a:srgbClr val="1E5AA8"/>
                </a:solidFill>
              </a:rPr>
              <a:t>Power9 Family Routine</a:t>
            </a:r>
            <a:endParaRPr sz="3750" b="1">
              <a:solidFill>
                <a:srgbClr val="1E5AA8"/>
              </a:solidFill>
            </a:endParaRPr>
          </a:p>
        </p:txBody>
      </p:sp>
      <p:sp>
        <p:nvSpPr>
          <p:cNvPr id="17" name="Rectangles 16"/>
          <p:cNvSpPr>
            <a:spLocks noGrp="1"/>
          </p:cNvSpPr>
          <p:nvPr/>
        </p:nvSpPr>
        <p:spPr>
          <a:xfrm>
            <a:off x="1066800" y="1866900"/>
            <a:ext cx="14287500" cy="438150"/>
          </a:xfrm>
          <a:prstGeom prst="rect">
            <a:avLst/>
          </a:prstGeom>
          <a:noFill/>
          <a:ln w="0">
            <a:noFill/>
            <a:prstDash val="solid"/>
          </a:ln>
        </p:spPr>
        <p:txBody>
          <a:bodyPr/>
          <a:lstStyle>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a:pPr>
              <a:defRPr sz="1575">
                <a:solidFill>
                  <a:srgbClr val="536878"/>
                </a:solidFill>
              </a:defRPr>
            </a:pPr>
            <a:r>
              <a:rPr sz="1575">
                <a:solidFill>
                  <a:srgbClr val="536878"/>
                </a:solidFill>
              </a:rPr>
              <a:t>Lab 2 · Thiết kế UI/UX có hỗ trợ AI: Google Stitch → Figma</a:t>
            </a:r>
            <a:endParaRPr sz="1575">
              <a:solidFill>
                <a:srgbClr val="536878"/>
              </a:solidFill>
            </a:endParaRPr>
          </a:p>
        </p:txBody>
      </p:sp>
      <p:sp>
        <p:nvSpPr>
          <p:cNvPr id="18" name="Rectangles 17"/>
          <p:cNvSpPr>
            <a:spLocks noGrp="1"/>
          </p:cNvSpPr>
          <p:nvPr/>
        </p:nvSpPr>
        <p:spPr>
          <a:xfrm>
            <a:off x="1428750" y="2619375"/>
            <a:ext cx="8191500" cy="876300"/>
          </a:xfrm>
          <a:prstGeom prst="rect">
            <a:avLst/>
          </a:prstGeom>
          <a:noFill/>
          <a:ln w="0">
            <a:noFill/>
            <a:prstDash val="solid"/>
          </a:ln>
        </p:spPr>
        <p:txBody>
          <a:bodyPr/>
          <a:lstStyle>
            <a:defPPr>
              <a:defRPr sz="2250" b="1">
                <a:solidFill>
                  <a:srgbClr val="111827"/>
                </a:solidFill>
              </a:defRPr>
            </a:defPPr>
            <a:lvl1pPr>
              <a:defRPr sz="2250" b="1">
                <a:solidFill>
                  <a:srgbClr val="111827"/>
                </a:solidFill>
              </a:defRPr>
            </a:lvl1pPr>
            <a:lvl2pPr>
              <a:defRPr sz="2250" b="1">
                <a:solidFill>
                  <a:srgbClr val="111827"/>
                </a:solidFill>
              </a:defRPr>
            </a:lvl2pPr>
            <a:lvl3pPr>
              <a:defRPr sz="2250" b="1">
                <a:solidFill>
                  <a:srgbClr val="111827"/>
                </a:solidFill>
              </a:defRPr>
            </a:lvl3pPr>
            <a:lvl4pPr>
              <a:defRPr sz="2250" b="1">
                <a:solidFill>
                  <a:srgbClr val="111827"/>
                </a:solidFill>
              </a:defRPr>
            </a:lvl4pPr>
            <a:lvl5pPr>
              <a:defRPr sz="2250" b="1">
                <a:solidFill>
                  <a:srgbClr val="111827"/>
                </a:solidFill>
              </a:defRPr>
            </a:lvl5pPr>
            <a:lvl6pPr>
              <a:defRPr sz="2250" b="1">
                <a:solidFill>
                  <a:srgbClr val="111827"/>
                </a:solidFill>
              </a:defRPr>
            </a:lvl6pPr>
            <a:lvl7pPr>
              <a:defRPr sz="2250" b="1">
                <a:solidFill>
                  <a:srgbClr val="111827"/>
                </a:solidFill>
              </a:defRPr>
            </a:lvl7pPr>
            <a:lvl8pPr>
              <a:defRPr sz="2250" b="1">
                <a:solidFill>
                  <a:srgbClr val="111827"/>
                </a:solidFill>
              </a:defRPr>
            </a:lvl8pPr>
            <a:lvl9pPr>
              <a:defRPr sz="2250" b="1">
                <a:solidFill>
                  <a:srgbClr val="111827"/>
                </a:solidFill>
              </a:defRPr>
            </a:lvl9pPr>
          </a:lstStyle>
          <a:p>
            <a:pPr>
              <a:defRPr sz="2250" b="1">
                <a:solidFill>
                  <a:srgbClr val="111827"/>
                </a:solidFill>
              </a:defRPr>
            </a:pPr>
            <a:r>
              <a:rPr sz="2250" b="1">
                <a:solidFill>
                  <a:srgbClr val="111827"/>
                </a:solidFill>
              </a:rPr>
              <a:t>Ứng dụng hỗ trợ phụ huynh duy trì những thói quen nhỏ giữa nhịp sống gia đình.</a:t>
            </a:r>
            <a:endParaRPr sz="2250" b="1">
              <a:solidFill>
                <a:srgbClr val="111827"/>
              </a:solidFill>
            </a:endParaRPr>
          </a:p>
        </p:txBody>
      </p:sp>
      <p:sp>
        <p:nvSpPr>
          <p:cNvPr id="19" name="Rounded Rectangle 18"/>
          <p:cNvSpPr>
            <a:spLocks noGrp="1"/>
          </p:cNvSpPr>
          <p:nvPr/>
        </p:nvSpPr>
        <p:spPr>
          <a:xfrm>
            <a:off x="1428750" y="4000500"/>
            <a:ext cx="4000500" cy="2000250"/>
          </a:xfrm>
          <a:prstGeom prst="roundRect">
            <a:avLst>
              <a:gd name="adj" fmla="val 5714"/>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20" name="Rectangles 19"/>
          <p:cNvSpPr>
            <a:spLocks noGrp="1"/>
          </p:cNvSpPr>
          <p:nvPr/>
        </p:nvSpPr>
        <p:spPr>
          <a:xfrm>
            <a:off x="1428750" y="4000500"/>
            <a:ext cx="95250" cy="2000250"/>
          </a:xfrm>
          <a:prstGeom prst="rect">
            <a:avLst/>
          </a:prstGeom>
          <a:solidFill>
            <a:srgbClr val="2686C5"/>
          </a:solidFill>
          <a:ln w="0">
            <a:solidFill>
              <a:srgbClr val="2686C5"/>
            </a:solidFill>
            <a:prstDash val="solid"/>
          </a:ln>
        </p:spPr>
      </p:sp>
      <p:sp>
        <p:nvSpPr>
          <p:cNvPr id="21" name="Rectangles 20"/>
          <p:cNvSpPr>
            <a:spLocks noGrp="1"/>
          </p:cNvSpPr>
          <p:nvPr/>
        </p:nvSpPr>
        <p:spPr>
          <a:xfrm>
            <a:off x="1714500" y="4210050"/>
            <a:ext cx="34671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Vấn đề</a:t>
            </a:r>
            <a:endParaRPr sz="2025" b="1">
              <a:solidFill>
                <a:srgbClr val="1E5AA8"/>
              </a:solidFill>
            </a:endParaRPr>
          </a:p>
        </p:txBody>
      </p:sp>
      <p:sp>
        <p:nvSpPr>
          <p:cNvPr id="22" name="Rectangles 21"/>
          <p:cNvSpPr>
            <a:spLocks noGrp="1"/>
          </p:cNvSpPr>
          <p:nvPr/>
        </p:nvSpPr>
        <p:spPr>
          <a:xfrm>
            <a:off x="1714500" y="4743450"/>
            <a:ext cx="3467100" cy="108585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Thời gian bị chia nhỏ; kế hoạch dài khó duy trì; khó chọn hoạt động phù hợp với khoảng rảnh hiện có.</a:t>
            </a:r>
            <a:endParaRPr sz="1500">
              <a:solidFill>
                <a:srgbClr val="334155"/>
              </a:solidFill>
            </a:endParaRPr>
          </a:p>
        </p:txBody>
      </p:sp>
      <p:sp>
        <p:nvSpPr>
          <p:cNvPr id="23" name="Rounded Rectangle 22"/>
          <p:cNvSpPr>
            <a:spLocks noGrp="1"/>
          </p:cNvSpPr>
          <p:nvPr/>
        </p:nvSpPr>
        <p:spPr>
          <a:xfrm>
            <a:off x="5905500" y="4000500"/>
            <a:ext cx="4000500" cy="2000250"/>
          </a:xfrm>
          <a:prstGeom prst="roundRect">
            <a:avLst>
              <a:gd name="adj" fmla="val 5714"/>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24" name="Rectangles 23"/>
          <p:cNvSpPr>
            <a:spLocks noGrp="1"/>
          </p:cNvSpPr>
          <p:nvPr/>
        </p:nvSpPr>
        <p:spPr>
          <a:xfrm>
            <a:off x="5905500" y="4000500"/>
            <a:ext cx="95250" cy="2000250"/>
          </a:xfrm>
          <a:prstGeom prst="rect">
            <a:avLst/>
          </a:prstGeom>
          <a:solidFill>
            <a:srgbClr val="2686C5"/>
          </a:solidFill>
          <a:ln w="0">
            <a:solidFill>
              <a:srgbClr val="2686C5"/>
            </a:solidFill>
            <a:prstDash val="solid"/>
          </a:ln>
        </p:spPr>
      </p:sp>
      <p:sp>
        <p:nvSpPr>
          <p:cNvPr id="25" name="Rectangles 24"/>
          <p:cNvSpPr>
            <a:spLocks noGrp="1"/>
          </p:cNvSpPr>
          <p:nvPr/>
        </p:nvSpPr>
        <p:spPr>
          <a:xfrm>
            <a:off x="6191250" y="4210050"/>
            <a:ext cx="34671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Hướng giải pháp</a:t>
            </a:r>
            <a:endParaRPr sz="2025" b="1">
              <a:solidFill>
                <a:srgbClr val="1E5AA8"/>
              </a:solidFill>
            </a:endParaRPr>
          </a:p>
        </p:txBody>
      </p:sp>
      <p:sp>
        <p:nvSpPr>
          <p:cNvPr id="26" name="Rectangles 25"/>
          <p:cNvSpPr>
            <a:spLocks noGrp="1"/>
          </p:cNvSpPr>
          <p:nvPr/>
        </p:nvSpPr>
        <p:spPr>
          <a:xfrm>
            <a:off x="6191250" y="4743450"/>
            <a:ext cx="3467100" cy="108585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Gợi ý thói quen 3–10 phút, hiển thị thời lượng rõ và cho phép đánh dấu hoàn thành nhanh.</a:t>
            </a:r>
            <a:endParaRPr sz="1500">
              <a:solidFill>
                <a:srgbClr val="334155"/>
              </a:solidFill>
            </a:endParaRPr>
          </a:p>
        </p:txBody>
      </p:sp>
      <p:sp>
        <p:nvSpPr>
          <p:cNvPr id="27" name="Rectangles 26"/>
          <p:cNvSpPr>
            <a:spLocks noGrp="1"/>
          </p:cNvSpPr>
          <p:nvPr/>
        </p:nvSpPr>
        <p:spPr>
          <a:xfrm>
            <a:off x="1428750" y="7905750"/>
            <a:ext cx="14287500" cy="323850"/>
          </a:xfrm>
          <a:prstGeom prst="rect">
            <a:avLst/>
          </a:prstGeom>
          <a:noFill/>
          <a:ln w="0">
            <a:noFill/>
            <a:prstDash val="solid"/>
          </a:ln>
        </p:spPr>
        <p:txBody>
          <a:bodyPr/>
          <a:lstStyle>
            <a:defPPr>
              <a:defRPr sz="1200">
                <a:solidFill>
                  <a:srgbClr val="334155"/>
                </a:solidFill>
              </a:defRPr>
            </a:defPPr>
            <a:lvl1pPr>
              <a:defRPr sz="1200">
                <a:solidFill>
                  <a:srgbClr val="334155"/>
                </a:solidFill>
              </a:defRPr>
            </a:lvl1pPr>
            <a:lvl2pPr>
              <a:defRPr sz="1200">
                <a:solidFill>
                  <a:srgbClr val="334155"/>
                </a:solidFill>
              </a:defRPr>
            </a:lvl2pPr>
            <a:lvl3pPr>
              <a:defRPr sz="1200">
                <a:solidFill>
                  <a:srgbClr val="334155"/>
                </a:solidFill>
              </a:defRPr>
            </a:lvl3pPr>
            <a:lvl4pPr>
              <a:defRPr sz="1200">
                <a:solidFill>
                  <a:srgbClr val="334155"/>
                </a:solidFill>
              </a:defRPr>
            </a:lvl4pPr>
            <a:lvl5pPr>
              <a:defRPr sz="1200">
                <a:solidFill>
                  <a:srgbClr val="334155"/>
                </a:solidFill>
              </a:defRPr>
            </a:lvl5pPr>
            <a:lvl6pPr>
              <a:defRPr sz="1200">
                <a:solidFill>
                  <a:srgbClr val="334155"/>
                </a:solidFill>
              </a:defRPr>
            </a:lvl6pPr>
            <a:lvl7pPr>
              <a:defRPr sz="1200">
                <a:solidFill>
                  <a:srgbClr val="334155"/>
                </a:solidFill>
              </a:defRPr>
            </a:lvl7pPr>
            <a:lvl8pPr>
              <a:defRPr sz="1200">
                <a:solidFill>
                  <a:srgbClr val="334155"/>
                </a:solidFill>
              </a:defRPr>
            </a:lvl8pPr>
            <a:lvl9pPr>
              <a:defRPr sz="1200">
                <a:solidFill>
                  <a:srgbClr val="334155"/>
                </a:solidFill>
              </a:defRPr>
            </a:lvl9pPr>
          </a:lstStyle>
          <a:p>
            <a:pPr>
              <a:defRPr sz="1200">
                <a:solidFill>
                  <a:srgbClr val="334155"/>
                </a:solidFill>
              </a:defRPr>
            </a:pPr>
            <a:r>
              <a:rPr sz="1200">
                <a:solidFill>
                  <a:srgbClr val="334155"/>
                </a:solidFill>
              </a:rPr>
              <a:t>Nhóm thực hiện: Phạm Quang Đức · Văn Quang Duy · Nguyễn Tống Khánh Vĩnh · Đặng Đình Long</a:t>
            </a:r>
            <a:endParaRPr sz="1200">
              <a:solidFill>
                <a:srgbClr val="334155"/>
              </a:solidFill>
            </a:endParaRPr>
          </a:p>
        </p:txBody>
      </p:sp>
      <p:sp>
        <p:nvSpPr>
          <p:cNvPr id="28" name="Rectangles 27"/>
          <p:cNvSpPr>
            <a:spLocks noGrp="1"/>
          </p:cNvSpPr>
          <p:nvPr/>
        </p:nvSpPr>
        <p:spPr>
          <a:xfrm>
            <a:off x="1428750" y="8572500"/>
            <a:ext cx="12382500" cy="285750"/>
          </a:xfrm>
          <a:prstGeom prst="rect">
            <a:avLst/>
          </a:prstGeom>
          <a:noFill/>
          <a:ln w="0">
            <a:noFill/>
            <a:prstDash val="solid"/>
          </a:ln>
        </p:spPr>
        <p:txBody>
          <a:bodyPr/>
          <a:lstStyle>
            <a:defPPr>
              <a:defRPr sz="1125">
                <a:solidFill>
                  <a:srgbClr val="536878"/>
                </a:solidFill>
              </a:defRPr>
            </a:defPPr>
            <a:lvl1pPr>
              <a:defRPr sz="1125">
                <a:solidFill>
                  <a:srgbClr val="536878"/>
                </a:solidFill>
              </a:defRPr>
            </a:lvl1pPr>
            <a:lvl2pPr>
              <a:defRPr sz="1125">
                <a:solidFill>
                  <a:srgbClr val="536878"/>
                </a:solidFill>
              </a:defRPr>
            </a:lvl2pPr>
            <a:lvl3pPr>
              <a:defRPr sz="1125">
                <a:solidFill>
                  <a:srgbClr val="536878"/>
                </a:solidFill>
              </a:defRPr>
            </a:lvl3pPr>
            <a:lvl4pPr>
              <a:defRPr sz="1125">
                <a:solidFill>
                  <a:srgbClr val="536878"/>
                </a:solidFill>
              </a:defRPr>
            </a:lvl4pPr>
            <a:lvl5pPr>
              <a:defRPr sz="1125">
                <a:solidFill>
                  <a:srgbClr val="536878"/>
                </a:solidFill>
              </a:defRPr>
            </a:lvl5pPr>
            <a:lvl6pPr>
              <a:defRPr sz="1125">
                <a:solidFill>
                  <a:srgbClr val="536878"/>
                </a:solidFill>
              </a:defRPr>
            </a:lvl6pPr>
            <a:lvl7pPr>
              <a:defRPr sz="1125">
                <a:solidFill>
                  <a:srgbClr val="536878"/>
                </a:solidFill>
              </a:defRPr>
            </a:lvl7pPr>
            <a:lvl8pPr>
              <a:defRPr sz="1125">
                <a:solidFill>
                  <a:srgbClr val="536878"/>
                </a:solidFill>
              </a:defRPr>
            </a:lvl8pPr>
            <a:lvl9pPr>
              <a:defRPr sz="1125">
                <a:solidFill>
                  <a:srgbClr val="536878"/>
                </a:solidFill>
              </a:defRPr>
            </a:lvl9pPr>
          </a:lstStyle>
          <a:p>
            <a:pPr>
              <a:defRPr sz="1125">
                <a:solidFill>
                  <a:srgbClr val="536878"/>
                </a:solidFill>
              </a:defRPr>
            </a:pPr>
            <a:r>
              <a:rPr sz="1125">
                <a:solidFill>
                  <a:srgbClr val="536878"/>
                </a:solidFill>
              </a:rPr>
              <a:t>Bằng chứng: repository · Figma · ảnh xuất từ Google Stitch</a:t>
            </a:r>
            <a:endParaRPr sz="1125">
              <a:solidFill>
                <a:srgbClr val="53687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p:sp>
        <p:nvSpPr>
          <p:cNvPr id="2" name="TextBox 2"/>
          <p:cNvSpPr>
            <a:spLocks noGrp="1"/>
          </p:cNvSpPr>
          <p:nvPr/>
        </p:nvSpPr>
        <p:spPr>
          <a:xfrm>
            <a:off x="1627052" y="128584"/>
            <a:ext cx="7310912" cy="1434973"/>
          </a:xfrm>
          <a:prstGeom prst="rect">
            <a:avLst/>
          </a:prstGeom>
        </p:spPr>
        <p:txBody>
          <a:bodyPr lIns="0" tIns="0" rIns="0" bIns="0" anchor="t">
            <a:spAutoFit/>
          </a:bodyPr>
          <a:lstStyle/>
          <a:p>
            <a:pPr algn="l">
              <a:lnSpc>
                <a:spcPts val="11300"/>
              </a:lnSpc>
              <a:buNone/>
            </a:pPr>
            <a:endParaRPr sz="10000" b="1">
              <a:solidFill>
                <a:srgbClr val="548CA8"/>
              </a:solidFill>
              <a:latin typeface="Poppins Bold" panose="00000800000000000000"/>
              <a:ea typeface="Poppins Bold" panose="00000800000000000000"/>
              <a:cs typeface="Poppins Bold" panose="00000800000000000000"/>
            </a:endParaRPr>
          </a:p>
        </p:txBody>
      </p:sp>
      <p:sp>
        <p:nvSpPr>
          <p:cNvPr id="3" name="Freeform 3"/>
          <p:cNvSpPr>
            <a:spLocks noGrp="1"/>
          </p:cNvSpPr>
          <p:nvPr/>
        </p:nvSpPr>
        <p:spPr>
          <a:xfrm flipH="1">
            <a:off x="15961784" y="7960784"/>
            <a:ext cx="2595032" cy="2595032"/>
          </a:xfrm>
          <a:custGeom>
            <a:avLst/>
            <a:gdLst/>
            <a:ahLst/>
            <a:cxnLst/>
            <a:rect l="l" t="t" r="r" b="b"/>
            <a:pathLst>
              <a:path w="2595032" h="2595032">
                <a:moveTo>
                  <a:pt x="2595032" y="0"/>
                </a:moveTo>
                <a:lnTo>
                  <a:pt x="0" y="0"/>
                </a:lnTo>
                <a:lnTo>
                  <a:pt x="0" y="2595032"/>
                </a:lnTo>
                <a:lnTo>
                  <a:pt x="2595032" y="2595032"/>
                </a:lnTo>
                <a:lnTo>
                  <a:pt x="2595032"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a:spLocks noGrp="1"/>
          </p:cNvSpPr>
          <p:nvPr/>
        </p:nvSpPr>
        <p:spPr>
          <a:xfrm rot="-10800000" flipH="1">
            <a:off x="-140664" y="-125702"/>
            <a:ext cx="2595032" cy="2595032"/>
          </a:xfrm>
          <a:custGeom>
            <a:avLst/>
            <a:gdLst/>
            <a:ahLst/>
            <a:cxnLst/>
            <a:rect l="l" t="t" r="r" b="b"/>
            <a:pathLst>
              <a:path w="2595032" h="2595032">
                <a:moveTo>
                  <a:pt x="2595032" y="0"/>
                </a:moveTo>
                <a:lnTo>
                  <a:pt x="0" y="0"/>
                </a:lnTo>
                <a:lnTo>
                  <a:pt x="0" y="2595032"/>
                </a:lnTo>
                <a:lnTo>
                  <a:pt x="2595032" y="2595032"/>
                </a:lnTo>
                <a:lnTo>
                  <a:pt x="2595032" y="0"/>
                </a:lnTo>
                <a:close/>
              </a:path>
            </a:pathLst>
          </a:custGeom>
          <a:blipFill>
            <a:blip r:embed="rId1">
              <a:extLst>
                <a:ext uri="{96DAC541-7B7A-43D3-8B79-37D633B846F1}">
                  <asvg:svgBlip xmlns:asvg="http://schemas.microsoft.com/office/drawing/2016/SVG/main" r:embed="rId2"/>
                </a:ext>
              </a:extLst>
            </a:blip>
            <a:stretch>
              <a:fillRect/>
            </a:stretch>
          </a:blipFill>
        </p:spPr>
      </p:sp>
      <p:pic>
        <p:nvPicPr>
          <p:cNvPr id="9001" name="Template worksheet preview"/>
          <p:cNvPicPr>
            <a:picLocks noChangeAspect="1"/>
          </p:cNvPicPr>
          <p:nvPr/>
        </p:nvPicPr>
        <p:blipFill>
          <a:blip r:embed="rId3"/>
          <a:stretch>
            <a:fillRect/>
          </a:stretch>
        </p:blipFill>
        <p:spPr>
          <a:xfrm>
            <a:off x="822664" y="3343109"/>
            <a:ext cx="16230600" cy="5602274"/>
          </a:xfrm>
          <a:prstGeom prst="rect">
            <a:avLst/>
          </a:prstGeom>
        </p:spPr>
      </p:pic>
      <p:sp>
        <p:nvSpPr>
          <p:cNvPr id="6" name="TextBox 6"/>
          <p:cNvSpPr>
            <a:spLocks noGrp="1"/>
          </p:cNvSpPr>
          <p:nvPr/>
        </p:nvSpPr>
        <p:spPr>
          <a:xfrm>
            <a:off x="9748984" y="705167"/>
            <a:ext cx="3911501" cy="604393"/>
          </a:xfrm>
          <a:prstGeom prst="rect">
            <a:avLst/>
          </a:prstGeom>
        </p:spPr>
        <p:txBody>
          <a:bodyPr lIns="0" tIns="0" rIns="0" bIns="0" anchor="t">
            <a:spAutoFit/>
          </a:bodyPr>
          <a:lstStyle/>
          <a:p>
            <a:pPr algn="ctr">
              <a:lnSpc>
                <a:spcPts val="4760"/>
              </a:lnSpc>
              <a:buNone/>
            </a:pPr>
            <a:endParaRPr sz="3400">
              <a:solidFill>
                <a:srgbClr val="548CA8"/>
              </a:solidFill>
              <a:latin typeface="Noto Sans" panose="020B0502040504020204"/>
              <a:ea typeface="Noto Sans" panose="020B0502040504020204"/>
              <a:cs typeface="Noto Sans" panose="020B0502040504020204"/>
            </a:endParaRPr>
          </a:p>
        </p:txBody>
      </p:sp>
      <p:sp>
        <p:nvSpPr>
          <p:cNvPr id="7" name="TextBox 7"/>
          <p:cNvSpPr>
            <a:spLocks noGrp="1"/>
          </p:cNvSpPr>
          <p:nvPr/>
        </p:nvSpPr>
        <p:spPr>
          <a:xfrm>
            <a:off x="9748984" y="1563684"/>
            <a:ext cx="6040481" cy="604393"/>
          </a:xfrm>
          <a:prstGeom prst="rect">
            <a:avLst/>
          </a:prstGeom>
        </p:spPr>
        <p:txBody>
          <a:bodyPr lIns="0" tIns="0" rIns="0" bIns="0" anchor="t">
            <a:spAutoFit/>
          </a:bodyPr>
          <a:lstStyle/>
          <a:p>
            <a:pPr algn="ctr">
              <a:lnSpc>
                <a:spcPts val="4760"/>
              </a:lnSpc>
              <a:buNone/>
            </a:pPr>
            <a:endParaRPr sz="3400">
              <a:solidFill>
                <a:srgbClr val="548CA8"/>
              </a:solidFill>
              <a:latin typeface="Noto Sans" panose="020B0502040504020204"/>
              <a:ea typeface="Noto Sans" panose="020B0502040504020204"/>
              <a:cs typeface="Noto Sans" panose="020B0502040504020204"/>
            </a:endParaRPr>
          </a:p>
        </p:txBody>
      </p:sp>
      <p:sp>
        <p:nvSpPr>
          <p:cNvPr id="9002" name="Rectangles 9001"/>
          <p:cNvSpPr>
            <a:spLocks noGrp="1"/>
          </p:cNvSpPr>
          <p:nvPr/>
        </p:nvSpPr>
        <p:spPr>
          <a:xfrm>
            <a:off x="685800" y="2333625"/>
            <a:ext cx="15859125" cy="6286500"/>
          </a:xfrm>
          <a:prstGeom prst="rect">
            <a:avLst/>
          </a:prstGeom>
          <a:solidFill>
            <a:srgbClr val="FFFFFF"/>
          </a:solidFill>
          <a:ln w="0">
            <a:solidFill>
              <a:srgbClr val="FFFFFF"/>
            </a:solidFill>
            <a:prstDash val="solid"/>
          </a:ln>
        </p:spPr>
      </p:sp>
      <p:sp>
        <p:nvSpPr>
          <p:cNvPr id="9003" name="Rectangles 9002"/>
          <p:cNvSpPr>
            <a:spLocks noGrp="1"/>
          </p:cNvSpPr>
          <p:nvPr/>
        </p:nvSpPr>
        <p:spPr>
          <a:xfrm>
            <a:off x="1047750" y="647700"/>
            <a:ext cx="762000" cy="342900"/>
          </a:xfrm>
          <a:prstGeom prst="rect">
            <a:avLst/>
          </a:prstGeom>
          <a:noFill/>
          <a:ln w="0">
            <a:noFill/>
            <a:prstDash val="solid"/>
          </a:ln>
        </p:spPr>
        <p:txBody>
          <a:bodyPr/>
          <a:lstStyle>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a:pPr>
              <a:defRPr sz="1200" b="1">
                <a:solidFill>
                  <a:srgbClr val="2686C5"/>
                </a:solidFill>
              </a:defRPr>
            </a:pPr>
            <a:r>
              <a:rPr sz="1200" b="1">
                <a:solidFill>
                  <a:srgbClr val="2686C5"/>
                </a:solidFill>
              </a:rPr>
              <a:t>02</a:t>
            </a:r>
            <a:endParaRPr sz="1200" b="1">
              <a:solidFill>
                <a:srgbClr val="2686C5"/>
              </a:solidFill>
            </a:endParaRPr>
          </a:p>
        </p:txBody>
      </p:sp>
      <p:sp>
        <p:nvSpPr>
          <p:cNvPr id="9004" name="Rectangles 9003"/>
          <p:cNvSpPr>
            <a:spLocks noGrp="1"/>
          </p:cNvSpPr>
          <p:nvPr/>
        </p:nvSpPr>
        <p:spPr>
          <a:xfrm>
            <a:off x="1047750" y="990600"/>
            <a:ext cx="15240000" cy="781050"/>
          </a:xfrm>
          <a:prstGeom prst="rect">
            <a:avLst/>
          </a:prstGeom>
          <a:noFill/>
          <a:ln w="0">
            <a:noFill/>
            <a:prstDash val="solid"/>
          </a:ln>
        </p:spPr>
        <p:txBody>
          <a:bodyPr/>
          <a:lstStyle>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a:pPr>
              <a:defRPr sz="3750" b="1">
                <a:solidFill>
                  <a:srgbClr val="1E5AA8"/>
                </a:solidFill>
              </a:defRPr>
            </a:pPr>
            <a:r>
              <a:rPr sz="3750" b="1">
                <a:solidFill>
                  <a:srgbClr val="1E5AA8"/>
                </a:solidFill>
              </a:rPr>
              <a:t>Persona và vấn đề trọng tâm</a:t>
            </a:r>
            <a:endParaRPr sz="3750" b="1">
              <a:solidFill>
                <a:srgbClr val="1E5AA8"/>
              </a:solidFill>
            </a:endParaRPr>
          </a:p>
        </p:txBody>
      </p:sp>
      <p:sp>
        <p:nvSpPr>
          <p:cNvPr id="9005" name="Rectangles 9004"/>
          <p:cNvSpPr>
            <a:spLocks noGrp="1"/>
          </p:cNvSpPr>
          <p:nvPr/>
        </p:nvSpPr>
        <p:spPr>
          <a:xfrm>
            <a:off x="1066800" y="1866900"/>
            <a:ext cx="14287500" cy="438150"/>
          </a:xfrm>
          <a:prstGeom prst="rect">
            <a:avLst/>
          </a:prstGeom>
          <a:noFill/>
          <a:ln w="0">
            <a:noFill/>
            <a:prstDash val="solid"/>
          </a:ln>
        </p:spPr>
        <p:txBody>
          <a:bodyPr/>
          <a:lstStyle>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a:pPr>
              <a:defRPr sz="1575">
                <a:solidFill>
                  <a:srgbClr val="536878"/>
                </a:solidFill>
              </a:defRPr>
            </a:pPr>
            <a:r>
              <a:rPr sz="1575">
                <a:solidFill>
                  <a:srgbClr val="536878"/>
                </a:solidFill>
              </a:rPr>
              <a:t>Bốn persona là giả định phục vụ thảo luận thiết kế, chưa phải kết quả khảo sát.</a:t>
            </a:r>
            <a:endParaRPr sz="1575">
              <a:solidFill>
                <a:srgbClr val="536878"/>
              </a:solidFill>
            </a:endParaRPr>
          </a:p>
        </p:txBody>
      </p:sp>
      <p:sp>
        <p:nvSpPr>
          <p:cNvPr id="9006" name="Rounded Rectangle 9005"/>
          <p:cNvSpPr>
            <a:spLocks noGrp="1"/>
          </p:cNvSpPr>
          <p:nvPr/>
        </p:nvSpPr>
        <p:spPr>
          <a:xfrm>
            <a:off x="1143000" y="2714625"/>
            <a:ext cx="3619500" cy="1809750"/>
          </a:xfrm>
          <a:prstGeom prst="roundRect">
            <a:avLst>
              <a:gd name="adj" fmla="val 6316"/>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9007" name="Rectangles 9006"/>
          <p:cNvSpPr>
            <a:spLocks noGrp="1"/>
          </p:cNvSpPr>
          <p:nvPr/>
        </p:nvSpPr>
        <p:spPr>
          <a:xfrm>
            <a:off x="1143000" y="2714625"/>
            <a:ext cx="95250" cy="1809750"/>
          </a:xfrm>
          <a:prstGeom prst="rect">
            <a:avLst/>
          </a:prstGeom>
          <a:solidFill>
            <a:srgbClr val="1E5AA8"/>
          </a:solidFill>
          <a:ln w="0">
            <a:solidFill>
              <a:srgbClr val="1E5AA8"/>
            </a:solidFill>
            <a:prstDash val="solid"/>
          </a:ln>
        </p:spPr>
      </p:sp>
      <p:sp>
        <p:nvSpPr>
          <p:cNvPr id="9008" name="Rectangles 9007"/>
          <p:cNvSpPr>
            <a:spLocks noGrp="1"/>
          </p:cNvSpPr>
          <p:nvPr/>
        </p:nvSpPr>
        <p:spPr>
          <a:xfrm>
            <a:off x="1428750" y="2924175"/>
            <a:ext cx="30861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Linh — persona chính</a:t>
            </a:r>
            <a:endParaRPr sz="2025" b="1">
              <a:solidFill>
                <a:srgbClr val="1E5AA8"/>
              </a:solidFill>
            </a:endParaRPr>
          </a:p>
        </p:txBody>
      </p:sp>
      <p:sp>
        <p:nvSpPr>
          <p:cNvPr id="9009" name="Rectangles 9008"/>
          <p:cNvSpPr>
            <a:spLocks noGrp="1"/>
          </p:cNvSpPr>
          <p:nvPr/>
        </p:nvSpPr>
        <p:spPr>
          <a:xfrm>
            <a:off x="1428750" y="3457575"/>
            <a:ext cx="3086100" cy="89535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36 tuổi · phụ huynh có con nhỏ</a:t>
            </a:r>
            <a:endParaRPr sz="1500">
              <a:solidFill>
                <a:srgbClr val="334155"/>
              </a:solidFill>
            </a:endParaRPr>
          </a:p>
          <a:p>
            <a:pPr>
              <a:defRPr sz="1500">
                <a:solidFill>
                  <a:srgbClr val="334155"/>
                </a:solidFill>
              </a:defRPr>
            </a:pPr>
            <a:r>
              <a:rPr sz="1500">
                <a:solidFill>
                  <a:srgbClr val="334155"/>
                </a:solidFill>
              </a:rPr>
              <a:t>Chọn/thực hiện thói quen ngắn giữa các lần bị gián đoạn.</a:t>
            </a:r>
            <a:endParaRPr sz="1500">
              <a:solidFill>
                <a:srgbClr val="334155"/>
              </a:solidFill>
            </a:endParaRPr>
          </a:p>
          <a:p>
            <a:pPr>
              <a:defRPr sz="1500">
                <a:solidFill>
                  <a:srgbClr val="334155"/>
                </a:solidFill>
              </a:defRPr>
            </a:pPr>
            <a:r>
              <a:rPr sz="1500">
                <a:solidFill>
                  <a:srgbClr val="334155"/>
                </a:solidFill>
              </a:rPr>
              <a:t>Mục tiêu: thêm thói quen &lt;60 giây.</a:t>
            </a:r>
            <a:endParaRPr sz="1500">
              <a:solidFill>
                <a:srgbClr val="334155"/>
              </a:solidFill>
            </a:endParaRPr>
          </a:p>
        </p:txBody>
      </p:sp>
      <p:sp>
        <p:nvSpPr>
          <p:cNvPr id="9010" name="Rounded Rectangle 9009"/>
          <p:cNvSpPr>
            <a:spLocks noGrp="1"/>
          </p:cNvSpPr>
          <p:nvPr/>
        </p:nvSpPr>
        <p:spPr>
          <a:xfrm>
            <a:off x="5191125" y="2714625"/>
            <a:ext cx="3048000" cy="1809750"/>
          </a:xfrm>
          <a:prstGeom prst="roundRect">
            <a:avLst>
              <a:gd name="adj" fmla="val 6316"/>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9011" name="Rectangles 9010"/>
          <p:cNvSpPr>
            <a:spLocks noGrp="1"/>
          </p:cNvSpPr>
          <p:nvPr/>
        </p:nvSpPr>
        <p:spPr>
          <a:xfrm>
            <a:off x="5191125" y="2714625"/>
            <a:ext cx="95250" cy="1809750"/>
          </a:xfrm>
          <a:prstGeom prst="rect">
            <a:avLst/>
          </a:prstGeom>
          <a:solidFill>
            <a:srgbClr val="2686C5"/>
          </a:solidFill>
          <a:ln w="0">
            <a:solidFill>
              <a:srgbClr val="2686C5"/>
            </a:solidFill>
            <a:prstDash val="solid"/>
          </a:ln>
        </p:spPr>
      </p:sp>
      <p:sp>
        <p:nvSpPr>
          <p:cNvPr id="9012" name="Rectangles 9011"/>
          <p:cNvSpPr>
            <a:spLocks noGrp="1"/>
          </p:cNvSpPr>
          <p:nvPr/>
        </p:nvSpPr>
        <p:spPr>
          <a:xfrm>
            <a:off x="5476875" y="2924175"/>
            <a:ext cx="25146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Minh</a:t>
            </a:r>
            <a:endParaRPr sz="2025" b="1">
              <a:solidFill>
                <a:srgbClr val="1E5AA8"/>
              </a:solidFill>
            </a:endParaRPr>
          </a:p>
        </p:txBody>
      </p:sp>
      <p:sp>
        <p:nvSpPr>
          <p:cNvPr id="9013" name="Rectangles 9012"/>
          <p:cNvSpPr>
            <a:spLocks noGrp="1"/>
          </p:cNvSpPr>
          <p:nvPr/>
        </p:nvSpPr>
        <p:spPr>
          <a:xfrm>
            <a:off x="5476875" y="3457575"/>
            <a:ext cx="2514600" cy="89535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Sinh viên</a:t>
            </a:r>
            <a:endParaRPr sz="1500">
              <a:solidFill>
                <a:srgbClr val="334155"/>
              </a:solidFill>
            </a:endParaRPr>
          </a:p>
          <a:p>
            <a:pPr>
              <a:defRPr sz="1500">
                <a:solidFill>
                  <a:srgbClr val="334155"/>
                </a:solidFill>
              </a:defRPr>
            </a:pPr>
            <a:r>
              <a:rPr sz="1500">
                <a:solidFill>
                  <a:srgbClr val="334155"/>
                </a:solidFill>
              </a:rPr>
              <a:t>Check-in từ Home ≤3 thao tác.</a:t>
            </a:r>
            <a:endParaRPr sz="1500">
              <a:solidFill>
                <a:srgbClr val="334155"/>
              </a:solidFill>
            </a:endParaRPr>
          </a:p>
        </p:txBody>
      </p:sp>
      <p:sp>
        <p:nvSpPr>
          <p:cNvPr id="9014" name="Rounded Rectangle 9013"/>
          <p:cNvSpPr>
            <a:spLocks noGrp="1"/>
          </p:cNvSpPr>
          <p:nvPr/>
        </p:nvSpPr>
        <p:spPr>
          <a:xfrm>
            <a:off x="8667750" y="2714625"/>
            <a:ext cx="3048000" cy="1809750"/>
          </a:xfrm>
          <a:prstGeom prst="roundRect">
            <a:avLst>
              <a:gd name="adj" fmla="val 6316"/>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9015" name="Rectangles 9014"/>
          <p:cNvSpPr>
            <a:spLocks noGrp="1"/>
          </p:cNvSpPr>
          <p:nvPr/>
        </p:nvSpPr>
        <p:spPr>
          <a:xfrm>
            <a:off x="8667750" y="2714625"/>
            <a:ext cx="95250" cy="1809750"/>
          </a:xfrm>
          <a:prstGeom prst="rect">
            <a:avLst/>
          </a:prstGeom>
          <a:solidFill>
            <a:srgbClr val="2686C5"/>
          </a:solidFill>
          <a:ln w="0">
            <a:solidFill>
              <a:srgbClr val="2686C5"/>
            </a:solidFill>
            <a:prstDash val="solid"/>
          </a:ln>
        </p:spPr>
      </p:sp>
      <p:sp>
        <p:nvSpPr>
          <p:cNvPr id="9016" name="Rectangles 9015"/>
          <p:cNvSpPr>
            <a:spLocks noGrp="1"/>
          </p:cNvSpPr>
          <p:nvPr/>
        </p:nvSpPr>
        <p:spPr>
          <a:xfrm>
            <a:off x="8953500" y="2924175"/>
            <a:ext cx="25146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Huy</a:t>
            </a:r>
            <a:endParaRPr sz="2025" b="1">
              <a:solidFill>
                <a:srgbClr val="1E5AA8"/>
              </a:solidFill>
            </a:endParaRPr>
          </a:p>
        </p:txBody>
      </p:sp>
      <p:sp>
        <p:nvSpPr>
          <p:cNvPr id="9017" name="Rectangles 9016"/>
          <p:cNvSpPr>
            <a:spLocks noGrp="1"/>
          </p:cNvSpPr>
          <p:nvPr/>
        </p:nvSpPr>
        <p:spPr>
          <a:xfrm>
            <a:off x="8953500" y="3457575"/>
            <a:ext cx="2514600" cy="89535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Nhân viên văn phòng</a:t>
            </a:r>
            <a:endParaRPr sz="1500">
              <a:solidFill>
                <a:srgbClr val="334155"/>
              </a:solidFill>
            </a:endParaRPr>
          </a:p>
          <a:p>
            <a:pPr>
              <a:defRPr sz="1500">
                <a:solidFill>
                  <a:srgbClr val="334155"/>
                </a:solidFill>
              </a:defRPr>
            </a:pPr>
            <a:r>
              <a:rPr sz="1500">
                <a:solidFill>
                  <a:srgbClr val="334155"/>
                </a:solidFill>
              </a:rPr>
              <a:t>Đổi lịch thói quen &lt;30 giây.</a:t>
            </a:r>
            <a:endParaRPr sz="1500">
              <a:solidFill>
                <a:srgbClr val="334155"/>
              </a:solidFill>
            </a:endParaRPr>
          </a:p>
        </p:txBody>
      </p:sp>
      <p:sp>
        <p:nvSpPr>
          <p:cNvPr id="9018" name="Rounded Rectangle 9017"/>
          <p:cNvSpPr>
            <a:spLocks noGrp="1"/>
          </p:cNvSpPr>
          <p:nvPr/>
        </p:nvSpPr>
        <p:spPr>
          <a:xfrm>
            <a:off x="12144375" y="2714625"/>
            <a:ext cx="3048000" cy="1809750"/>
          </a:xfrm>
          <a:prstGeom prst="roundRect">
            <a:avLst>
              <a:gd name="adj" fmla="val 6316"/>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9019" name="Rectangles 9018"/>
          <p:cNvSpPr>
            <a:spLocks noGrp="1"/>
          </p:cNvSpPr>
          <p:nvPr/>
        </p:nvSpPr>
        <p:spPr>
          <a:xfrm>
            <a:off x="12144375" y="2714625"/>
            <a:ext cx="95250" cy="1809750"/>
          </a:xfrm>
          <a:prstGeom prst="rect">
            <a:avLst/>
          </a:prstGeom>
          <a:solidFill>
            <a:srgbClr val="2686C5"/>
          </a:solidFill>
          <a:ln w="0">
            <a:solidFill>
              <a:srgbClr val="2686C5"/>
            </a:solidFill>
            <a:prstDash val="solid"/>
          </a:ln>
        </p:spPr>
      </p:sp>
      <p:sp>
        <p:nvSpPr>
          <p:cNvPr id="9020" name="Rectangles 9019"/>
          <p:cNvSpPr>
            <a:spLocks noGrp="1"/>
          </p:cNvSpPr>
          <p:nvPr/>
        </p:nvSpPr>
        <p:spPr>
          <a:xfrm>
            <a:off x="12430125" y="2924175"/>
            <a:ext cx="25146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Chú Hùng</a:t>
            </a:r>
            <a:endParaRPr sz="2025" b="1">
              <a:solidFill>
                <a:srgbClr val="1E5AA8"/>
              </a:solidFill>
            </a:endParaRPr>
          </a:p>
        </p:txBody>
      </p:sp>
      <p:sp>
        <p:nvSpPr>
          <p:cNvPr id="9021" name="Rectangles 9020"/>
          <p:cNvSpPr>
            <a:spLocks noGrp="1"/>
          </p:cNvSpPr>
          <p:nvPr/>
        </p:nvSpPr>
        <p:spPr>
          <a:xfrm>
            <a:off x="12430125" y="3457575"/>
            <a:ext cx="2514600" cy="89535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Người nghỉ hưu</a:t>
            </a:r>
            <a:endParaRPr sz="1500">
              <a:solidFill>
                <a:srgbClr val="334155"/>
              </a:solidFill>
            </a:endParaRPr>
          </a:p>
          <a:p>
            <a:pPr>
              <a:defRPr sz="1500">
                <a:solidFill>
                  <a:srgbClr val="334155"/>
                </a:solidFill>
              </a:defRPr>
            </a:pPr>
            <a:r>
              <a:rPr sz="1500">
                <a:solidFill>
                  <a:srgbClr val="334155"/>
                </a:solidFill>
              </a:rPr>
              <a:t>Tìm và đánh dấu hoạt động &lt;30 giây.</a:t>
            </a:r>
            <a:endParaRPr sz="1500">
              <a:solidFill>
                <a:srgbClr val="334155"/>
              </a:solidFill>
            </a:endParaRPr>
          </a:p>
        </p:txBody>
      </p:sp>
      <p:sp>
        <p:nvSpPr>
          <p:cNvPr id="9022" name="Rectangles 9021"/>
          <p:cNvSpPr>
            <a:spLocks noGrp="1"/>
          </p:cNvSpPr>
          <p:nvPr/>
        </p:nvSpPr>
        <p:spPr>
          <a:xfrm>
            <a:off x="1428750" y="5476875"/>
            <a:ext cx="4000500" cy="400050"/>
          </a:xfrm>
          <a:prstGeom prst="rect">
            <a:avLst/>
          </a:prstGeom>
          <a:noFill/>
          <a:ln w="0">
            <a:noFill/>
            <a:prstDash val="solid"/>
          </a:ln>
        </p:spPr>
        <p:txBody>
          <a:bodyPr/>
          <a:lstStyle>
            <a:defPPr>
              <a:defRPr sz="1875" b="1">
                <a:solidFill>
                  <a:srgbClr val="1E5AA8"/>
                </a:solidFill>
              </a:defRPr>
            </a:defPPr>
            <a:lvl1pPr>
              <a:defRPr sz="1875" b="1">
                <a:solidFill>
                  <a:srgbClr val="1E5AA8"/>
                </a:solidFill>
              </a:defRPr>
            </a:lvl1pPr>
            <a:lvl2pPr>
              <a:defRPr sz="1875" b="1">
                <a:solidFill>
                  <a:srgbClr val="1E5AA8"/>
                </a:solidFill>
              </a:defRPr>
            </a:lvl2pPr>
            <a:lvl3pPr>
              <a:defRPr sz="1875" b="1">
                <a:solidFill>
                  <a:srgbClr val="1E5AA8"/>
                </a:solidFill>
              </a:defRPr>
            </a:lvl3pPr>
            <a:lvl4pPr>
              <a:defRPr sz="1875" b="1">
                <a:solidFill>
                  <a:srgbClr val="1E5AA8"/>
                </a:solidFill>
              </a:defRPr>
            </a:lvl4pPr>
            <a:lvl5pPr>
              <a:defRPr sz="1875" b="1">
                <a:solidFill>
                  <a:srgbClr val="1E5AA8"/>
                </a:solidFill>
              </a:defRPr>
            </a:lvl5pPr>
            <a:lvl6pPr>
              <a:defRPr sz="1875" b="1">
                <a:solidFill>
                  <a:srgbClr val="1E5AA8"/>
                </a:solidFill>
              </a:defRPr>
            </a:lvl6pPr>
            <a:lvl7pPr>
              <a:defRPr sz="1875" b="1">
                <a:solidFill>
                  <a:srgbClr val="1E5AA8"/>
                </a:solidFill>
              </a:defRPr>
            </a:lvl7pPr>
            <a:lvl8pPr>
              <a:defRPr sz="1875" b="1">
                <a:solidFill>
                  <a:srgbClr val="1E5AA8"/>
                </a:solidFill>
              </a:defRPr>
            </a:lvl8pPr>
            <a:lvl9pPr>
              <a:defRPr sz="1875" b="1">
                <a:solidFill>
                  <a:srgbClr val="1E5AA8"/>
                </a:solidFill>
              </a:defRPr>
            </a:lvl9pPr>
          </a:lstStyle>
          <a:p>
            <a:pPr>
              <a:defRPr sz="1875" b="1">
                <a:solidFill>
                  <a:srgbClr val="1E5AA8"/>
                </a:solidFill>
              </a:defRPr>
            </a:pPr>
            <a:r>
              <a:rPr sz="1875" b="1">
                <a:solidFill>
                  <a:srgbClr val="1E5AA8"/>
                </a:solidFill>
              </a:rPr>
              <a:t>Problem statement</a:t>
            </a:r>
            <a:endParaRPr sz="1875" b="1">
              <a:solidFill>
                <a:srgbClr val="1E5AA8"/>
              </a:solidFill>
            </a:endParaRPr>
          </a:p>
        </p:txBody>
      </p:sp>
      <p:sp>
        <p:nvSpPr>
          <p:cNvPr id="9023" name="Rectangles 9022"/>
          <p:cNvSpPr>
            <a:spLocks noGrp="1"/>
          </p:cNvSpPr>
          <p:nvPr/>
        </p:nvSpPr>
        <p:spPr>
          <a:xfrm>
            <a:off x="1428750" y="6000750"/>
            <a:ext cx="12668250" cy="914400"/>
          </a:xfrm>
          <a:prstGeom prst="rect">
            <a:avLst/>
          </a:prstGeom>
          <a:noFill/>
          <a:ln w="0">
            <a:noFill/>
            <a:prstDash val="solid"/>
          </a:ln>
        </p:spPr>
        <p:txBody>
          <a:bodyPr/>
          <a:lstStyle>
            <a:defPPr>
              <a:defRPr sz="2250">
                <a:solidFill>
                  <a:srgbClr val="111827"/>
                </a:solidFill>
              </a:defRPr>
            </a:defPPr>
            <a:lvl1pPr>
              <a:defRPr sz="2250">
                <a:solidFill>
                  <a:srgbClr val="111827"/>
                </a:solidFill>
              </a:defRPr>
            </a:lvl1pPr>
            <a:lvl2pPr>
              <a:defRPr sz="2250">
                <a:solidFill>
                  <a:srgbClr val="111827"/>
                </a:solidFill>
              </a:defRPr>
            </a:lvl2pPr>
            <a:lvl3pPr>
              <a:defRPr sz="2250">
                <a:solidFill>
                  <a:srgbClr val="111827"/>
                </a:solidFill>
              </a:defRPr>
            </a:lvl3pPr>
            <a:lvl4pPr>
              <a:defRPr sz="2250">
                <a:solidFill>
                  <a:srgbClr val="111827"/>
                </a:solidFill>
              </a:defRPr>
            </a:lvl4pPr>
            <a:lvl5pPr>
              <a:defRPr sz="2250">
                <a:solidFill>
                  <a:srgbClr val="111827"/>
                </a:solidFill>
              </a:defRPr>
            </a:lvl5pPr>
            <a:lvl6pPr>
              <a:defRPr sz="2250">
                <a:solidFill>
                  <a:srgbClr val="111827"/>
                </a:solidFill>
              </a:defRPr>
            </a:lvl6pPr>
            <a:lvl7pPr>
              <a:defRPr sz="2250">
                <a:solidFill>
                  <a:srgbClr val="111827"/>
                </a:solidFill>
              </a:defRPr>
            </a:lvl7pPr>
            <a:lvl8pPr>
              <a:defRPr sz="2250">
                <a:solidFill>
                  <a:srgbClr val="111827"/>
                </a:solidFill>
              </a:defRPr>
            </a:lvl8pPr>
            <a:lvl9pPr>
              <a:defRPr sz="2250">
                <a:solidFill>
                  <a:srgbClr val="111827"/>
                </a:solidFill>
              </a:defRPr>
            </a:lvl9pPr>
          </a:lstStyle>
          <a:p>
            <a:pPr>
              <a:defRPr sz="2250">
                <a:solidFill>
                  <a:srgbClr val="111827"/>
                </a:solidFill>
              </a:defRPr>
            </a:pPr>
            <a:r>
              <a:rPr sz="2250">
                <a:solidFill>
                  <a:srgbClr val="111827"/>
                </a:solidFill>
              </a:rPr>
              <a:t>Linh cần một ứng dụng Power9 giúp chọn và theo dõi các thói quen ngắn phù hợp nhịp sinh hoạt gia đình, để duy trì mỗi ngày mà không phải lập kế hoạch phức tạp.</a:t>
            </a:r>
            <a:endParaRPr sz="2250">
              <a:solidFill>
                <a:srgbClr val="111827"/>
              </a:solidFill>
            </a:endParaRPr>
          </a:p>
        </p:txBody>
      </p:sp>
      <p:sp>
        <p:nvSpPr>
          <p:cNvPr id="9024" name="Rectangles 9023"/>
          <p:cNvSpPr>
            <a:spLocks noGrp="1"/>
          </p:cNvSpPr>
          <p:nvPr/>
        </p:nvSpPr>
        <p:spPr>
          <a:xfrm>
            <a:off x="1428750" y="7448550"/>
            <a:ext cx="12858750" cy="419100"/>
          </a:xfrm>
          <a:prstGeom prst="rect">
            <a:avLst/>
          </a:prstGeom>
          <a:noFill/>
          <a:ln w="0">
            <a:noFill/>
            <a:prstDash val="solid"/>
          </a:ln>
        </p:spPr>
        <p:txBody>
          <a:bodyPr/>
          <a:lstStyle>
            <a:defPPr>
              <a:defRPr sz="1350">
                <a:solidFill>
                  <a:srgbClr val="536878"/>
                </a:solidFill>
              </a:defRPr>
            </a:defPPr>
            <a:lvl1pPr>
              <a:defRPr sz="1350">
                <a:solidFill>
                  <a:srgbClr val="536878"/>
                </a:solidFill>
              </a:defRPr>
            </a:lvl1pPr>
            <a:lvl2pPr>
              <a:defRPr sz="1350">
                <a:solidFill>
                  <a:srgbClr val="536878"/>
                </a:solidFill>
              </a:defRPr>
            </a:lvl2pPr>
            <a:lvl3pPr>
              <a:defRPr sz="1350">
                <a:solidFill>
                  <a:srgbClr val="536878"/>
                </a:solidFill>
              </a:defRPr>
            </a:lvl3pPr>
            <a:lvl4pPr>
              <a:defRPr sz="1350">
                <a:solidFill>
                  <a:srgbClr val="536878"/>
                </a:solidFill>
              </a:defRPr>
            </a:lvl4pPr>
            <a:lvl5pPr>
              <a:defRPr sz="1350">
                <a:solidFill>
                  <a:srgbClr val="536878"/>
                </a:solidFill>
              </a:defRPr>
            </a:lvl5pPr>
            <a:lvl6pPr>
              <a:defRPr sz="1350">
                <a:solidFill>
                  <a:srgbClr val="536878"/>
                </a:solidFill>
              </a:defRPr>
            </a:lvl6pPr>
            <a:lvl7pPr>
              <a:defRPr sz="1350">
                <a:solidFill>
                  <a:srgbClr val="536878"/>
                </a:solidFill>
              </a:defRPr>
            </a:lvl7pPr>
            <a:lvl8pPr>
              <a:defRPr sz="1350">
                <a:solidFill>
                  <a:srgbClr val="536878"/>
                </a:solidFill>
              </a:defRPr>
            </a:lvl8pPr>
            <a:lvl9pPr>
              <a:defRPr sz="1350">
                <a:solidFill>
                  <a:srgbClr val="536878"/>
                </a:solidFill>
              </a:defRPr>
            </a:lvl9pPr>
          </a:lstStyle>
          <a:p>
            <a:pPr>
              <a:defRPr sz="1350">
                <a:solidFill>
                  <a:srgbClr val="536878"/>
                </a:solidFill>
              </a:defRPr>
            </a:pPr>
            <a:r>
              <a:rPr sz="1350">
                <a:solidFill>
                  <a:srgbClr val="536878"/>
                </a:solidFill>
              </a:rPr>
              <a:t>Tình huống thiết kế: sau khi đưa con ngủ, Linh có 5 phút và muốn chọn một hoạt động thư giãn có thể hoàn thành ngay.</a:t>
            </a:r>
            <a:endParaRPr sz="1350">
              <a:solidFill>
                <a:srgbClr val="53687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p:sp>
        <p:nvSpPr>
          <p:cNvPr id="3" name="Freeform 3"/>
          <p:cNvSpPr>
            <a:spLocks noGrp="1"/>
          </p:cNvSpPr>
          <p:nvPr/>
        </p:nvSpPr>
        <p:spPr>
          <a:xfrm>
            <a:off x="0" y="7424595"/>
            <a:ext cx="18691453" cy="2862405"/>
          </a:xfrm>
          <a:custGeom>
            <a:avLst/>
            <a:gdLst/>
            <a:ahLst/>
            <a:cxnLst/>
            <a:rect l="l" t="t" r="r" b="b"/>
            <a:pathLst>
              <a:path w="2895795" h="443461">
                <a:moveTo>
                  <a:pt x="0" y="0"/>
                </a:moveTo>
                <a:lnTo>
                  <a:pt x="2895795" y="0"/>
                </a:lnTo>
                <a:lnTo>
                  <a:pt x="2895795" y="443461"/>
                </a:lnTo>
                <a:lnTo>
                  <a:pt x="0" y="443461"/>
                </a:lnTo>
                <a:close/>
              </a:path>
            </a:pathLst>
          </a:custGeom>
          <a:blipFill>
            <a:blip r:embed="rId1"/>
            <a:stretch>
              <a:fillRect t="-205379" b="-129680"/>
            </a:stretch>
          </a:blipFill>
        </p:spPr>
      </p:sp>
      <p:sp>
        <p:nvSpPr>
          <p:cNvPr id="4" name="Freeform 4"/>
          <p:cNvSpPr>
            <a:spLocks noGrp="1"/>
          </p:cNvSpPr>
          <p:nvPr/>
        </p:nvSpPr>
        <p:spPr>
          <a:xfrm rot="5400000">
            <a:off x="268578" y="-268578"/>
            <a:ext cx="1966538" cy="2503694"/>
          </a:xfrm>
          <a:custGeom>
            <a:avLst/>
            <a:gdLst/>
            <a:ahLst/>
            <a:cxnLst/>
            <a:rect l="l" t="t" r="r" b="b"/>
            <a:pathLst>
              <a:path w="1966538" h="2503694">
                <a:moveTo>
                  <a:pt x="0" y="0"/>
                </a:moveTo>
                <a:lnTo>
                  <a:pt x="1966538" y="0"/>
                </a:lnTo>
                <a:lnTo>
                  <a:pt x="1966538" y="2503694"/>
                </a:lnTo>
                <a:lnTo>
                  <a:pt x="0" y="25036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a:spLocks noGrp="1"/>
          </p:cNvSpPr>
          <p:nvPr/>
        </p:nvSpPr>
        <p:spPr>
          <a:xfrm>
            <a:off x="2740336" y="4255556"/>
            <a:ext cx="12807327" cy="568833"/>
          </a:xfrm>
          <a:prstGeom prst="rect">
            <a:avLst/>
          </a:prstGeom>
        </p:spPr>
        <p:txBody>
          <a:bodyPr lIns="0" tIns="0" rIns="0" bIns="0" anchor="t">
            <a:spAutoFit/>
          </a:bodyPr>
          <a:lstStyle/>
          <a:p>
            <a:pPr algn="ctr">
              <a:lnSpc>
                <a:spcPts val="4480"/>
              </a:lnSpc>
              <a:buNone/>
            </a:pPr>
            <a:endParaRPr sz="3200">
              <a:solidFill>
                <a:srgbClr val="000000"/>
              </a:solidFill>
              <a:latin typeface="Poppins" panose="00000500000000000000"/>
              <a:ea typeface="Poppins" panose="00000500000000000000"/>
              <a:cs typeface="Poppins" panose="00000500000000000000"/>
            </a:endParaRPr>
          </a:p>
        </p:txBody>
      </p:sp>
      <p:sp>
        <p:nvSpPr>
          <p:cNvPr id="6" name="TextBox 6"/>
          <p:cNvSpPr>
            <a:spLocks noGrp="1"/>
          </p:cNvSpPr>
          <p:nvPr/>
        </p:nvSpPr>
        <p:spPr>
          <a:xfrm>
            <a:off x="3509089" y="1000125"/>
            <a:ext cx="11269822" cy="1434973"/>
          </a:xfrm>
          <a:prstGeom prst="rect">
            <a:avLst/>
          </a:prstGeom>
        </p:spPr>
        <p:txBody>
          <a:bodyPr lIns="0" tIns="0" rIns="0" bIns="0" anchor="t">
            <a:spAutoFit/>
          </a:bodyPr>
          <a:lstStyle/>
          <a:p>
            <a:pPr algn="ctr">
              <a:lnSpc>
                <a:spcPts val="11300"/>
              </a:lnSpc>
              <a:buNone/>
            </a:pPr>
            <a:endParaRPr sz="10000" b="1">
              <a:solidFill>
                <a:srgbClr val="548CA8"/>
              </a:solidFill>
              <a:latin typeface="Poppins Bold" panose="00000800000000000000"/>
              <a:ea typeface="Poppins Bold" panose="00000800000000000000"/>
              <a:cs typeface="Poppins Bold" panose="00000800000000000000"/>
            </a:endParaRPr>
          </a:p>
        </p:txBody>
      </p:sp>
      <p:sp>
        <p:nvSpPr>
          <p:cNvPr id="7" name="Freeform 7"/>
          <p:cNvSpPr>
            <a:spLocks noGrp="1"/>
          </p:cNvSpPr>
          <p:nvPr/>
        </p:nvSpPr>
        <p:spPr>
          <a:xfrm rot="5400000" flipV="1">
            <a:off x="16052884" y="-261247"/>
            <a:ext cx="1966538" cy="2503694"/>
          </a:xfrm>
          <a:custGeom>
            <a:avLst/>
            <a:gdLst/>
            <a:ahLst/>
            <a:cxnLst/>
            <a:rect l="l" t="t" r="r" b="b"/>
            <a:pathLst>
              <a:path w="1966538" h="2503694">
                <a:moveTo>
                  <a:pt x="0" y="2503694"/>
                </a:moveTo>
                <a:lnTo>
                  <a:pt x="1966538" y="2503694"/>
                </a:lnTo>
                <a:lnTo>
                  <a:pt x="1966538" y="0"/>
                </a:lnTo>
                <a:lnTo>
                  <a:pt x="0" y="0"/>
                </a:lnTo>
                <a:lnTo>
                  <a:pt x="0" y="250369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Rectangles 7"/>
          <p:cNvSpPr>
            <a:spLocks noGrp="1"/>
          </p:cNvSpPr>
          <p:nvPr/>
        </p:nvSpPr>
        <p:spPr>
          <a:xfrm>
            <a:off x="685800" y="2333625"/>
            <a:ext cx="15859125" cy="6286500"/>
          </a:xfrm>
          <a:prstGeom prst="rect">
            <a:avLst/>
          </a:prstGeom>
          <a:solidFill>
            <a:srgbClr val="FFFFFF"/>
          </a:solidFill>
          <a:ln w="0">
            <a:solidFill>
              <a:srgbClr val="FFFFFF"/>
            </a:solidFill>
            <a:prstDash val="solid"/>
          </a:ln>
        </p:spPr>
      </p:sp>
      <p:sp>
        <p:nvSpPr>
          <p:cNvPr id="9" name="Rectangles 8"/>
          <p:cNvSpPr>
            <a:spLocks noGrp="1"/>
          </p:cNvSpPr>
          <p:nvPr/>
        </p:nvSpPr>
        <p:spPr>
          <a:xfrm>
            <a:off x="1047750" y="647700"/>
            <a:ext cx="762000" cy="342900"/>
          </a:xfrm>
          <a:prstGeom prst="rect">
            <a:avLst/>
          </a:prstGeom>
          <a:noFill/>
          <a:ln w="0">
            <a:noFill/>
            <a:prstDash val="solid"/>
          </a:ln>
        </p:spPr>
        <p:txBody>
          <a:bodyPr/>
          <a:lstStyle>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a:pPr>
              <a:defRPr sz="1200" b="1">
                <a:solidFill>
                  <a:srgbClr val="2686C5"/>
                </a:solidFill>
              </a:defRPr>
            </a:pPr>
            <a:r>
              <a:rPr sz="1200" b="1">
                <a:solidFill>
                  <a:srgbClr val="2686C5"/>
                </a:solidFill>
              </a:rPr>
              <a:t>03</a:t>
            </a:r>
            <a:endParaRPr sz="1200" b="1">
              <a:solidFill>
                <a:srgbClr val="2686C5"/>
              </a:solidFill>
            </a:endParaRPr>
          </a:p>
        </p:txBody>
      </p:sp>
      <p:sp>
        <p:nvSpPr>
          <p:cNvPr id="10" name="Rectangles 9"/>
          <p:cNvSpPr>
            <a:spLocks noGrp="1"/>
          </p:cNvSpPr>
          <p:nvPr/>
        </p:nvSpPr>
        <p:spPr>
          <a:xfrm>
            <a:off x="1047750" y="990600"/>
            <a:ext cx="15240000" cy="781050"/>
          </a:xfrm>
          <a:prstGeom prst="rect">
            <a:avLst/>
          </a:prstGeom>
          <a:noFill/>
          <a:ln w="0">
            <a:noFill/>
            <a:prstDash val="solid"/>
          </a:ln>
        </p:spPr>
        <p:txBody>
          <a:bodyPr/>
          <a:lstStyle>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a:pPr>
              <a:defRPr sz="3750" b="1">
                <a:solidFill>
                  <a:srgbClr val="1E5AA8"/>
                </a:solidFill>
              </a:defRPr>
            </a:pPr>
            <a:r>
              <a:rPr sz="3750" b="1">
                <a:solidFill>
                  <a:srgbClr val="1E5AA8"/>
                </a:solidFill>
              </a:rPr>
              <a:t>Kiến trúc thông tin</a:t>
            </a:r>
            <a:endParaRPr sz="3750" b="1">
              <a:solidFill>
                <a:srgbClr val="1E5AA8"/>
              </a:solidFill>
            </a:endParaRPr>
          </a:p>
        </p:txBody>
      </p:sp>
      <p:sp>
        <p:nvSpPr>
          <p:cNvPr id="11" name="Rectangles 10"/>
          <p:cNvSpPr>
            <a:spLocks noGrp="1"/>
          </p:cNvSpPr>
          <p:nvPr/>
        </p:nvSpPr>
        <p:spPr>
          <a:xfrm>
            <a:off x="1066800" y="1866900"/>
            <a:ext cx="14287500" cy="438150"/>
          </a:xfrm>
          <a:prstGeom prst="rect">
            <a:avLst/>
          </a:prstGeom>
          <a:noFill/>
          <a:ln w="0">
            <a:noFill/>
            <a:prstDash val="solid"/>
          </a:ln>
        </p:spPr>
        <p:txBody>
          <a:bodyPr/>
          <a:lstStyle>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a:pPr>
              <a:defRPr sz="1575">
                <a:solidFill>
                  <a:srgbClr val="536878"/>
                </a:solidFill>
              </a:defRPr>
            </a:pPr>
            <a:r>
              <a:rPr sz="1575">
                <a:solidFill>
                  <a:srgbClr val="536878"/>
                </a:solidFill>
              </a:rPr>
              <a:t>Tám màn hình chính được tổ chức theo bốn khu vực hành động của Power9.</a:t>
            </a:r>
            <a:endParaRPr sz="1575">
              <a:solidFill>
                <a:srgbClr val="536878"/>
              </a:solidFill>
            </a:endParaRPr>
          </a:p>
        </p:txBody>
      </p:sp>
      <p:sp>
        <p:nvSpPr>
          <p:cNvPr id="12" name="Rounded Rectangle 11"/>
          <p:cNvSpPr>
            <a:spLocks noGrp="1"/>
          </p:cNvSpPr>
          <p:nvPr/>
        </p:nvSpPr>
        <p:spPr>
          <a:xfrm>
            <a:off x="1143000" y="2905125"/>
            <a:ext cx="3429000" cy="1666875"/>
          </a:xfrm>
          <a:prstGeom prst="roundRect">
            <a:avLst>
              <a:gd name="adj" fmla="val 6857"/>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13" name="Rectangles 12"/>
          <p:cNvSpPr>
            <a:spLocks noGrp="1"/>
          </p:cNvSpPr>
          <p:nvPr/>
        </p:nvSpPr>
        <p:spPr>
          <a:xfrm>
            <a:off x="1143000" y="2905125"/>
            <a:ext cx="95250" cy="1666875"/>
          </a:xfrm>
          <a:prstGeom prst="rect">
            <a:avLst/>
          </a:prstGeom>
          <a:solidFill>
            <a:srgbClr val="1E5AA8"/>
          </a:solidFill>
          <a:ln w="0">
            <a:solidFill>
              <a:srgbClr val="1E5AA8"/>
            </a:solidFill>
            <a:prstDash val="solid"/>
          </a:ln>
        </p:spPr>
      </p:sp>
      <p:sp>
        <p:nvSpPr>
          <p:cNvPr id="14" name="Rectangles 13"/>
          <p:cNvSpPr>
            <a:spLocks noGrp="1"/>
          </p:cNvSpPr>
          <p:nvPr/>
        </p:nvSpPr>
        <p:spPr>
          <a:xfrm>
            <a:off x="1428750" y="3114675"/>
            <a:ext cx="28956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S01 · Hôm nay</a:t>
            </a:r>
            <a:endParaRPr sz="2025" b="1">
              <a:solidFill>
                <a:srgbClr val="1E5AA8"/>
              </a:solidFill>
            </a:endParaRPr>
          </a:p>
        </p:txBody>
      </p:sp>
      <p:sp>
        <p:nvSpPr>
          <p:cNvPr id="15" name="Rectangles 14"/>
          <p:cNvSpPr>
            <a:spLocks noGrp="1"/>
          </p:cNvSpPr>
          <p:nvPr/>
        </p:nvSpPr>
        <p:spPr>
          <a:xfrm>
            <a:off x="1428750" y="3648075"/>
            <a:ext cx="2895600" cy="752475"/>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xem và check-in</a:t>
            </a:r>
            <a:endParaRPr sz="1500">
              <a:solidFill>
                <a:srgbClr val="334155"/>
              </a:solidFill>
            </a:endParaRPr>
          </a:p>
        </p:txBody>
      </p:sp>
      <p:sp>
        <p:nvSpPr>
          <p:cNvPr id="16" name="Rounded Rectangle 15"/>
          <p:cNvSpPr>
            <a:spLocks noGrp="1"/>
          </p:cNvSpPr>
          <p:nvPr/>
        </p:nvSpPr>
        <p:spPr>
          <a:xfrm>
            <a:off x="5048250" y="2905125"/>
            <a:ext cx="3429000" cy="1666875"/>
          </a:xfrm>
          <a:prstGeom prst="roundRect">
            <a:avLst>
              <a:gd name="adj" fmla="val 6857"/>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17" name="Rectangles 16"/>
          <p:cNvSpPr>
            <a:spLocks noGrp="1"/>
          </p:cNvSpPr>
          <p:nvPr/>
        </p:nvSpPr>
        <p:spPr>
          <a:xfrm>
            <a:off x="5048250" y="2905125"/>
            <a:ext cx="95250" cy="1666875"/>
          </a:xfrm>
          <a:prstGeom prst="rect">
            <a:avLst/>
          </a:prstGeom>
          <a:solidFill>
            <a:srgbClr val="1E5AA8"/>
          </a:solidFill>
          <a:ln w="0">
            <a:solidFill>
              <a:srgbClr val="1E5AA8"/>
            </a:solidFill>
            <a:prstDash val="solid"/>
          </a:ln>
        </p:spPr>
      </p:sp>
      <p:sp>
        <p:nvSpPr>
          <p:cNvPr id="18" name="Rectangles 17"/>
          <p:cNvSpPr>
            <a:spLocks noGrp="1"/>
          </p:cNvSpPr>
          <p:nvPr/>
        </p:nvSpPr>
        <p:spPr>
          <a:xfrm>
            <a:off x="5334000" y="3114675"/>
            <a:ext cx="28956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S02 · Ăn uống</a:t>
            </a:r>
            <a:endParaRPr sz="2025" b="1">
              <a:solidFill>
                <a:srgbClr val="1E5AA8"/>
              </a:solidFill>
            </a:endParaRPr>
          </a:p>
        </p:txBody>
      </p:sp>
      <p:sp>
        <p:nvSpPr>
          <p:cNvPr id="19" name="Rectangles 18"/>
          <p:cNvSpPr>
            <a:spLocks noGrp="1"/>
          </p:cNvSpPr>
          <p:nvPr/>
        </p:nvSpPr>
        <p:spPr>
          <a:xfrm>
            <a:off x="5334000" y="3648075"/>
            <a:ext cx="2895600" cy="752475"/>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hoạt động dinh dưỡng</a:t>
            </a:r>
            <a:endParaRPr sz="1500">
              <a:solidFill>
                <a:srgbClr val="334155"/>
              </a:solidFill>
            </a:endParaRPr>
          </a:p>
        </p:txBody>
      </p:sp>
      <p:sp>
        <p:nvSpPr>
          <p:cNvPr id="20" name="Rounded Rectangle 19"/>
          <p:cNvSpPr>
            <a:spLocks noGrp="1"/>
          </p:cNvSpPr>
          <p:nvPr/>
        </p:nvSpPr>
        <p:spPr>
          <a:xfrm>
            <a:off x="8953500" y="2905125"/>
            <a:ext cx="3429000" cy="1666875"/>
          </a:xfrm>
          <a:prstGeom prst="roundRect">
            <a:avLst>
              <a:gd name="adj" fmla="val 6857"/>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21" name="Rectangles 20"/>
          <p:cNvSpPr>
            <a:spLocks noGrp="1"/>
          </p:cNvSpPr>
          <p:nvPr/>
        </p:nvSpPr>
        <p:spPr>
          <a:xfrm>
            <a:off x="8953500" y="2905125"/>
            <a:ext cx="95250" cy="1666875"/>
          </a:xfrm>
          <a:prstGeom prst="rect">
            <a:avLst/>
          </a:prstGeom>
          <a:solidFill>
            <a:srgbClr val="1E5AA8"/>
          </a:solidFill>
          <a:ln w="0">
            <a:solidFill>
              <a:srgbClr val="1E5AA8"/>
            </a:solidFill>
            <a:prstDash val="solid"/>
          </a:ln>
        </p:spPr>
      </p:sp>
      <p:sp>
        <p:nvSpPr>
          <p:cNvPr id="22" name="Rectangles 21"/>
          <p:cNvSpPr>
            <a:spLocks noGrp="1"/>
          </p:cNvSpPr>
          <p:nvPr/>
        </p:nvSpPr>
        <p:spPr>
          <a:xfrm>
            <a:off x="9239250" y="3114675"/>
            <a:ext cx="28956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S03 · Thư giãn</a:t>
            </a:r>
            <a:endParaRPr sz="2025" b="1">
              <a:solidFill>
                <a:srgbClr val="1E5AA8"/>
              </a:solidFill>
            </a:endParaRPr>
          </a:p>
        </p:txBody>
      </p:sp>
      <p:sp>
        <p:nvSpPr>
          <p:cNvPr id="23" name="Rectangles 22"/>
          <p:cNvSpPr>
            <a:spLocks noGrp="1"/>
          </p:cNvSpPr>
          <p:nvPr/>
        </p:nvSpPr>
        <p:spPr>
          <a:xfrm>
            <a:off x="9239250" y="3648075"/>
            <a:ext cx="2895600" cy="752475"/>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hướng dẫn ngắn</a:t>
            </a:r>
            <a:endParaRPr sz="1500">
              <a:solidFill>
                <a:srgbClr val="334155"/>
              </a:solidFill>
            </a:endParaRPr>
          </a:p>
        </p:txBody>
      </p:sp>
      <p:sp>
        <p:nvSpPr>
          <p:cNvPr id="24" name="Rounded Rectangle 23"/>
          <p:cNvSpPr>
            <a:spLocks noGrp="1"/>
          </p:cNvSpPr>
          <p:nvPr/>
        </p:nvSpPr>
        <p:spPr>
          <a:xfrm>
            <a:off x="12858750" y="2905125"/>
            <a:ext cx="3429000" cy="1666875"/>
          </a:xfrm>
          <a:prstGeom prst="roundRect">
            <a:avLst>
              <a:gd name="adj" fmla="val 6857"/>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25" name="Rectangles 24"/>
          <p:cNvSpPr>
            <a:spLocks noGrp="1"/>
          </p:cNvSpPr>
          <p:nvPr/>
        </p:nvSpPr>
        <p:spPr>
          <a:xfrm>
            <a:off x="12858750" y="2905125"/>
            <a:ext cx="95250" cy="1666875"/>
          </a:xfrm>
          <a:prstGeom prst="rect">
            <a:avLst/>
          </a:prstGeom>
          <a:solidFill>
            <a:srgbClr val="1E5AA8"/>
          </a:solidFill>
          <a:ln w="0">
            <a:solidFill>
              <a:srgbClr val="1E5AA8"/>
            </a:solidFill>
            <a:prstDash val="solid"/>
          </a:ln>
        </p:spPr>
      </p:sp>
      <p:sp>
        <p:nvSpPr>
          <p:cNvPr id="26" name="Rectangles 25"/>
          <p:cNvSpPr>
            <a:spLocks noGrp="1"/>
          </p:cNvSpPr>
          <p:nvPr/>
        </p:nvSpPr>
        <p:spPr>
          <a:xfrm>
            <a:off x="13144500" y="3114675"/>
            <a:ext cx="28956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S04 · Kết nối</a:t>
            </a:r>
            <a:endParaRPr sz="2025" b="1">
              <a:solidFill>
                <a:srgbClr val="1E5AA8"/>
              </a:solidFill>
            </a:endParaRPr>
          </a:p>
        </p:txBody>
      </p:sp>
      <p:sp>
        <p:nvSpPr>
          <p:cNvPr id="27" name="Rectangles 26"/>
          <p:cNvSpPr>
            <a:spLocks noGrp="1"/>
          </p:cNvSpPr>
          <p:nvPr/>
        </p:nvSpPr>
        <p:spPr>
          <a:xfrm>
            <a:off x="13144500" y="3648075"/>
            <a:ext cx="2895600" cy="752475"/>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hoạt động cùng gia đình</a:t>
            </a:r>
            <a:endParaRPr sz="1500">
              <a:solidFill>
                <a:srgbClr val="334155"/>
              </a:solidFill>
            </a:endParaRPr>
          </a:p>
        </p:txBody>
      </p:sp>
      <p:sp>
        <p:nvSpPr>
          <p:cNvPr id="28" name="Rounded Rectangle 27"/>
          <p:cNvSpPr>
            <a:spLocks noGrp="1"/>
          </p:cNvSpPr>
          <p:nvPr/>
        </p:nvSpPr>
        <p:spPr>
          <a:xfrm>
            <a:off x="1143000" y="5095875"/>
            <a:ext cx="3429000" cy="1666875"/>
          </a:xfrm>
          <a:prstGeom prst="roundRect">
            <a:avLst>
              <a:gd name="adj" fmla="val 6857"/>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29" name="Rectangles 28"/>
          <p:cNvSpPr>
            <a:spLocks noGrp="1"/>
          </p:cNvSpPr>
          <p:nvPr/>
        </p:nvSpPr>
        <p:spPr>
          <a:xfrm>
            <a:off x="1143000" y="5095875"/>
            <a:ext cx="95250" cy="1666875"/>
          </a:xfrm>
          <a:prstGeom prst="rect">
            <a:avLst/>
          </a:prstGeom>
          <a:solidFill>
            <a:srgbClr val="2686C5"/>
          </a:solidFill>
          <a:ln w="0">
            <a:solidFill>
              <a:srgbClr val="2686C5"/>
            </a:solidFill>
            <a:prstDash val="solid"/>
          </a:ln>
        </p:spPr>
      </p:sp>
      <p:sp>
        <p:nvSpPr>
          <p:cNvPr id="30" name="Rectangles 29"/>
          <p:cNvSpPr>
            <a:spLocks noGrp="1"/>
          </p:cNvSpPr>
          <p:nvPr/>
        </p:nvSpPr>
        <p:spPr>
          <a:xfrm>
            <a:off x="1428750" y="5305425"/>
            <a:ext cx="28956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S05 · Khám phá</a:t>
            </a:r>
            <a:endParaRPr sz="2025" b="1">
              <a:solidFill>
                <a:srgbClr val="1E5AA8"/>
              </a:solidFill>
            </a:endParaRPr>
          </a:p>
        </p:txBody>
      </p:sp>
      <p:sp>
        <p:nvSpPr>
          <p:cNvPr id="31" name="Rectangles 30"/>
          <p:cNvSpPr>
            <a:spLocks noGrp="1"/>
          </p:cNvSpPr>
          <p:nvPr/>
        </p:nvSpPr>
        <p:spPr>
          <a:xfrm>
            <a:off x="1428750" y="5838825"/>
            <a:ext cx="2895600" cy="752475"/>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tìm thói quen</a:t>
            </a:r>
            <a:endParaRPr sz="1500">
              <a:solidFill>
                <a:srgbClr val="334155"/>
              </a:solidFill>
            </a:endParaRPr>
          </a:p>
        </p:txBody>
      </p:sp>
      <p:sp>
        <p:nvSpPr>
          <p:cNvPr id="32" name="Rounded Rectangle 31"/>
          <p:cNvSpPr>
            <a:spLocks noGrp="1"/>
          </p:cNvSpPr>
          <p:nvPr/>
        </p:nvSpPr>
        <p:spPr>
          <a:xfrm>
            <a:off x="5048250" y="5095875"/>
            <a:ext cx="3429000" cy="1666875"/>
          </a:xfrm>
          <a:prstGeom prst="roundRect">
            <a:avLst>
              <a:gd name="adj" fmla="val 6857"/>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33" name="Rectangles 32"/>
          <p:cNvSpPr>
            <a:spLocks noGrp="1"/>
          </p:cNvSpPr>
          <p:nvPr/>
        </p:nvSpPr>
        <p:spPr>
          <a:xfrm>
            <a:off x="5048250" y="5095875"/>
            <a:ext cx="95250" cy="1666875"/>
          </a:xfrm>
          <a:prstGeom prst="rect">
            <a:avLst/>
          </a:prstGeom>
          <a:solidFill>
            <a:srgbClr val="2686C5"/>
          </a:solidFill>
          <a:ln w="0">
            <a:solidFill>
              <a:srgbClr val="2686C5"/>
            </a:solidFill>
            <a:prstDash val="solid"/>
          </a:ln>
        </p:spPr>
      </p:sp>
      <p:sp>
        <p:nvSpPr>
          <p:cNvPr id="34" name="Rectangles 33"/>
          <p:cNvSpPr>
            <a:spLocks noGrp="1"/>
          </p:cNvSpPr>
          <p:nvPr/>
        </p:nvSpPr>
        <p:spPr>
          <a:xfrm>
            <a:off x="5334000" y="5305425"/>
            <a:ext cx="28956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S06 · Chi tiết</a:t>
            </a:r>
            <a:endParaRPr sz="2025" b="1">
              <a:solidFill>
                <a:srgbClr val="1E5AA8"/>
              </a:solidFill>
            </a:endParaRPr>
          </a:p>
        </p:txBody>
      </p:sp>
      <p:sp>
        <p:nvSpPr>
          <p:cNvPr id="35" name="Rectangles 34"/>
          <p:cNvSpPr>
            <a:spLocks noGrp="1"/>
          </p:cNvSpPr>
          <p:nvPr/>
        </p:nvSpPr>
        <p:spPr>
          <a:xfrm>
            <a:off x="5334000" y="5838825"/>
            <a:ext cx="2895600" cy="752475"/>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đọc và thêm</a:t>
            </a:r>
            <a:endParaRPr sz="1500">
              <a:solidFill>
                <a:srgbClr val="334155"/>
              </a:solidFill>
            </a:endParaRPr>
          </a:p>
        </p:txBody>
      </p:sp>
      <p:sp>
        <p:nvSpPr>
          <p:cNvPr id="36" name="Rounded Rectangle 35"/>
          <p:cNvSpPr>
            <a:spLocks noGrp="1"/>
          </p:cNvSpPr>
          <p:nvPr/>
        </p:nvSpPr>
        <p:spPr>
          <a:xfrm>
            <a:off x="8953500" y="5095875"/>
            <a:ext cx="3429000" cy="1666875"/>
          </a:xfrm>
          <a:prstGeom prst="roundRect">
            <a:avLst>
              <a:gd name="adj" fmla="val 6857"/>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37" name="Rectangles 36"/>
          <p:cNvSpPr>
            <a:spLocks noGrp="1"/>
          </p:cNvSpPr>
          <p:nvPr/>
        </p:nvSpPr>
        <p:spPr>
          <a:xfrm>
            <a:off x="8953500" y="5095875"/>
            <a:ext cx="95250" cy="1666875"/>
          </a:xfrm>
          <a:prstGeom prst="rect">
            <a:avLst/>
          </a:prstGeom>
          <a:solidFill>
            <a:srgbClr val="2686C5"/>
          </a:solidFill>
          <a:ln w="0">
            <a:solidFill>
              <a:srgbClr val="2686C5"/>
            </a:solidFill>
            <a:prstDash val="solid"/>
          </a:ln>
        </p:spPr>
      </p:sp>
      <p:sp>
        <p:nvSpPr>
          <p:cNvPr id="38" name="Rectangles 37"/>
          <p:cNvSpPr>
            <a:spLocks noGrp="1"/>
          </p:cNvSpPr>
          <p:nvPr/>
        </p:nvSpPr>
        <p:spPr>
          <a:xfrm>
            <a:off x="9239250" y="5305425"/>
            <a:ext cx="28956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S07 · Lịch thói quen</a:t>
            </a:r>
            <a:endParaRPr sz="2025" b="1">
              <a:solidFill>
                <a:srgbClr val="1E5AA8"/>
              </a:solidFill>
            </a:endParaRPr>
          </a:p>
        </p:txBody>
      </p:sp>
      <p:sp>
        <p:nvSpPr>
          <p:cNvPr id="39" name="Rectangles 38"/>
          <p:cNvSpPr>
            <a:spLocks noGrp="1"/>
          </p:cNvSpPr>
          <p:nvPr/>
        </p:nvSpPr>
        <p:spPr>
          <a:xfrm>
            <a:off x="9239250" y="5838825"/>
            <a:ext cx="2895600" cy="752475"/>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đổi lịch / nhắc</a:t>
            </a:r>
            <a:endParaRPr sz="1500">
              <a:solidFill>
                <a:srgbClr val="334155"/>
              </a:solidFill>
            </a:endParaRPr>
          </a:p>
        </p:txBody>
      </p:sp>
      <p:sp>
        <p:nvSpPr>
          <p:cNvPr id="40" name="Rounded Rectangle 39"/>
          <p:cNvSpPr>
            <a:spLocks noGrp="1"/>
          </p:cNvSpPr>
          <p:nvPr/>
        </p:nvSpPr>
        <p:spPr>
          <a:xfrm>
            <a:off x="12858750" y="5095875"/>
            <a:ext cx="3429000" cy="1666875"/>
          </a:xfrm>
          <a:prstGeom prst="roundRect">
            <a:avLst>
              <a:gd name="adj" fmla="val 6857"/>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41" name="Rectangles 40"/>
          <p:cNvSpPr>
            <a:spLocks noGrp="1"/>
          </p:cNvSpPr>
          <p:nvPr/>
        </p:nvSpPr>
        <p:spPr>
          <a:xfrm>
            <a:off x="12858750" y="5095875"/>
            <a:ext cx="95250" cy="1666875"/>
          </a:xfrm>
          <a:prstGeom prst="rect">
            <a:avLst/>
          </a:prstGeom>
          <a:solidFill>
            <a:srgbClr val="2686C5"/>
          </a:solidFill>
          <a:ln w="0">
            <a:solidFill>
              <a:srgbClr val="2686C5"/>
            </a:solidFill>
            <a:prstDash val="solid"/>
          </a:ln>
        </p:spPr>
      </p:sp>
      <p:sp>
        <p:nvSpPr>
          <p:cNvPr id="42" name="Rectangles 41"/>
          <p:cNvSpPr>
            <a:spLocks noGrp="1"/>
          </p:cNvSpPr>
          <p:nvPr/>
        </p:nvSpPr>
        <p:spPr>
          <a:xfrm>
            <a:off x="13144500" y="5305425"/>
            <a:ext cx="28956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S08 · Lịch sử &amp; tiến độ</a:t>
            </a:r>
            <a:endParaRPr sz="2025" b="1">
              <a:solidFill>
                <a:srgbClr val="1E5AA8"/>
              </a:solidFill>
            </a:endParaRPr>
          </a:p>
        </p:txBody>
      </p:sp>
      <p:sp>
        <p:nvSpPr>
          <p:cNvPr id="43" name="Rectangles 42"/>
          <p:cNvSpPr>
            <a:spLocks noGrp="1"/>
          </p:cNvSpPr>
          <p:nvPr/>
        </p:nvSpPr>
        <p:spPr>
          <a:xfrm>
            <a:off x="13144500" y="5838825"/>
            <a:ext cx="2895600" cy="752475"/>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xem kết quả</a:t>
            </a:r>
            <a:endParaRPr sz="1500">
              <a:solidFill>
                <a:srgbClr val="334155"/>
              </a:solidFill>
            </a:endParaRPr>
          </a:p>
        </p:txBody>
      </p:sp>
      <p:sp>
        <p:nvSpPr>
          <p:cNvPr id="44" name="Rectangles 43"/>
          <p:cNvSpPr>
            <a:spLocks noGrp="1"/>
          </p:cNvSpPr>
          <p:nvPr/>
        </p:nvSpPr>
        <p:spPr>
          <a:xfrm>
            <a:off x="1285875" y="7905750"/>
            <a:ext cx="14287500" cy="400050"/>
          </a:xfrm>
          <a:prstGeom prst="rect">
            <a:avLst/>
          </a:prstGeom>
          <a:noFill/>
          <a:ln w="0">
            <a:noFill/>
            <a:prstDash val="solid"/>
          </a:ln>
        </p:spPr>
        <p:txBody>
          <a:bodyPr/>
          <a:lstStyle>
            <a:defPPr>
              <a:defRPr sz="1350">
                <a:solidFill>
                  <a:srgbClr val="536878"/>
                </a:solidFill>
              </a:defRPr>
            </a:defPPr>
            <a:lvl1pPr>
              <a:defRPr sz="1350">
                <a:solidFill>
                  <a:srgbClr val="536878"/>
                </a:solidFill>
              </a:defRPr>
            </a:lvl1pPr>
            <a:lvl2pPr>
              <a:defRPr sz="1350">
                <a:solidFill>
                  <a:srgbClr val="536878"/>
                </a:solidFill>
              </a:defRPr>
            </a:lvl2pPr>
            <a:lvl3pPr>
              <a:defRPr sz="1350">
                <a:solidFill>
                  <a:srgbClr val="536878"/>
                </a:solidFill>
              </a:defRPr>
            </a:lvl3pPr>
            <a:lvl4pPr>
              <a:defRPr sz="1350">
                <a:solidFill>
                  <a:srgbClr val="536878"/>
                </a:solidFill>
              </a:defRPr>
            </a:lvl4pPr>
            <a:lvl5pPr>
              <a:defRPr sz="1350">
                <a:solidFill>
                  <a:srgbClr val="536878"/>
                </a:solidFill>
              </a:defRPr>
            </a:lvl5pPr>
            <a:lvl6pPr>
              <a:defRPr sz="1350">
                <a:solidFill>
                  <a:srgbClr val="536878"/>
                </a:solidFill>
              </a:defRPr>
            </a:lvl6pPr>
            <a:lvl7pPr>
              <a:defRPr sz="1350">
                <a:solidFill>
                  <a:srgbClr val="536878"/>
                </a:solidFill>
              </a:defRPr>
            </a:lvl7pPr>
            <a:lvl8pPr>
              <a:defRPr sz="1350">
                <a:solidFill>
                  <a:srgbClr val="536878"/>
                </a:solidFill>
              </a:defRPr>
            </a:lvl8pPr>
            <a:lvl9pPr>
              <a:defRPr sz="1350">
                <a:solidFill>
                  <a:srgbClr val="536878"/>
                </a:solidFill>
              </a:defRPr>
            </a:lvl9pPr>
          </a:lstStyle>
          <a:p>
            <a:pPr>
              <a:defRPr sz="1350">
                <a:solidFill>
                  <a:srgbClr val="536878"/>
                </a:solidFill>
              </a:defRPr>
            </a:pPr>
            <a:r>
              <a:rPr sz="1350">
                <a:solidFill>
                  <a:srgbClr val="536878"/>
                </a:solidFill>
              </a:rPr>
              <a:t>Điều hướng chính: Hôm nay · Ăn uống · Thư giãn · Kết nối. Khám phá, Chi tiết, Lịch và Lịch sử là các màn hình chức năng.</a:t>
            </a:r>
            <a:endParaRPr sz="1350">
              <a:solidFill>
                <a:srgbClr val="53687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p:sp>
        <p:nvSpPr>
          <p:cNvPr id="3" name="Freeform 3"/>
          <p:cNvSpPr>
            <a:spLocks noGrp="1"/>
          </p:cNvSpPr>
          <p:nvPr/>
        </p:nvSpPr>
        <p:spPr>
          <a:xfrm>
            <a:off x="7795227" y="3194175"/>
            <a:ext cx="9464073" cy="1235293"/>
          </a:xfrm>
          <a:custGeom>
            <a:avLst/>
            <a:gdLst/>
            <a:ahLst/>
            <a:cxnLst/>
            <a:rect l="l" t="t" r="r" b="b"/>
            <a:pathLst>
              <a:path w="2492595" h="325345">
                <a:moveTo>
                  <a:pt x="22087" y="0"/>
                </a:moveTo>
                <a:lnTo>
                  <a:pt x="2470509" y="0"/>
                </a:lnTo>
                <a:cubicBezTo>
                  <a:pt x="2482707" y="0"/>
                  <a:pt x="2492595" y="9889"/>
                  <a:pt x="2492595" y="22087"/>
                </a:cubicBezTo>
                <a:lnTo>
                  <a:pt x="2492595" y="303258"/>
                </a:lnTo>
                <a:cubicBezTo>
                  <a:pt x="2492595" y="309116"/>
                  <a:pt x="2490268" y="314734"/>
                  <a:pt x="2486126" y="318876"/>
                </a:cubicBezTo>
                <a:cubicBezTo>
                  <a:pt x="2481984" y="323018"/>
                  <a:pt x="2476366" y="325345"/>
                  <a:pt x="2470509" y="325345"/>
                </a:cubicBezTo>
                <a:lnTo>
                  <a:pt x="22087" y="325345"/>
                </a:lnTo>
                <a:cubicBezTo>
                  <a:pt x="9889" y="325345"/>
                  <a:pt x="0" y="315456"/>
                  <a:pt x="0" y="303258"/>
                </a:cubicBezTo>
                <a:lnTo>
                  <a:pt x="0" y="22087"/>
                </a:lnTo>
                <a:cubicBezTo>
                  <a:pt x="0" y="16229"/>
                  <a:pt x="2327" y="10611"/>
                  <a:pt x="6469" y="6469"/>
                </a:cubicBezTo>
                <a:cubicBezTo>
                  <a:pt x="10611" y="2327"/>
                  <a:pt x="16229" y="0"/>
                  <a:pt x="22087" y="0"/>
                </a:cubicBezTo>
                <a:close/>
              </a:path>
            </a:pathLst>
          </a:custGeom>
          <a:solidFill>
            <a:srgbClr val="548CA8"/>
          </a:solidFill>
        </p:spPr>
      </p:sp>
      <p:sp>
        <p:nvSpPr>
          <p:cNvPr id="4" name="TextBox 4"/>
          <p:cNvSpPr>
            <a:spLocks noGrp="1"/>
          </p:cNvSpPr>
          <p:nvPr/>
        </p:nvSpPr>
        <p:spPr>
          <a:xfrm>
            <a:off x="7795227" y="3049515"/>
            <a:ext cx="9464073" cy="1379953"/>
          </a:xfrm>
          <a:prstGeom prst="rect">
            <a:avLst/>
          </a:prstGeom>
        </p:spPr>
        <p:txBody>
          <a:bodyPr lIns="50800" tIns="50800" rIns="50800" bIns="50800" anchor="ctr"/>
          <a:lstStyle/>
          <a:p>
            <a:pPr algn="ctr">
              <a:lnSpc>
                <a:spcPts val="2660"/>
              </a:lnSpc>
              <a:buNone/>
            </a:pPr>
          </a:p>
        </p:txBody>
      </p:sp>
      <p:sp>
        <p:nvSpPr>
          <p:cNvPr id="6" name="Freeform 6"/>
          <p:cNvSpPr>
            <a:spLocks noGrp="1"/>
          </p:cNvSpPr>
          <p:nvPr/>
        </p:nvSpPr>
        <p:spPr>
          <a:xfrm>
            <a:off x="7795227" y="4715219"/>
            <a:ext cx="9464073" cy="1235293"/>
          </a:xfrm>
          <a:custGeom>
            <a:avLst/>
            <a:gdLst/>
            <a:ahLst/>
            <a:cxnLst/>
            <a:rect l="l" t="t" r="r" b="b"/>
            <a:pathLst>
              <a:path w="2492595" h="325345">
                <a:moveTo>
                  <a:pt x="22087" y="0"/>
                </a:moveTo>
                <a:lnTo>
                  <a:pt x="2470509" y="0"/>
                </a:lnTo>
                <a:cubicBezTo>
                  <a:pt x="2482707" y="0"/>
                  <a:pt x="2492595" y="9889"/>
                  <a:pt x="2492595" y="22087"/>
                </a:cubicBezTo>
                <a:lnTo>
                  <a:pt x="2492595" y="303258"/>
                </a:lnTo>
                <a:cubicBezTo>
                  <a:pt x="2492595" y="309116"/>
                  <a:pt x="2490268" y="314734"/>
                  <a:pt x="2486126" y="318876"/>
                </a:cubicBezTo>
                <a:cubicBezTo>
                  <a:pt x="2481984" y="323018"/>
                  <a:pt x="2476366" y="325345"/>
                  <a:pt x="2470509" y="325345"/>
                </a:cubicBezTo>
                <a:lnTo>
                  <a:pt x="22087" y="325345"/>
                </a:lnTo>
                <a:cubicBezTo>
                  <a:pt x="9889" y="325345"/>
                  <a:pt x="0" y="315456"/>
                  <a:pt x="0" y="303258"/>
                </a:cubicBezTo>
                <a:lnTo>
                  <a:pt x="0" y="22087"/>
                </a:lnTo>
                <a:cubicBezTo>
                  <a:pt x="0" y="16229"/>
                  <a:pt x="2327" y="10611"/>
                  <a:pt x="6469" y="6469"/>
                </a:cubicBezTo>
                <a:cubicBezTo>
                  <a:pt x="10611" y="2327"/>
                  <a:pt x="16229" y="0"/>
                  <a:pt x="22087" y="0"/>
                </a:cubicBezTo>
                <a:close/>
              </a:path>
            </a:pathLst>
          </a:custGeom>
          <a:solidFill>
            <a:srgbClr val="548CA8"/>
          </a:solidFill>
        </p:spPr>
      </p:sp>
      <p:sp>
        <p:nvSpPr>
          <p:cNvPr id="7" name="TextBox 7"/>
          <p:cNvSpPr>
            <a:spLocks noGrp="1"/>
          </p:cNvSpPr>
          <p:nvPr/>
        </p:nvSpPr>
        <p:spPr>
          <a:xfrm>
            <a:off x="7795227" y="4570559"/>
            <a:ext cx="9464073" cy="1379953"/>
          </a:xfrm>
          <a:prstGeom prst="rect">
            <a:avLst/>
          </a:prstGeom>
        </p:spPr>
        <p:txBody>
          <a:bodyPr lIns="50800" tIns="50800" rIns="50800" bIns="50800" anchor="ctr"/>
          <a:lstStyle/>
          <a:p>
            <a:pPr algn="ctr">
              <a:lnSpc>
                <a:spcPts val="2660"/>
              </a:lnSpc>
              <a:buNone/>
            </a:pPr>
          </a:p>
        </p:txBody>
      </p:sp>
      <p:sp>
        <p:nvSpPr>
          <p:cNvPr id="9" name="Freeform 9"/>
          <p:cNvSpPr>
            <a:spLocks noGrp="1"/>
          </p:cNvSpPr>
          <p:nvPr/>
        </p:nvSpPr>
        <p:spPr>
          <a:xfrm>
            <a:off x="7795227" y="6236262"/>
            <a:ext cx="9464073" cy="1235293"/>
          </a:xfrm>
          <a:custGeom>
            <a:avLst/>
            <a:gdLst/>
            <a:ahLst/>
            <a:cxnLst/>
            <a:rect l="l" t="t" r="r" b="b"/>
            <a:pathLst>
              <a:path w="2492595" h="325345">
                <a:moveTo>
                  <a:pt x="22087" y="0"/>
                </a:moveTo>
                <a:lnTo>
                  <a:pt x="2470509" y="0"/>
                </a:lnTo>
                <a:cubicBezTo>
                  <a:pt x="2482707" y="0"/>
                  <a:pt x="2492595" y="9889"/>
                  <a:pt x="2492595" y="22087"/>
                </a:cubicBezTo>
                <a:lnTo>
                  <a:pt x="2492595" y="303258"/>
                </a:lnTo>
                <a:cubicBezTo>
                  <a:pt x="2492595" y="309116"/>
                  <a:pt x="2490268" y="314734"/>
                  <a:pt x="2486126" y="318876"/>
                </a:cubicBezTo>
                <a:cubicBezTo>
                  <a:pt x="2481984" y="323018"/>
                  <a:pt x="2476366" y="325345"/>
                  <a:pt x="2470509" y="325345"/>
                </a:cubicBezTo>
                <a:lnTo>
                  <a:pt x="22087" y="325345"/>
                </a:lnTo>
                <a:cubicBezTo>
                  <a:pt x="9889" y="325345"/>
                  <a:pt x="0" y="315456"/>
                  <a:pt x="0" y="303258"/>
                </a:cubicBezTo>
                <a:lnTo>
                  <a:pt x="0" y="22087"/>
                </a:lnTo>
                <a:cubicBezTo>
                  <a:pt x="0" y="16229"/>
                  <a:pt x="2327" y="10611"/>
                  <a:pt x="6469" y="6469"/>
                </a:cubicBezTo>
                <a:cubicBezTo>
                  <a:pt x="10611" y="2327"/>
                  <a:pt x="16229" y="0"/>
                  <a:pt x="22087" y="0"/>
                </a:cubicBezTo>
                <a:close/>
              </a:path>
            </a:pathLst>
          </a:custGeom>
          <a:solidFill>
            <a:srgbClr val="548CA8"/>
          </a:solidFill>
        </p:spPr>
      </p:sp>
      <p:sp>
        <p:nvSpPr>
          <p:cNvPr id="10" name="TextBox 10"/>
          <p:cNvSpPr>
            <a:spLocks noGrp="1"/>
          </p:cNvSpPr>
          <p:nvPr/>
        </p:nvSpPr>
        <p:spPr>
          <a:xfrm>
            <a:off x="7795227" y="6091602"/>
            <a:ext cx="9464073" cy="1379953"/>
          </a:xfrm>
          <a:prstGeom prst="rect">
            <a:avLst/>
          </a:prstGeom>
        </p:spPr>
        <p:txBody>
          <a:bodyPr lIns="50800" tIns="50800" rIns="50800" bIns="50800" anchor="ctr"/>
          <a:lstStyle/>
          <a:p>
            <a:pPr algn="ctr">
              <a:lnSpc>
                <a:spcPts val="2660"/>
              </a:lnSpc>
              <a:buNone/>
            </a:pPr>
          </a:p>
        </p:txBody>
      </p:sp>
      <p:sp>
        <p:nvSpPr>
          <p:cNvPr id="12" name="Freeform 12"/>
          <p:cNvSpPr>
            <a:spLocks noGrp="1"/>
          </p:cNvSpPr>
          <p:nvPr/>
        </p:nvSpPr>
        <p:spPr>
          <a:xfrm>
            <a:off x="7795227" y="7757306"/>
            <a:ext cx="9464073" cy="1235293"/>
          </a:xfrm>
          <a:custGeom>
            <a:avLst/>
            <a:gdLst/>
            <a:ahLst/>
            <a:cxnLst/>
            <a:rect l="l" t="t" r="r" b="b"/>
            <a:pathLst>
              <a:path w="2492595" h="325345">
                <a:moveTo>
                  <a:pt x="22087" y="0"/>
                </a:moveTo>
                <a:lnTo>
                  <a:pt x="2470509" y="0"/>
                </a:lnTo>
                <a:cubicBezTo>
                  <a:pt x="2482707" y="0"/>
                  <a:pt x="2492595" y="9889"/>
                  <a:pt x="2492595" y="22087"/>
                </a:cubicBezTo>
                <a:lnTo>
                  <a:pt x="2492595" y="303258"/>
                </a:lnTo>
                <a:cubicBezTo>
                  <a:pt x="2492595" y="309116"/>
                  <a:pt x="2490268" y="314734"/>
                  <a:pt x="2486126" y="318876"/>
                </a:cubicBezTo>
                <a:cubicBezTo>
                  <a:pt x="2481984" y="323018"/>
                  <a:pt x="2476366" y="325345"/>
                  <a:pt x="2470509" y="325345"/>
                </a:cubicBezTo>
                <a:lnTo>
                  <a:pt x="22087" y="325345"/>
                </a:lnTo>
                <a:cubicBezTo>
                  <a:pt x="9889" y="325345"/>
                  <a:pt x="0" y="315456"/>
                  <a:pt x="0" y="303258"/>
                </a:cubicBezTo>
                <a:lnTo>
                  <a:pt x="0" y="22087"/>
                </a:lnTo>
                <a:cubicBezTo>
                  <a:pt x="0" y="16229"/>
                  <a:pt x="2327" y="10611"/>
                  <a:pt x="6469" y="6469"/>
                </a:cubicBezTo>
                <a:cubicBezTo>
                  <a:pt x="10611" y="2327"/>
                  <a:pt x="16229" y="0"/>
                  <a:pt x="22087" y="0"/>
                </a:cubicBezTo>
                <a:close/>
              </a:path>
            </a:pathLst>
          </a:custGeom>
          <a:solidFill>
            <a:srgbClr val="548CA8"/>
          </a:solidFill>
        </p:spPr>
      </p:sp>
      <p:sp>
        <p:nvSpPr>
          <p:cNvPr id="13" name="TextBox 13"/>
          <p:cNvSpPr>
            <a:spLocks noGrp="1"/>
          </p:cNvSpPr>
          <p:nvPr/>
        </p:nvSpPr>
        <p:spPr>
          <a:xfrm>
            <a:off x="7795227" y="7612646"/>
            <a:ext cx="9464073" cy="1379953"/>
          </a:xfrm>
          <a:prstGeom prst="rect">
            <a:avLst/>
          </a:prstGeom>
        </p:spPr>
        <p:txBody>
          <a:bodyPr lIns="50800" tIns="50800" rIns="50800" bIns="50800" anchor="ctr"/>
          <a:lstStyle/>
          <a:p>
            <a:pPr algn="ctr">
              <a:lnSpc>
                <a:spcPts val="2660"/>
              </a:lnSpc>
              <a:buNone/>
            </a:pPr>
          </a:p>
        </p:txBody>
      </p:sp>
      <p:sp>
        <p:nvSpPr>
          <p:cNvPr id="15" name="Freeform 15"/>
          <p:cNvSpPr>
            <a:spLocks noGrp="1"/>
          </p:cNvSpPr>
          <p:nvPr/>
        </p:nvSpPr>
        <p:spPr>
          <a:xfrm>
            <a:off x="3842966" y="6046104"/>
            <a:ext cx="5842437" cy="50553"/>
          </a:xfrm>
          <a:custGeom>
            <a:avLst/>
            <a:gdLst/>
            <a:ahLst/>
            <a:cxnLst/>
            <a:rect l="l" t="t" r="r" b="b"/>
            <a:pathLst>
              <a:path w="1538749" h="13314">
                <a:moveTo>
                  <a:pt x="0" y="0"/>
                </a:moveTo>
                <a:lnTo>
                  <a:pt x="1538749" y="0"/>
                </a:lnTo>
                <a:lnTo>
                  <a:pt x="1538749" y="13314"/>
                </a:lnTo>
                <a:lnTo>
                  <a:pt x="0" y="13314"/>
                </a:lnTo>
                <a:close/>
              </a:path>
            </a:pathLst>
          </a:custGeom>
          <a:solidFill>
            <a:srgbClr val="476072"/>
          </a:solidFill>
        </p:spPr>
      </p:sp>
      <p:sp>
        <p:nvSpPr>
          <p:cNvPr id="16" name="TextBox 16"/>
          <p:cNvSpPr>
            <a:spLocks noGrp="1"/>
          </p:cNvSpPr>
          <p:nvPr/>
        </p:nvSpPr>
        <p:spPr>
          <a:xfrm>
            <a:off x="3842966" y="5901440"/>
            <a:ext cx="5842437" cy="195217"/>
          </a:xfrm>
          <a:prstGeom prst="rect">
            <a:avLst/>
          </a:prstGeom>
        </p:spPr>
        <p:txBody>
          <a:bodyPr lIns="50800" tIns="50800" rIns="50800" bIns="50800" anchor="ctr"/>
          <a:lstStyle/>
          <a:p>
            <a:pPr algn="ctr">
              <a:lnSpc>
                <a:spcPts val="2660"/>
              </a:lnSpc>
              <a:buNone/>
            </a:pPr>
          </a:p>
        </p:txBody>
      </p:sp>
      <p:sp>
        <p:nvSpPr>
          <p:cNvPr id="18" name="Freeform 18"/>
          <p:cNvSpPr>
            <a:spLocks noGrp="1"/>
          </p:cNvSpPr>
          <p:nvPr/>
        </p:nvSpPr>
        <p:spPr>
          <a:xfrm>
            <a:off x="-635" y="2339340"/>
            <a:ext cx="2744470" cy="6272530"/>
          </a:xfrm>
          <a:custGeom>
            <a:avLst/>
            <a:gdLst/>
            <a:ahLst/>
            <a:cxnLst/>
            <a:rect l="l" t="t" r="r" b="b"/>
            <a:pathLst>
              <a:path w="722811" h="1444130">
                <a:moveTo>
                  <a:pt x="0" y="0"/>
                </a:moveTo>
                <a:lnTo>
                  <a:pt x="722811" y="0"/>
                </a:lnTo>
                <a:lnTo>
                  <a:pt x="722811" y="1444130"/>
                </a:lnTo>
                <a:lnTo>
                  <a:pt x="0" y="1444130"/>
                </a:lnTo>
                <a:close/>
              </a:path>
            </a:pathLst>
          </a:custGeom>
          <a:solidFill>
            <a:srgbClr val="548CA8"/>
          </a:solidFill>
        </p:spPr>
      </p:sp>
      <p:sp>
        <p:nvSpPr>
          <p:cNvPr id="19" name="TextBox 19"/>
          <p:cNvSpPr>
            <a:spLocks noGrp="1"/>
          </p:cNvSpPr>
          <p:nvPr/>
        </p:nvSpPr>
        <p:spPr>
          <a:xfrm>
            <a:off x="2610178" y="1166979"/>
            <a:ext cx="2744423" cy="5627842"/>
          </a:xfrm>
          <a:prstGeom prst="rect">
            <a:avLst/>
          </a:prstGeom>
        </p:spPr>
        <p:txBody>
          <a:bodyPr lIns="50800" tIns="50800" rIns="50800" bIns="50800" anchor="ctr"/>
          <a:lstStyle/>
          <a:p>
            <a:pPr algn="ctr">
              <a:lnSpc>
                <a:spcPts val="2660"/>
              </a:lnSpc>
              <a:buNone/>
            </a:pPr>
          </a:p>
        </p:txBody>
      </p:sp>
      <p:sp>
        <p:nvSpPr>
          <p:cNvPr id="21" name="Freeform 21"/>
          <p:cNvSpPr>
            <a:spLocks noGrp="1"/>
          </p:cNvSpPr>
          <p:nvPr/>
        </p:nvSpPr>
        <p:spPr>
          <a:xfrm>
            <a:off x="13339445" y="63"/>
            <a:ext cx="4948650" cy="7674693"/>
          </a:xfrm>
          <a:custGeom>
            <a:avLst/>
            <a:gdLst/>
            <a:ahLst/>
            <a:cxnLst/>
            <a:rect l="l" t="t" r="r" b="b"/>
            <a:pathLst>
              <a:path w="766675" h="1189011">
                <a:moveTo>
                  <a:pt x="0" y="0"/>
                </a:moveTo>
                <a:lnTo>
                  <a:pt x="766675" y="0"/>
                </a:lnTo>
                <a:lnTo>
                  <a:pt x="766675" y="1189011"/>
                </a:lnTo>
                <a:lnTo>
                  <a:pt x="0" y="1189011"/>
                </a:lnTo>
                <a:close/>
              </a:path>
            </a:pathLst>
          </a:custGeom>
          <a:blipFill>
            <a:blip r:embed="rId1"/>
            <a:stretch>
              <a:fillRect l="-107931" r="-41036"/>
            </a:stretch>
          </a:blipFill>
        </p:spPr>
      </p:sp>
      <p:sp>
        <p:nvSpPr>
          <p:cNvPr id="22" name="Freeform 22"/>
          <p:cNvSpPr>
            <a:spLocks noGrp="1"/>
          </p:cNvSpPr>
          <p:nvPr/>
        </p:nvSpPr>
        <p:spPr>
          <a:xfrm>
            <a:off x="-406909" y="8390017"/>
            <a:ext cx="2162425" cy="2162425"/>
          </a:xfrm>
          <a:custGeom>
            <a:avLst/>
            <a:gdLst/>
            <a:ahLst/>
            <a:cxnLst/>
            <a:rect l="l" t="t" r="r" b="b"/>
            <a:pathLst>
              <a:path w="2162425" h="2162425">
                <a:moveTo>
                  <a:pt x="0" y="0"/>
                </a:moveTo>
                <a:lnTo>
                  <a:pt x="2162424" y="0"/>
                </a:lnTo>
                <a:lnTo>
                  <a:pt x="2162424" y="2162424"/>
                </a:lnTo>
                <a:lnTo>
                  <a:pt x="0" y="21624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3" name="TextBox 23"/>
          <p:cNvSpPr>
            <a:spLocks noGrp="1"/>
          </p:cNvSpPr>
          <p:nvPr/>
        </p:nvSpPr>
        <p:spPr>
          <a:xfrm>
            <a:off x="5587546" y="-231712"/>
            <a:ext cx="11764153" cy="1624330"/>
          </a:xfrm>
          <a:prstGeom prst="rect">
            <a:avLst/>
          </a:prstGeom>
        </p:spPr>
        <p:txBody>
          <a:bodyPr lIns="0" tIns="0" rIns="0" bIns="0" anchor="t">
            <a:spAutoFit/>
          </a:bodyPr>
          <a:lstStyle/>
          <a:p>
            <a:pPr algn="r">
              <a:lnSpc>
                <a:spcPts val="12790"/>
              </a:lnSpc>
              <a:buNone/>
            </a:pPr>
            <a:endParaRPr sz="11320" b="1">
              <a:solidFill>
                <a:srgbClr val="548CA8"/>
              </a:solidFill>
              <a:latin typeface="Poppins Bold" panose="00000800000000000000"/>
              <a:ea typeface="Poppins Bold" panose="00000800000000000000"/>
              <a:cs typeface="Poppins Bold" panose="00000800000000000000"/>
            </a:endParaRPr>
          </a:p>
        </p:txBody>
      </p:sp>
      <p:sp>
        <p:nvSpPr>
          <p:cNvPr id="24" name="TextBox 24"/>
          <p:cNvSpPr>
            <a:spLocks noGrp="1"/>
          </p:cNvSpPr>
          <p:nvPr/>
        </p:nvSpPr>
        <p:spPr>
          <a:xfrm>
            <a:off x="8580161" y="3486794"/>
            <a:ext cx="7990447" cy="568833"/>
          </a:xfrm>
          <a:prstGeom prst="rect">
            <a:avLst/>
          </a:prstGeom>
        </p:spPr>
        <p:txBody>
          <a:bodyPr lIns="0" tIns="0" rIns="0" bIns="0" anchor="t">
            <a:spAutoFit/>
          </a:bodyPr>
          <a:lstStyle/>
          <a:p>
            <a:pPr algn="ctr">
              <a:lnSpc>
                <a:spcPts val="4480"/>
              </a:lnSpc>
              <a:buNone/>
            </a:pPr>
            <a:endParaRPr sz="3200">
              <a:solidFill>
                <a:srgbClr val="FFFFFF"/>
              </a:solidFill>
              <a:latin typeface="Poppins" panose="00000500000000000000"/>
              <a:ea typeface="Poppins" panose="00000500000000000000"/>
              <a:cs typeface="Poppins" panose="00000500000000000000"/>
            </a:endParaRPr>
          </a:p>
        </p:txBody>
      </p:sp>
      <p:sp>
        <p:nvSpPr>
          <p:cNvPr id="25" name="TextBox 25"/>
          <p:cNvSpPr>
            <a:spLocks noGrp="1"/>
          </p:cNvSpPr>
          <p:nvPr/>
        </p:nvSpPr>
        <p:spPr>
          <a:xfrm>
            <a:off x="9437852" y="5010494"/>
            <a:ext cx="6275065" cy="568833"/>
          </a:xfrm>
          <a:prstGeom prst="rect">
            <a:avLst/>
          </a:prstGeom>
        </p:spPr>
        <p:txBody>
          <a:bodyPr lIns="0" tIns="0" rIns="0" bIns="0" anchor="t">
            <a:spAutoFit/>
          </a:bodyPr>
          <a:lstStyle/>
          <a:p>
            <a:pPr algn="ctr">
              <a:lnSpc>
                <a:spcPts val="4480"/>
              </a:lnSpc>
              <a:buNone/>
            </a:pPr>
            <a:endParaRPr sz="3200">
              <a:solidFill>
                <a:srgbClr val="FFFFFF"/>
              </a:solidFill>
              <a:latin typeface="Poppins" panose="00000500000000000000"/>
              <a:ea typeface="Poppins" panose="00000500000000000000"/>
              <a:cs typeface="Poppins" panose="00000500000000000000"/>
            </a:endParaRPr>
          </a:p>
        </p:txBody>
      </p:sp>
      <p:sp>
        <p:nvSpPr>
          <p:cNvPr id="26" name="TextBox 26"/>
          <p:cNvSpPr>
            <a:spLocks noGrp="1"/>
          </p:cNvSpPr>
          <p:nvPr/>
        </p:nvSpPr>
        <p:spPr>
          <a:xfrm>
            <a:off x="9437852" y="6527828"/>
            <a:ext cx="6275065" cy="568833"/>
          </a:xfrm>
          <a:prstGeom prst="rect">
            <a:avLst/>
          </a:prstGeom>
        </p:spPr>
        <p:txBody>
          <a:bodyPr lIns="0" tIns="0" rIns="0" bIns="0" anchor="t">
            <a:spAutoFit/>
          </a:bodyPr>
          <a:lstStyle/>
          <a:p>
            <a:pPr algn="ctr">
              <a:lnSpc>
                <a:spcPts val="4480"/>
              </a:lnSpc>
              <a:buNone/>
            </a:pPr>
            <a:endParaRPr sz="3200">
              <a:solidFill>
                <a:srgbClr val="FFFFFF"/>
              </a:solidFill>
              <a:latin typeface="Poppins" panose="00000500000000000000"/>
              <a:ea typeface="Poppins" panose="00000500000000000000"/>
              <a:cs typeface="Poppins" panose="00000500000000000000"/>
            </a:endParaRPr>
          </a:p>
        </p:txBody>
      </p:sp>
      <p:sp>
        <p:nvSpPr>
          <p:cNvPr id="27" name="TextBox 27"/>
          <p:cNvSpPr>
            <a:spLocks noGrp="1"/>
          </p:cNvSpPr>
          <p:nvPr/>
        </p:nvSpPr>
        <p:spPr>
          <a:xfrm>
            <a:off x="9437852" y="8063936"/>
            <a:ext cx="6275065" cy="568833"/>
          </a:xfrm>
          <a:prstGeom prst="rect">
            <a:avLst/>
          </a:prstGeom>
        </p:spPr>
        <p:txBody>
          <a:bodyPr lIns="0" tIns="0" rIns="0" bIns="0" anchor="t">
            <a:spAutoFit/>
          </a:bodyPr>
          <a:lstStyle/>
          <a:p>
            <a:pPr algn="ctr">
              <a:lnSpc>
                <a:spcPts val="4480"/>
              </a:lnSpc>
              <a:buNone/>
            </a:pPr>
            <a:endParaRPr sz="3200">
              <a:solidFill>
                <a:srgbClr val="FFFFFF"/>
              </a:solidFill>
              <a:latin typeface="Poppins" panose="00000500000000000000"/>
              <a:ea typeface="Poppins" panose="00000500000000000000"/>
              <a:cs typeface="Poppins" panose="00000500000000000000"/>
            </a:endParaRPr>
          </a:p>
        </p:txBody>
      </p:sp>
      <p:sp>
        <p:nvSpPr>
          <p:cNvPr id="28" name="Rectangles 27"/>
          <p:cNvSpPr>
            <a:spLocks noGrp="1"/>
          </p:cNvSpPr>
          <p:nvPr/>
        </p:nvSpPr>
        <p:spPr>
          <a:xfrm>
            <a:off x="685800" y="2333625"/>
            <a:ext cx="15859125" cy="6286500"/>
          </a:xfrm>
          <a:prstGeom prst="rect">
            <a:avLst/>
          </a:prstGeom>
          <a:solidFill>
            <a:srgbClr val="FFFFFF"/>
          </a:solidFill>
          <a:ln w="0">
            <a:solidFill>
              <a:srgbClr val="FFFFFF"/>
            </a:solidFill>
            <a:prstDash val="solid"/>
          </a:ln>
        </p:spPr>
      </p:sp>
      <p:sp>
        <p:nvSpPr>
          <p:cNvPr id="29" name="Rectangles 28"/>
          <p:cNvSpPr>
            <a:spLocks noGrp="1"/>
          </p:cNvSpPr>
          <p:nvPr/>
        </p:nvSpPr>
        <p:spPr>
          <a:xfrm>
            <a:off x="1047750" y="647700"/>
            <a:ext cx="762000" cy="342900"/>
          </a:xfrm>
          <a:prstGeom prst="rect">
            <a:avLst/>
          </a:prstGeom>
          <a:noFill/>
          <a:ln w="0">
            <a:noFill/>
            <a:prstDash val="solid"/>
          </a:ln>
        </p:spPr>
        <p:txBody>
          <a:bodyPr/>
          <a:lstStyle>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a:pPr>
              <a:defRPr sz="1200" b="1">
                <a:solidFill>
                  <a:srgbClr val="2686C5"/>
                </a:solidFill>
              </a:defRPr>
            </a:pPr>
            <a:r>
              <a:rPr sz="1200" b="1">
                <a:solidFill>
                  <a:srgbClr val="2686C5"/>
                </a:solidFill>
              </a:rPr>
              <a:t>04</a:t>
            </a:r>
            <a:endParaRPr sz="1200" b="1">
              <a:solidFill>
                <a:srgbClr val="2686C5"/>
              </a:solidFill>
            </a:endParaRPr>
          </a:p>
        </p:txBody>
      </p:sp>
      <p:sp>
        <p:nvSpPr>
          <p:cNvPr id="30" name="Rectangles 29"/>
          <p:cNvSpPr>
            <a:spLocks noGrp="1"/>
          </p:cNvSpPr>
          <p:nvPr/>
        </p:nvSpPr>
        <p:spPr>
          <a:xfrm>
            <a:off x="1047750" y="990600"/>
            <a:ext cx="15240000" cy="781050"/>
          </a:xfrm>
          <a:prstGeom prst="rect">
            <a:avLst/>
          </a:prstGeom>
          <a:noFill/>
          <a:ln w="0">
            <a:noFill/>
            <a:prstDash val="solid"/>
          </a:ln>
        </p:spPr>
        <p:txBody>
          <a:bodyPr/>
          <a:lstStyle>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a:pPr>
              <a:defRPr sz="3750" b="1">
                <a:solidFill>
                  <a:srgbClr val="1E5AA8"/>
                </a:solidFill>
              </a:defRPr>
            </a:pPr>
            <a:r>
              <a:rPr sz="3750" b="1">
                <a:solidFill>
                  <a:srgbClr val="1E5AA8"/>
                </a:solidFill>
              </a:rPr>
              <a:t>Ba luồng người dùng</a:t>
            </a:r>
            <a:endParaRPr sz="3750" b="1">
              <a:solidFill>
                <a:srgbClr val="1E5AA8"/>
              </a:solidFill>
            </a:endParaRPr>
          </a:p>
        </p:txBody>
      </p:sp>
      <p:sp>
        <p:nvSpPr>
          <p:cNvPr id="31" name="Rectangles 30"/>
          <p:cNvSpPr>
            <a:spLocks noGrp="1"/>
          </p:cNvSpPr>
          <p:nvPr/>
        </p:nvSpPr>
        <p:spPr>
          <a:xfrm>
            <a:off x="1066800" y="1866900"/>
            <a:ext cx="14287500" cy="438150"/>
          </a:xfrm>
          <a:prstGeom prst="rect">
            <a:avLst/>
          </a:prstGeom>
          <a:noFill/>
          <a:ln w="0">
            <a:noFill/>
            <a:prstDash val="solid"/>
          </a:ln>
        </p:spPr>
        <p:txBody>
          <a:bodyPr/>
          <a:lstStyle>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a:pPr>
              <a:defRPr sz="1575">
                <a:solidFill>
                  <a:srgbClr val="536878"/>
                </a:solidFill>
              </a:defRPr>
            </a:pPr>
            <a:r>
              <a:rPr sz="1575">
                <a:solidFill>
                  <a:srgbClr val="536878"/>
                </a:solidFill>
              </a:rPr>
              <a:t>Mỗi luồng có happy path; luồng đổi lịch có nhánh kiểm tra và phản hồi lỗi.</a:t>
            </a:r>
            <a:endParaRPr sz="1575">
              <a:solidFill>
                <a:srgbClr val="536878"/>
              </a:solidFill>
            </a:endParaRPr>
          </a:p>
        </p:txBody>
      </p:sp>
      <p:sp>
        <p:nvSpPr>
          <p:cNvPr id="32" name="Rectangles 31"/>
          <p:cNvSpPr>
            <a:spLocks noGrp="1"/>
          </p:cNvSpPr>
          <p:nvPr/>
        </p:nvSpPr>
        <p:spPr>
          <a:xfrm>
            <a:off x="1524000" y="2857500"/>
            <a:ext cx="4000500" cy="419100"/>
          </a:xfrm>
          <a:prstGeom prst="rect">
            <a:avLst/>
          </a:prstGeom>
          <a:noFill/>
          <a:ln w="0">
            <a:noFill/>
            <a:prstDash val="solid"/>
          </a:ln>
        </p:spPr>
        <p:txBody>
          <a:bodyPr/>
          <a:lstStyle>
            <a:defPPr>
              <a:defRPr sz="1875" b="1">
                <a:solidFill>
                  <a:srgbClr val="1E5AA8"/>
                </a:solidFill>
              </a:defRPr>
            </a:defPPr>
            <a:lvl1pPr>
              <a:defRPr sz="1875" b="1">
                <a:solidFill>
                  <a:srgbClr val="1E5AA8"/>
                </a:solidFill>
              </a:defRPr>
            </a:lvl1pPr>
            <a:lvl2pPr>
              <a:defRPr sz="1875" b="1">
                <a:solidFill>
                  <a:srgbClr val="1E5AA8"/>
                </a:solidFill>
              </a:defRPr>
            </a:lvl2pPr>
            <a:lvl3pPr>
              <a:defRPr sz="1875" b="1">
                <a:solidFill>
                  <a:srgbClr val="1E5AA8"/>
                </a:solidFill>
              </a:defRPr>
            </a:lvl3pPr>
            <a:lvl4pPr>
              <a:defRPr sz="1875" b="1">
                <a:solidFill>
                  <a:srgbClr val="1E5AA8"/>
                </a:solidFill>
              </a:defRPr>
            </a:lvl4pPr>
            <a:lvl5pPr>
              <a:defRPr sz="1875" b="1">
                <a:solidFill>
                  <a:srgbClr val="1E5AA8"/>
                </a:solidFill>
              </a:defRPr>
            </a:lvl5pPr>
            <a:lvl6pPr>
              <a:defRPr sz="1875" b="1">
                <a:solidFill>
                  <a:srgbClr val="1E5AA8"/>
                </a:solidFill>
              </a:defRPr>
            </a:lvl6pPr>
            <a:lvl7pPr>
              <a:defRPr sz="1875" b="1">
                <a:solidFill>
                  <a:srgbClr val="1E5AA8"/>
                </a:solidFill>
              </a:defRPr>
            </a:lvl7pPr>
            <a:lvl8pPr>
              <a:defRPr sz="1875" b="1">
                <a:solidFill>
                  <a:srgbClr val="1E5AA8"/>
                </a:solidFill>
              </a:defRPr>
            </a:lvl8pPr>
            <a:lvl9pPr>
              <a:defRPr sz="1875" b="1">
                <a:solidFill>
                  <a:srgbClr val="1E5AA8"/>
                </a:solidFill>
              </a:defRPr>
            </a:lvl9pPr>
          </a:lstStyle>
          <a:p>
            <a:pPr>
              <a:defRPr sz="1875" b="1">
                <a:solidFill>
                  <a:srgbClr val="1E5AA8"/>
                </a:solidFill>
              </a:defRPr>
            </a:pPr>
            <a:r>
              <a:rPr sz="1875" b="1">
                <a:solidFill>
                  <a:srgbClr val="1E5AA8"/>
                </a:solidFill>
              </a:rPr>
              <a:t>F01 · Thêm thói quen</a:t>
            </a:r>
            <a:endParaRPr sz="1875" b="1">
              <a:solidFill>
                <a:srgbClr val="1E5AA8"/>
              </a:solidFill>
            </a:endParaRPr>
          </a:p>
        </p:txBody>
      </p:sp>
      <p:sp>
        <p:nvSpPr>
          <p:cNvPr id="33" name="Rectangles 32"/>
          <p:cNvSpPr>
            <a:spLocks noGrp="1"/>
          </p:cNvSpPr>
          <p:nvPr/>
        </p:nvSpPr>
        <p:spPr>
          <a:xfrm>
            <a:off x="5810250" y="2857500"/>
            <a:ext cx="8858250" cy="476250"/>
          </a:xfrm>
          <a:prstGeom prst="rect">
            <a:avLst/>
          </a:prstGeom>
          <a:noFill/>
          <a:ln w="0">
            <a:noFill/>
            <a:prstDash val="solid"/>
          </a:ln>
        </p:spPr>
        <p:txBody>
          <a:bodyPr/>
          <a:lstStyle>
            <a:defPPr>
              <a:defRPr sz="1650">
                <a:solidFill>
                  <a:srgbClr val="111827"/>
                </a:solidFill>
              </a:defRPr>
            </a:defPPr>
            <a:lvl1pPr>
              <a:defRPr sz="1650">
                <a:solidFill>
                  <a:srgbClr val="111827"/>
                </a:solidFill>
              </a:defRPr>
            </a:lvl1pPr>
            <a:lvl2pPr>
              <a:defRPr sz="1650">
                <a:solidFill>
                  <a:srgbClr val="111827"/>
                </a:solidFill>
              </a:defRPr>
            </a:lvl2pPr>
            <a:lvl3pPr>
              <a:defRPr sz="1650">
                <a:solidFill>
                  <a:srgbClr val="111827"/>
                </a:solidFill>
              </a:defRPr>
            </a:lvl3pPr>
            <a:lvl4pPr>
              <a:defRPr sz="1650">
                <a:solidFill>
                  <a:srgbClr val="111827"/>
                </a:solidFill>
              </a:defRPr>
            </a:lvl4pPr>
            <a:lvl5pPr>
              <a:defRPr sz="1650">
                <a:solidFill>
                  <a:srgbClr val="111827"/>
                </a:solidFill>
              </a:defRPr>
            </a:lvl5pPr>
            <a:lvl6pPr>
              <a:defRPr sz="1650">
                <a:solidFill>
                  <a:srgbClr val="111827"/>
                </a:solidFill>
              </a:defRPr>
            </a:lvl6pPr>
            <a:lvl7pPr>
              <a:defRPr sz="1650">
                <a:solidFill>
                  <a:srgbClr val="111827"/>
                </a:solidFill>
              </a:defRPr>
            </a:lvl7pPr>
            <a:lvl8pPr>
              <a:defRPr sz="1650">
                <a:solidFill>
                  <a:srgbClr val="111827"/>
                </a:solidFill>
              </a:defRPr>
            </a:lvl8pPr>
            <a:lvl9pPr>
              <a:defRPr sz="1650">
                <a:solidFill>
                  <a:srgbClr val="111827"/>
                </a:solidFill>
              </a:defRPr>
            </a:lvl9pPr>
          </a:lstStyle>
          <a:p>
            <a:pPr>
              <a:defRPr sz="1650">
                <a:solidFill>
                  <a:srgbClr val="111827"/>
                </a:solidFill>
              </a:defRPr>
            </a:pPr>
            <a:r>
              <a:rPr sz="1650">
                <a:solidFill>
                  <a:srgbClr val="111827"/>
                </a:solidFill>
              </a:rPr>
              <a:t>S01 Hôm nay → S05 Khám phá → S06 Chi tiết → “Thêm vào hôm nay” → S01</a:t>
            </a:r>
            <a:endParaRPr sz="1650">
              <a:solidFill>
                <a:srgbClr val="111827"/>
              </a:solidFill>
            </a:endParaRPr>
          </a:p>
        </p:txBody>
      </p:sp>
      <p:sp>
        <p:nvSpPr>
          <p:cNvPr id="34" name="Straight Connector 33"/>
          <p:cNvSpPr>
            <a:spLocks noGrp="1"/>
          </p:cNvSpPr>
          <p:nvPr/>
        </p:nvSpPr>
        <p:spPr>
          <a:xfrm>
            <a:off x="1524000" y="3600450"/>
            <a:ext cx="13144500" cy="9525"/>
          </a:xfrm>
          <a:prstGeom prst="line">
            <a:avLst/>
          </a:prstGeom>
          <a:ln w="19050">
            <a:solidFill>
              <a:srgbClr val="A7C9E6"/>
            </a:solidFill>
            <a:prstDash val="solid"/>
          </a:ln>
        </p:spPr>
      </p:sp>
      <p:sp>
        <p:nvSpPr>
          <p:cNvPr id="35" name="Rectangles 34"/>
          <p:cNvSpPr>
            <a:spLocks noGrp="1"/>
          </p:cNvSpPr>
          <p:nvPr/>
        </p:nvSpPr>
        <p:spPr>
          <a:xfrm>
            <a:off x="1524000" y="4476750"/>
            <a:ext cx="4000500" cy="419100"/>
          </a:xfrm>
          <a:prstGeom prst="rect">
            <a:avLst/>
          </a:prstGeom>
          <a:noFill/>
          <a:ln w="0">
            <a:noFill/>
            <a:prstDash val="solid"/>
          </a:ln>
        </p:spPr>
        <p:txBody>
          <a:bodyPr/>
          <a:lstStyle>
            <a:defPPr>
              <a:defRPr sz="1875" b="1">
                <a:solidFill>
                  <a:srgbClr val="1E5AA8"/>
                </a:solidFill>
              </a:defRPr>
            </a:defPPr>
            <a:lvl1pPr>
              <a:defRPr sz="1875" b="1">
                <a:solidFill>
                  <a:srgbClr val="1E5AA8"/>
                </a:solidFill>
              </a:defRPr>
            </a:lvl1pPr>
            <a:lvl2pPr>
              <a:defRPr sz="1875" b="1">
                <a:solidFill>
                  <a:srgbClr val="1E5AA8"/>
                </a:solidFill>
              </a:defRPr>
            </a:lvl2pPr>
            <a:lvl3pPr>
              <a:defRPr sz="1875" b="1">
                <a:solidFill>
                  <a:srgbClr val="1E5AA8"/>
                </a:solidFill>
              </a:defRPr>
            </a:lvl3pPr>
            <a:lvl4pPr>
              <a:defRPr sz="1875" b="1">
                <a:solidFill>
                  <a:srgbClr val="1E5AA8"/>
                </a:solidFill>
              </a:defRPr>
            </a:lvl4pPr>
            <a:lvl5pPr>
              <a:defRPr sz="1875" b="1">
                <a:solidFill>
                  <a:srgbClr val="1E5AA8"/>
                </a:solidFill>
              </a:defRPr>
            </a:lvl5pPr>
            <a:lvl6pPr>
              <a:defRPr sz="1875" b="1">
                <a:solidFill>
                  <a:srgbClr val="1E5AA8"/>
                </a:solidFill>
              </a:defRPr>
            </a:lvl6pPr>
            <a:lvl7pPr>
              <a:defRPr sz="1875" b="1">
                <a:solidFill>
                  <a:srgbClr val="1E5AA8"/>
                </a:solidFill>
              </a:defRPr>
            </a:lvl7pPr>
            <a:lvl8pPr>
              <a:defRPr sz="1875" b="1">
                <a:solidFill>
                  <a:srgbClr val="1E5AA8"/>
                </a:solidFill>
              </a:defRPr>
            </a:lvl8pPr>
            <a:lvl9pPr>
              <a:defRPr sz="1875" b="1">
                <a:solidFill>
                  <a:srgbClr val="1E5AA8"/>
                </a:solidFill>
              </a:defRPr>
            </a:lvl9pPr>
          </a:lstStyle>
          <a:p>
            <a:pPr>
              <a:defRPr sz="1875" b="1">
                <a:solidFill>
                  <a:srgbClr val="1E5AA8"/>
                </a:solidFill>
              </a:defRPr>
            </a:pPr>
            <a:r>
              <a:rPr sz="1875" b="1">
                <a:solidFill>
                  <a:srgbClr val="1E5AA8"/>
                </a:solidFill>
              </a:rPr>
              <a:t>F02 · Hoàn thành</a:t>
            </a:r>
            <a:endParaRPr sz="1875" b="1">
              <a:solidFill>
                <a:srgbClr val="1E5AA8"/>
              </a:solidFill>
            </a:endParaRPr>
          </a:p>
        </p:txBody>
      </p:sp>
      <p:sp>
        <p:nvSpPr>
          <p:cNvPr id="36" name="Rectangles 35"/>
          <p:cNvSpPr>
            <a:spLocks noGrp="1"/>
          </p:cNvSpPr>
          <p:nvPr/>
        </p:nvSpPr>
        <p:spPr>
          <a:xfrm>
            <a:off x="5810250" y="4476750"/>
            <a:ext cx="8858250" cy="476250"/>
          </a:xfrm>
          <a:prstGeom prst="rect">
            <a:avLst/>
          </a:prstGeom>
          <a:noFill/>
          <a:ln w="0">
            <a:noFill/>
            <a:prstDash val="solid"/>
          </a:ln>
        </p:spPr>
        <p:txBody>
          <a:bodyPr/>
          <a:lstStyle>
            <a:defPPr>
              <a:defRPr sz="1650">
                <a:solidFill>
                  <a:srgbClr val="111827"/>
                </a:solidFill>
              </a:defRPr>
            </a:defPPr>
            <a:lvl1pPr>
              <a:defRPr sz="1650">
                <a:solidFill>
                  <a:srgbClr val="111827"/>
                </a:solidFill>
              </a:defRPr>
            </a:lvl1pPr>
            <a:lvl2pPr>
              <a:defRPr sz="1650">
                <a:solidFill>
                  <a:srgbClr val="111827"/>
                </a:solidFill>
              </a:defRPr>
            </a:lvl2pPr>
            <a:lvl3pPr>
              <a:defRPr sz="1650">
                <a:solidFill>
                  <a:srgbClr val="111827"/>
                </a:solidFill>
              </a:defRPr>
            </a:lvl3pPr>
            <a:lvl4pPr>
              <a:defRPr sz="1650">
                <a:solidFill>
                  <a:srgbClr val="111827"/>
                </a:solidFill>
              </a:defRPr>
            </a:lvl4pPr>
            <a:lvl5pPr>
              <a:defRPr sz="1650">
                <a:solidFill>
                  <a:srgbClr val="111827"/>
                </a:solidFill>
              </a:defRPr>
            </a:lvl5pPr>
            <a:lvl6pPr>
              <a:defRPr sz="1650">
                <a:solidFill>
                  <a:srgbClr val="111827"/>
                </a:solidFill>
              </a:defRPr>
            </a:lvl6pPr>
            <a:lvl7pPr>
              <a:defRPr sz="1650">
                <a:solidFill>
                  <a:srgbClr val="111827"/>
                </a:solidFill>
              </a:defRPr>
            </a:lvl7pPr>
            <a:lvl8pPr>
              <a:defRPr sz="1650">
                <a:solidFill>
                  <a:srgbClr val="111827"/>
                </a:solidFill>
              </a:defRPr>
            </a:lvl8pPr>
            <a:lvl9pPr>
              <a:defRPr sz="1650">
                <a:solidFill>
                  <a:srgbClr val="111827"/>
                </a:solidFill>
              </a:defRPr>
            </a:lvl9pPr>
          </a:lstStyle>
          <a:p>
            <a:pPr>
              <a:defRPr sz="1650">
                <a:solidFill>
                  <a:srgbClr val="111827"/>
                </a:solidFill>
              </a:defRPr>
            </a:pPr>
            <a:r>
              <a:rPr sz="1650">
                <a:solidFill>
                  <a:srgbClr val="111827"/>
                </a:solidFill>
              </a:rPr>
              <a:t>S01 → chọn “Thở chậm” → “Hoàn thành” → trạng thái đã lưu → S08</a:t>
            </a:r>
            <a:endParaRPr sz="1650">
              <a:solidFill>
                <a:srgbClr val="111827"/>
              </a:solidFill>
            </a:endParaRPr>
          </a:p>
        </p:txBody>
      </p:sp>
      <p:sp>
        <p:nvSpPr>
          <p:cNvPr id="37" name="Straight Connector 36"/>
          <p:cNvSpPr>
            <a:spLocks noGrp="1"/>
          </p:cNvSpPr>
          <p:nvPr/>
        </p:nvSpPr>
        <p:spPr>
          <a:xfrm>
            <a:off x="1524000" y="5219700"/>
            <a:ext cx="13144500" cy="9525"/>
          </a:xfrm>
          <a:prstGeom prst="line">
            <a:avLst/>
          </a:prstGeom>
          <a:ln w="19050">
            <a:solidFill>
              <a:srgbClr val="A7C9E6"/>
            </a:solidFill>
            <a:prstDash val="solid"/>
          </a:ln>
        </p:spPr>
      </p:sp>
      <p:sp>
        <p:nvSpPr>
          <p:cNvPr id="38" name="Rectangles 37"/>
          <p:cNvSpPr>
            <a:spLocks noGrp="1"/>
          </p:cNvSpPr>
          <p:nvPr/>
        </p:nvSpPr>
        <p:spPr>
          <a:xfrm>
            <a:off x="1524000" y="6096000"/>
            <a:ext cx="4000500" cy="419100"/>
          </a:xfrm>
          <a:prstGeom prst="rect">
            <a:avLst/>
          </a:prstGeom>
          <a:noFill/>
          <a:ln w="0">
            <a:noFill/>
            <a:prstDash val="solid"/>
          </a:ln>
        </p:spPr>
        <p:txBody>
          <a:bodyPr/>
          <a:lstStyle>
            <a:defPPr>
              <a:defRPr sz="1875" b="1">
                <a:solidFill>
                  <a:srgbClr val="1E5AA8"/>
                </a:solidFill>
              </a:defRPr>
            </a:defPPr>
            <a:lvl1pPr>
              <a:defRPr sz="1875" b="1">
                <a:solidFill>
                  <a:srgbClr val="1E5AA8"/>
                </a:solidFill>
              </a:defRPr>
            </a:lvl1pPr>
            <a:lvl2pPr>
              <a:defRPr sz="1875" b="1">
                <a:solidFill>
                  <a:srgbClr val="1E5AA8"/>
                </a:solidFill>
              </a:defRPr>
            </a:lvl2pPr>
            <a:lvl3pPr>
              <a:defRPr sz="1875" b="1">
                <a:solidFill>
                  <a:srgbClr val="1E5AA8"/>
                </a:solidFill>
              </a:defRPr>
            </a:lvl3pPr>
            <a:lvl4pPr>
              <a:defRPr sz="1875" b="1">
                <a:solidFill>
                  <a:srgbClr val="1E5AA8"/>
                </a:solidFill>
              </a:defRPr>
            </a:lvl4pPr>
            <a:lvl5pPr>
              <a:defRPr sz="1875" b="1">
                <a:solidFill>
                  <a:srgbClr val="1E5AA8"/>
                </a:solidFill>
              </a:defRPr>
            </a:lvl5pPr>
            <a:lvl6pPr>
              <a:defRPr sz="1875" b="1">
                <a:solidFill>
                  <a:srgbClr val="1E5AA8"/>
                </a:solidFill>
              </a:defRPr>
            </a:lvl6pPr>
            <a:lvl7pPr>
              <a:defRPr sz="1875" b="1">
                <a:solidFill>
                  <a:srgbClr val="1E5AA8"/>
                </a:solidFill>
              </a:defRPr>
            </a:lvl7pPr>
            <a:lvl8pPr>
              <a:defRPr sz="1875" b="1">
                <a:solidFill>
                  <a:srgbClr val="1E5AA8"/>
                </a:solidFill>
              </a:defRPr>
            </a:lvl8pPr>
            <a:lvl9pPr>
              <a:defRPr sz="1875" b="1">
                <a:solidFill>
                  <a:srgbClr val="1E5AA8"/>
                </a:solidFill>
              </a:defRPr>
            </a:lvl9pPr>
          </a:lstStyle>
          <a:p>
            <a:pPr>
              <a:defRPr sz="1875" b="1">
                <a:solidFill>
                  <a:srgbClr val="1E5AA8"/>
                </a:solidFill>
              </a:defRPr>
            </a:pPr>
            <a:r>
              <a:rPr sz="1875" b="1">
                <a:solidFill>
                  <a:srgbClr val="1E5AA8"/>
                </a:solidFill>
              </a:rPr>
              <a:t>F03 · Đổi lịch</a:t>
            </a:r>
            <a:endParaRPr sz="1875" b="1">
              <a:solidFill>
                <a:srgbClr val="1E5AA8"/>
              </a:solidFill>
            </a:endParaRPr>
          </a:p>
        </p:txBody>
      </p:sp>
      <p:sp>
        <p:nvSpPr>
          <p:cNvPr id="39" name="Rectangles 38"/>
          <p:cNvSpPr>
            <a:spLocks noGrp="1"/>
          </p:cNvSpPr>
          <p:nvPr/>
        </p:nvSpPr>
        <p:spPr>
          <a:xfrm>
            <a:off x="5810250" y="6096000"/>
            <a:ext cx="8858250" cy="476250"/>
          </a:xfrm>
          <a:prstGeom prst="rect">
            <a:avLst/>
          </a:prstGeom>
          <a:noFill/>
          <a:ln w="0">
            <a:noFill/>
            <a:prstDash val="solid"/>
          </a:ln>
        </p:spPr>
        <p:txBody>
          <a:bodyPr/>
          <a:lstStyle>
            <a:defPPr>
              <a:defRPr sz="1650">
                <a:solidFill>
                  <a:srgbClr val="111827"/>
                </a:solidFill>
              </a:defRPr>
            </a:defPPr>
            <a:lvl1pPr>
              <a:defRPr sz="1650">
                <a:solidFill>
                  <a:srgbClr val="111827"/>
                </a:solidFill>
              </a:defRPr>
            </a:lvl1pPr>
            <a:lvl2pPr>
              <a:defRPr sz="1650">
                <a:solidFill>
                  <a:srgbClr val="111827"/>
                </a:solidFill>
              </a:defRPr>
            </a:lvl2pPr>
            <a:lvl3pPr>
              <a:defRPr sz="1650">
                <a:solidFill>
                  <a:srgbClr val="111827"/>
                </a:solidFill>
              </a:defRPr>
            </a:lvl3pPr>
            <a:lvl4pPr>
              <a:defRPr sz="1650">
                <a:solidFill>
                  <a:srgbClr val="111827"/>
                </a:solidFill>
              </a:defRPr>
            </a:lvl4pPr>
            <a:lvl5pPr>
              <a:defRPr sz="1650">
                <a:solidFill>
                  <a:srgbClr val="111827"/>
                </a:solidFill>
              </a:defRPr>
            </a:lvl5pPr>
            <a:lvl6pPr>
              <a:defRPr sz="1650">
                <a:solidFill>
                  <a:srgbClr val="111827"/>
                </a:solidFill>
              </a:defRPr>
            </a:lvl6pPr>
            <a:lvl7pPr>
              <a:defRPr sz="1650">
                <a:solidFill>
                  <a:srgbClr val="111827"/>
                </a:solidFill>
              </a:defRPr>
            </a:lvl7pPr>
            <a:lvl8pPr>
              <a:defRPr sz="1650">
                <a:solidFill>
                  <a:srgbClr val="111827"/>
                </a:solidFill>
              </a:defRPr>
            </a:lvl8pPr>
            <a:lvl9pPr>
              <a:defRPr sz="1650">
                <a:solidFill>
                  <a:srgbClr val="111827"/>
                </a:solidFill>
              </a:defRPr>
            </a:lvl9pPr>
          </a:lstStyle>
          <a:p>
            <a:pPr>
              <a:defRPr sz="1650">
                <a:solidFill>
                  <a:srgbClr val="111827"/>
                </a:solidFill>
              </a:defRPr>
            </a:pPr>
            <a:r>
              <a:rPr sz="1650">
                <a:solidFill>
                  <a:srgbClr val="111827"/>
                </a:solidFill>
              </a:rPr>
              <a:t>S01/S06 → S07 Lịch → chọn ngày/giờ → lưu → xác nhận; dữ liệu thiếu → thông báo lỗi</a:t>
            </a:r>
            <a:endParaRPr sz="1650">
              <a:solidFill>
                <a:srgbClr val="111827"/>
              </a:solidFill>
            </a:endParaRPr>
          </a:p>
        </p:txBody>
      </p:sp>
      <p:sp>
        <p:nvSpPr>
          <p:cNvPr id="40" name="Straight Connector 39"/>
          <p:cNvSpPr>
            <a:spLocks noGrp="1"/>
          </p:cNvSpPr>
          <p:nvPr/>
        </p:nvSpPr>
        <p:spPr>
          <a:xfrm>
            <a:off x="1524000" y="6838950"/>
            <a:ext cx="13144500" cy="9525"/>
          </a:xfrm>
          <a:prstGeom prst="line">
            <a:avLst/>
          </a:prstGeom>
          <a:ln w="19050">
            <a:solidFill>
              <a:srgbClr val="A7C9E6"/>
            </a:solidFill>
            <a:prstDash val="solid"/>
          </a:ln>
        </p:spPr>
      </p:sp>
      <p:sp>
        <p:nvSpPr>
          <p:cNvPr id="41" name="Rectangles 40"/>
          <p:cNvSpPr>
            <a:spLocks noGrp="1"/>
          </p:cNvSpPr>
          <p:nvPr/>
        </p:nvSpPr>
        <p:spPr>
          <a:xfrm>
            <a:off x="1524000" y="8096250"/>
            <a:ext cx="13335000" cy="400050"/>
          </a:xfrm>
          <a:prstGeom prst="rect">
            <a:avLst/>
          </a:prstGeom>
          <a:noFill/>
          <a:ln w="0">
            <a:noFill/>
            <a:prstDash val="solid"/>
          </a:ln>
        </p:spPr>
        <p:txBody>
          <a:bodyPr/>
          <a:lstStyle>
            <a:defPPr>
              <a:defRPr sz="1350">
                <a:solidFill>
                  <a:srgbClr val="536878"/>
                </a:solidFill>
              </a:defRPr>
            </a:defPPr>
            <a:lvl1pPr>
              <a:defRPr sz="1350">
                <a:solidFill>
                  <a:srgbClr val="536878"/>
                </a:solidFill>
              </a:defRPr>
            </a:lvl1pPr>
            <a:lvl2pPr>
              <a:defRPr sz="1350">
                <a:solidFill>
                  <a:srgbClr val="536878"/>
                </a:solidFill>
              </a:defRPr>
            </a:lvl2pPr>
            <a:lvl3pPr>
              <a:defRPr sz="1350">
                <a:solidFill>
                  <a:srgbClr val="536878"/>
                </a:solidFill>
              </a:defRPr>
            </a:lvl3pPr>
            <a:lvl4pPr>
              <a:defRPr sz="1350">
                <a:solidFill>
                  <a:srgbClr val="536878"/>
                </a:solidFill>
              </a:defRPr>
            </a:lvl4pPr>
            <a:lvl5pPr>
              <a:defRPr sz="1350">
                <a:solidFill>
                  <a:srgbClr val="536878"/>
                </a:solidFill>
              </a:defRPr>
            </a:lvl5pPr>
            <a:lvl6pPr>
              <a:defRPr sz="1350">
                <a:solidFill>
                  <a:srgbClr val="536878"/>
                </a:solidFill>
              </a:defRPr>
            </a:lvl6pPr>
            <a:lvl7pPr>
              <a:defRPr sz="1350">
                <a:solidFill>
                  <a:srgbClr val="536878"/>
                </a:solidFill>
              </a:defRPr>
            </a:lvl7pPr>
            <a:lvl8pPr>
              <a:defRPr sz="1350">
                <a:solidFill>
                  <a:srgbClr val="536878"/>
                </a:solidFill>
              </a:defRPr>
            </a:lvl8pPr>
            <a:lvl9pPr>
              <a:defRPr sz="1350">
                <a:solidFill>
                  <a:srgbClr val="536878"/>
                </a:solidFill>
              </a:defRPr>
            </a:lvl9pPr>
          </a:lstStyle>
          <a:p>
            <a:pPr>
              <a:defRPr sz="1350">
                <a:solidFill>
                  <a:srgbClr val="536878"/>
                </a:solidFill>
              </a:defRPr>
            </a:pPr>
            <a:r>
              <a:rPr sz="1350">
                <a:solidFill>
                  <a:srgbClr val="536878"/>
                </a:solidFill>
              </a:rPr>
              <a:t>Phục hồi: nếu không chọn giờ nhắc hoặc không lưu được lịch, hiển thị thông báo và giữ nguyên dữ liệu đã nhập.</a:t>
            </a:r>
            <a:endParaRPr sz="1350">
              <a:solidFill>
                <a:srgbClr val="53687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p:sp>
        <p:nvSpPr>
          <p:cNvPr id="3" name="Freeform 3"/>
          <p:cNvSpPr>
            <a:spLocks noGrp="1"/>
          </p:cNvSpPr>
          <p:nvPr/>
        </p:nvSpPr>
        <p:spPr>
          <a:xfrm>
            <a:off x="7795227" y="3194175"/>
            <a:ext cx="9464073" cy="1235293"/>
          </a:xfrm>
          <a:custGeom>
            <a:avLst/>
            <a:gdLst/>
            <a:ahLst/>
            <a:cxnLst/>
            <a:rect l="l" t="t" r="r" b="b"/>
            <a:pathLst>
              <a:path w="2492595" h="325345">
                <a:moveTo>
                  <a:pt x="22087" y="0"/>
                </a:moveTo>
                <a:lnTo>
                  <a:pt x="2470509" y="0"/>
                </a:lnTo>
                <a:cubicBezTo>
                  <a:pt x="2482707" y="0"/>
                  <a:pt x="2492595" y="9889"/>
                  <a:pt x="2492595" y="22087"/>
                </a:cubicBezTo>
                <a:lnTo>
                  <a:pt x="2492595" y="303258"/>
                </a:lnTo>
                <a:cubicBezTo>
                  <a:pt x="2492595" y="309116"/>
                  <a:pt x="2490268" y="314734"/>
                  <a:pt x="2486126" y="318876"/>
                </a:cubicBezTo>
                <a:cubicBezTo>
                  <a:pt x="2481984" y="323018"/>
                  <a:pt x="2476366" y="325345"/>
                  <a:pt x="2470509" y="325345"/>
                </a:cubicBezTo>
                <a:lnTo>
                  <a:pt x="22087" y="325345"/>
                </a:lnTo>
                <a:cubicBezTo>
                  <a:pt x="9889" y="325345"/>
                  <a:pt x="0" y="315456"/>
                  <a:pt x="0" y="303258"/>
                </a:cubicBezTo>
                <a:lnTo>
                  <a:pt x="0" y="22087"/>
                </a:lnTo>
                <a:cubicBezTo>
                  <a:pt x="0" y="16229"/>
                  <a:pt x="2327" y="10611"/>
                  <a:pt x="6469" y="6469"/>
                </a:cubicBezTo>
                <a:cubicBezTo>
                  <a:pt x="10611" y="2327"/>
                  <a:pt x="16229" y="0"/>
                  <a:pt x="22087" y="0"/>
                </a:cubicBezTo>
                <a:close/>
              </a:path>
            </a:pathLst>
          </a:custGeom>
          <a:solidFill>
            <a:srgbClr val="548CA8"/>
          </a:solidFill>
        </p:spPr>
      </p:sp>
      <p:sp>
        <p:nvSpPr>
          <p:cNvPr id="4" name="TextBox 4"/>
          <p:cNvSpPr>
            <a:spLocks noGrp="1"/>
          </p:cNvSpPr>
          <p:nvPr/>
        </p:nvSpPr>
        <p:spPr>
          <a:xfrm>
            <a:off x="7795227" y="3049515"/>
            <a:ext cx="9464073" cy="1379953"/>
          </a:xfrm>
          <a:prstGeom prst="rect">
            <a:avLst/>
          </a:prstGeom>
        </p:spPr>
        <p:txBody>
          <a:bodyPr lIns="50800" tIns="50800" rIns="50800" bIns="50800" anchor="ctr"/>
          <a:lstStyle/>
          <a:p>
            <a:pPr algn="ctr">
              <a:lnSpc>
                <a:spcPts val="2660"/>
              </a:lnSpc>
              <a:buNone/>
            </a:pPr>
          </a:p>
        </p:txBody>
      </p:sp>
      <p:sp>
        <p:nvSpPr>
          <p:cNvPr id="6" name="Freeform 6"/>
          <p:cNvSpPr>
            <a:spLocks noGrp="1"/>
          </p:cNvSpPr>
          <p:nvPr/>
        </p:nvSpPr>
        <p:spPr>
          <a:xfrm>
            <a:off x="7795227" y="4715219"/>
            <a:ext cx="9464073" cy="1235293"/>
          </a:xfrm>
          <a:custGeom>
            <a:avLst/>
            <a:gdLst/>
            <a:ahLst/>
            <a:cxnLst/>
            <a:rect l="l" t="t" r="r" b="b"/>
            <a:pathLst>
              <a:path w="2492595" h="325345">
                <a:moveTo>
                  <a:pt x="22087" y="0"/>
                </a:moveTo>
                <a:lnTo>
                  <a:pt x="2470509" y="0"/>
                </a:lnTo>
                <a:cubicBezTo>
                  <a:pt x="2482707" y="0"/>
                  <a:pt x="2492595" y="9889"/>
                  <a:pt x="2492595" y="22087"/>
                </a:cubicBezTo>
                <a:lnTo>
                  <a:pt x="2492595" y="303258"/>
                </a:lnTo>
                <a:cubicBezTo>
                  <a:pt x="2492595" y="309116"/>
                  <a:pt x="2490268" y="314734"/>
                  <a:pt x="2486126" y="318876"/>
                </a:cubicBezTo>
                <a:cubicBezTo>
                  <a:pt x="2481984" y="323018"/>
                  <a:pt x="2476366" y="325345"/>
                  <a:pt x="2470509" y="325345"/>
                </a:cubicBezTo>
                <a:lnTo>
                  <a:pt x="22087" y="325345"/>
                </a:lnTo>
                <a:cubicBezTo>
                  <a:pt x="9889" y="325345"/>
                  <a:pt x="0" y="315456"/>
                  <a:pt x="0" y="303258"/>
                </a:cubicBezTo>
                <a:lnTo>
                  <a:pt x="0" y="22087"/>
                </a:lnTo>
                <a:cubicBezTo>
                  <a:pt x="0" y="16229"/>
                  <a:pt x="2327" y="10611"/>
                  <a:pt x="6469" y="6469"/>
                </a:cubicBezTo>
                <a:cubicBezTo>
                  <a:pt x="10611" y="2327"/>
                  <a:pt x="16229" y="0"/>
                  <a:pt x="22087" y="0"/>
                </a:cubicBezTo>
                <a:close/>
              </a:path>
            </a:pathLst>
          </a:custGeom>
          <a:solidFill>
            <a:srgbClr val="548CA8"/>
          </a:solidFill>
        </p:spPr>
      </p:sp>
      <p:sp>
        <p:nvSpPr>
          <p:cNvPr id="7" name="TextBox 7"/>
          <p:cNvSpPr>
            <a:spLocks noGrp="1"/>
          </p:cNvSpPr>
          <p:nvPr/>
        </p:nvSpPr>
        <p:spPr>
          <a:xfrm>
            <a:off x="7795227" y="4570559"/>
            <a:ext cx="9464073" cy="1379953"/>
          </a:xfrm>
          <a:prstGeom prst="rect">
            <a:avLst/>
          </a:prstGeom>
        </p:spPr>
        <p:txBody>
          <a:bodyPr lIns="50800" tIns="50800" rIns="50800" bIns="50800" anchor="ctr"/>
          <a:lstStyle/>
          <a:p>
            <a:pPr algn="ctr">
              <a:lnSpc>
                <a:spcPts val="2660"/>
              </a:lnSpc>
              <a:buNone/>
            </a:pPr>
          </a:p>
        </p:txBody>
      </p:sp>
      <p:sp>
        <p:nvSpPr>
          <p:cNvPr id="9" name="Freeform 9"/>
          <p:cNvSpPr>
            <a:spLocks noGrp="1"/>
          </p:cNvSpPr>
          <p:nvPr/>
        </p:nvSpPr>
        <p:spPr>
          <a:xfrm>
            <a:off x="7795227" y="6236262"/>
            <a:ext cx="9464073" cy="1235293"/>
          </a:xfrm>
          <a:custGeom>
            <a:avLst/>
            <a:gdLst/>
            <a:ahLst/>
            <a:cxnLst/>
            <a:rect l="l" t="t" r="r" b="b"/>
            <a:pathLst>
              <a:path w="2492595" h="325345">
                <a:moveTo>
                  <a:pt x="22087" y="0"/>
                </a:moveTo>
                <a:lnTo>
                  <a:pt x="2470509" y="0"/>
                </a:lnTo>
                <a:cubicBezTo>
                  <a:pt x="2482707" y="0"/>
                  <a:pt x="2492595" y="9889"/>
                  <a:pt x="2492595" y="22087"/>
                </a:cubicBezTo>
                <a:lnTo>
                  <a:pt x="2492595" y="303258"/>
                </a:lnTo>
                <a:cubicBezTo>
                  <a:pt x="2492595" y="309116"/>
                  <a:pt x="2490268" y="314734"/>
                  <a:pt x="2486126" y="318876"/>
                </a:cubicBezTo>
                <a:cubicBezTo>
                  <a:pt x="2481984" y="323018"/>
                  <a:pt x="2476366" y="325345"/>
                  <a:pt x="2470509" y="325345"/>
                </a:cubicBezTo>
                <a:lnTo>
                  <a:pt x="22087" y="325345"/>
                </a:lnTo>
                <a:cubicBezTo>
                  <a:pt x="9889" y="325345"/>
                  <a:pt x="0" y="315456"/>
                  <a:pt x="0" y="303258"/>
                </a:cubicBezTo>
                <a:lnTo>
                  <a:pt x="0" y="22087"/>
                </a:lnTo>
                <a:cubicBezTo>
                  <a:pt x="0" y="16229"/>
                  <a:pt x="2327" y="10611"/>
                  <a:pt x="6469" y="6469"/>
                </a:cubicBezTo>
                <a:cubicBezTo>
                  <a:pt x="10611" y="2327"/>
                  <a:pt x="16229" y="0"/>
                  <a:pt x="22087" y="0"/>
                </a:cubicBezTo>
                <a:close/>
              </a:path>
            </a:pathLst>
          </a:custGeom>
          <a:solidFill>
            <a:srgbClr val="548CA8"/>
          </a:solidFill>
        </p:spPr>
      </p:sp>
      <p:sp>
        <p:nvSpPr>
          <p:cNvPr id="10" name="TextBox 10"/>
          <p:cNvSpPr>
            <a:spLocks noGrp="1"/>
          </p:cNvSpPr>
          <p:nvPr/>
        </p:nvSpPr>
        <p:spPr>
          <a:xfrm>
            <a:off x="7795227" y="6091602"/>
            <a:ext cx="9464073" cy="1379953"/>
          </a:xfrm>
          <a:prstGeom prst="rect">
            <a:avLst/>
          </a:prstGeom>
        </p:spPr>
        <p:txBody>
          <a:bodyPr lIns="50800" tIns="50800" rIns="50800" bIns="50800" anchor="ctr"/>
          <a:lstStyle/>
          <a:p>
            <a:pPr algn="ctr">
              <a:lnSpc>
                <a:spcPts val="2660"/>
              </a:lnSpc>
              <a:buNone/>
            </a:pPr>
          </a:p>
        </p:txBody>
      </p:sp>
      <p:sp>
        <p:nvSpPr>
          <p:cNvPr id="12" name="Freeform 12"/>
          <p:cNvSpPr>
            <a:spLocks noGrp="1"/>
          </p:cNvSpPr>
          <p:nvPr/>
        </p:nvSpPr>
        <p:spPr>
          <a:xfrm>
            <a:off x="7795227" y="7757306"/>
            <a:ext cx="9464073" cy="1235293"/>
          </a:xfrm>
          <a:custGeom>
            <a:avLst/>
            <a:gdLst/>
            <a:ahLst/>
            <a:cxnLst/>
            <a:rect l="l" t="t" r="r" b="b"/>
            <a:pathLst>
              <a:path w="2492595" h="325345">
                <a:moveTo>
                  <a:pt x="22087" y="0"/>
                </a:moveTo>
                <a:lnTo>
                  <a:pt x="2470509" y="0"/>
                </a:lnTo>
                <a:cubicBezTo>
                  <a:pt x="2482707" y="0"/>
                  <a:pt x="2492595" y="9889"/>
                  <a:pt x="2492595" y="22087"/>
                </a:cubicBezTo>
                <a:lnTo>
                  <a:pt x="2492595" y="303258"/>
                </a:lnTo>
                <a:cubicBezTo>
                  <a:pt x="2492595" y="309116"/>
                  <a:pt x="2490268" y="314734"/>
                  <a:pt x="2486126" y="318876"/>
                </a:cubicBezTo>
                <a:cubicBezTo>
                  <a:pt x="2481984" y="323018"/>
                  <a:pt x="2476366" y="325345"/>
                  <a:pt x="2470509" y="325345"/>
                </a:cubicBezTo>
                <a:lnTo>
                  <a:pt x="22087" y="325345"/>
                </a:lnTo>
                <a:cubicBezTo>
                  <a:pt x="9889" y="325345"/>
                  <a:pt x="0" y="315456"/>
                  <a:pt x="0" y="303258"/>
                </a:cubicBezTo>
                <a:lnTo>
                  <a:pt x="0" y="22087"/>
                </a:lnTo>
                <a:cubicBezTo>
                  <a:pt x="0" y="16229"/>
                  <a:pt x="2327" y="10611"/>
                  <a:pt x="6469" y="6469"/>
                </a:cubicBezTo>
                <a:cubicBezTo>
                  <a:pt x="10611" y="2327"/>
                  <a:pt x="16229" y="0"/>
                  <a:pt x="22087" y="0"/>
                </a:cubicBezTo>
                <a:close/>
              </a:path>
            </a:pathLst>
          </a:custGeom>
          <a:solidFill>
            <a:srgbClr val="548CA8"/>
          </a:solidFill>
        </p:spPr>
      </p:sp>
      <p:sp>
        <p:nvSpPr>
          <p:cNvPr id="13" name="TextBox 13"/>
          <p:cNvSpPr>
            <a:spLocks noGrp="1"/>
          </p:cNvSpPr>
          <p:nvPr/>
        </p:nvSpPr>
        <p:spPr>
          <a:xfrm>
            <a:off x="7795227" y="7612646"/>
            <a:ext cx="9464073" cy="1379953"/>
          </a:xfrm>
          <a:prstGeom prst="rect">
            <a:avLst/>
          </a:prstGeom>
        </p:spPr>
        <p:txBody>
          <a:bodyPr lIns="50800" tIns="50800" rIns="50800" bIns="50800" anchor="ctr"/>
          <a:lstStyle/>
          <a:p>
            <a:pPr algn="ctr">
              <a:lnSpc>
                <a:spcPts val="2660"/>
              </a:lnSpc>
              <a:buNone/>
            </a:pPr>
          </a:p>
        </p:txBody>
      </p:sp>
      <p:sp>
        <p:nvSpPr>
          <p:cNvPr id="15" name="Freeform 15"/>
          <p:cNvSpPr>
            <a:spLocks noGrp="1"/>
          </p:cNvSpPr>
          <p:nvPr/>
        </p:nvSpPr>
        <p:spPr>
          <a:xfrm>
            <a:off x="3842966" y="6046104"/>
            <a:ext cx="5842437" cy="50553"/>
          </a:xfrm>
          <a:custGeom>
            <a:avLst/>
            <a:gdLst/>
            <a:ahLst/>
            <a:cxnLst/>
            <a:rect l="l" t="t" r="r" b="b"/>
            <a:pathLst>
              <a:path w="1538749" h="13314">
                <a:moveTo>
                  <a:pt x="0" y="0"/>
                </a:moveTo>
                <a:lnTo>
                  <a:pt x="1538749" y="0"/>
                </a:lnTo>
                <a:lnTo>
                  <a:pt x="1538749" y="13314"/>
                </a:lnTo>
                <a:lnTo>
                  <a:pt x="0" y="13314"/>
                </a:lnTo>
                <a:close/>
              </a:path>
            </a:pathLst>
          </a:custGeom>
          <a:solidFill>
            <a:srgbClr val="476072"/>
          </a:solidFill>
        </p:spPr>
      </p:sp>
      <p:sp>
        <p:nvSpPr>
          <p:cNvPr id="16" name="TextBox 16"/>
          <p:cNvSpPr>
            <a:spLocks noGrp="1"/>
          </p:cNvSpPr>
          <p:nvPr/>
        </p:nvSpPr>
        <p:spPr>
          <a:xfrm>
            <a:off x="3842966" y="5901440"/>
            <a:ext cx="5842437" cy="195217"/>
          </a:xfrm>
          <a:prstGeom prst="rect">
            <a:avLst/>
          </a:prstGeom>
        </p:spPr>
        <p:txBody>
          <a:bodyPr lIns="50800" tIns="50800" rIns="50800" bIns="50800" anchor="ctr"/>
          <a:lstStyle/>
          <a:p>
            <a:pPr algn="ctr">
              <a:lnSpc>
                <a:spcPts val="2660"/>
              </a:lnSpc>
              <a:buNone/>
            </a:pPr>
          </a:p>
        </p:txBody>
      </p:sp>
      <p:sp>
        <p:nvSpPr>
          <p:cNvPr id="18" name="Freeform 18"/>
          <p:cNvSpPr>
            <a:spLocks noGrp="1"/>
          </p:cNvSpPr>
          <p:nvPr/>
        </p:nvSpPr>
        <p:spPr>
          <a:xfrm>
            <a:off x="2610178" y="1311639"/>
            <a:ext cx="2744423" cy="5483182"/>
          </a:xfrm>
          <a:custGeom>
            <a:avLst/>
            <a:gdLst/>
            <a:ahLst/>
            <a:cxnLst/>
            <a:rect l="l" t="t" r="r" b="b"/>
            <a:pathLst>
              <a:path w="722811" h="1444130">
                <a:moveTo>
                  <a:pt x="0" y="0"/>
                </a:moveTo>
                <a:lnTo>
                  <a:pt x="722811" y="0"/>
                </a:lnTo>
                <a:lnTo>
                  <a:pt x="722811" y="1444130"/>
                </a:lnTo>
                <a:lnTo>
                  <a:pt x="0" y="1444130"/>
                </a:lnTo>
                <a:close/>
              </a:path>
            </a:pathLst>
          </a:custGeom>
          <a:solidFill>
            <a:srgbClr val="548CA8"/>
          </a:solidFill>
        </p:spPr>
      </p:sp>
      <p:sp>
        <p:nvSpPr>
          <p:cNvPr id="19" name="TextBox 19"/>
          <p:cNvSpPr>
            <a:spLocks noGrp="1"/>
          </p:cNvSpPr>
          <p:nvPr/>
        </p:nvSpPr>
        <p:spPr>
          <a:xfrm>
            <a:off x="2610178" y="1166979"/>
            <a:ext cx="2744423" cy="5627842"/>
          </a:xfrm>
          <a:prstGeom prst="rect">
            <a:avLst/>
          </a:prstGeom>
        </p:spPr>
        <p:txBody>
          <a:bodyPr lIns="50800" tIns="50800" rIns="50800" bIns="50800" anchor="ctr"/>
          <a:lstStyle/>
          <a:p>
            <a:pPr algn="ctr">
              <a:lnSpc>
                <a:spcPts val="2660"/>
              </a:lnSpc>
              <a:buNone/>
            </a:pPr>
          </a:p>
        </p:txBody>
      </p:sp>
      <p:sp>
        <p:nvSpPr>
          <p:cNvPr id="21" name="Freeform 21"/>
          <p:cNvSpPr>
            <a:spLocks noGrp="1"/>
          </p:cNvSpPr>
          <p:nvPr/>
        </p:nvSpPr>
        <p:spPr>
          <a:xfrm>
            <a:off x="0" y="-203137"/>
            <a:ext cx="4948650" cy="7674693"/>
          </a:xfrm>
          <a:custGeom>
            <a:avLst/>
            <a:gdLst/>
            <a:ahLst/>
            <a:cxnLst/>
            <a:rect l="l" t="t" r="r" b="b"/>
            <a:pathLst>
              <a:path w="766675" h="1189011">
                <a:moveTo>
                  <a:pt x="0" y="0"/>
                </a:moveTo>
                <a:lnTo>
                  <a:pt x="766675" y="0"/>
                </a:lnTo>
                <a:lnTo>
                  <a:pt x="766675" y="1189011"/>
                </a:lnTo>
                <a:lnTo>
                  <a:pt x="0" y="1189011"/>
                </a:lnTo>
                <a:close/>
              </a:path>
            </a:pathLst>
          </a:custGeom>
          <a:blipFill>
            <a:blip r:embed="rId1"/>
            <a:stretch>
              <a:fillRect l="-107931" r="-41036"/>
            </a:stretch>
          </a:blipFill>
        </p:spPr>
      </p:sp>
      <p:sp>
        <p:nvSpPr>
          <p:cNvPr id="22" name="Freeform 22"/>
          <p:cNvSpPr>
            <a:spLocks noGrp="1"/>
          </p:cNvSpPr>
          <p:nvPr/>
        </p:nvSpPr>
        <p:spPr>
          <a:xfrm>
            <a:off x="126" y="8124587"/>
            <a:ext cx="2162425" cy="2162425"/>
          </a:xfrm>
          <a:custGeom>
            <a:avLst/>
            <a:gdLst/>
            <a:ahLst/>
            <a:cxnLst/>
            <a:rect l="l" t="t" r="r" b="b"/>
            <a:pathLst>
              <a:path w="2162425" h="2162425">
                <a:moveTo>
                  <a:pt x="0" y="0"/>
                </a:moveTo>
                <a:lnTo>
                  <a:pt x="2162424" y="0"/>
                </a:lnTo>
                <a:lnTo>
                  <a:pt x="2162424" y="2162424"/>
                </a:lnTo>
                <a:lnTo>
                  <a:pt x="0" y="21624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p>
            <a:endParaRPr lang="en-US"/>
          </a:p>
        </p:txBody>
      </p:sp>
      <p:sp>
        <p:nvSpPr>
          <p:cNvPr id="23" name="TextBox 23"/>
          <p:cNvSpPr>
            <a:spLocks noGrp="1"/>
          </p:cNvSpPr>
          <p:nvPr/>
        </p:nvSpPr>
        <p:spPr>
          <a:xfrm>
            <a:off x="5264149" y="1009650"/>
            <a:ext cx="11995151" cy="1291463"/>
          </a:xfrm>
          <a:prstGeom prst="rect">
            <a:avLst/>
          </a:prstGeom>
        </p:spPr>
        <p:txBody>
          <a:bodyPr lIns="0" tIns="0" rIns="0" bIns="0" anchor="t">
            <a:spAutoFit/>
          </a:bodyPr>
          <a:lstStyle/>
          <a:p>
            <a:pPr algn="r">
              <a:lnSpc>
                <a:spcPts val="10170"/>
              </a:lnSpc>
              <a:buNone/>
            </a:pPr>
            <a:endParaRPr sz="9000" b="1">
              <a:solidFill>
                <a:srgbClr val="548CA8"/>
              </a:solidFill>
              <a:latin typeface="Poppins Bold" panose="00000800000000000000"/>
              <a:ea typeface="Poppins Bold" panose="00000800000000000000"/>
              <a:cs typeface="Poppins Bold" panose="00000800000000000000"/>
            </a:endParaRPr>
          </a:p>
        </p:txBody>
      </p:sp>
      <p:sp>
        <p:nvSpPr>
          <p:cNvPr id="24" name="TextBox 24"/>
          <p:cNvSpPr>
            <a:spLocks noGrp="1"/>
          </p:cNvSpPr>
          <p:nvPr/>
        </p:nvSpPr>
        <p:spPr>
          <a:xfrm>
            <a:off x="8580161" y="3486794"/>
            <a:ext cx="7990447" cy="568833"/>
          </a:xfrm>
          <a:prstGeom prst="rect">
            <a:avLst/>
          </a:prstGeom>
        </p:spPr>
        <p:txBody>
          <a:bodyPr lIns="0" tIns="0" rIns="0" bIns="0" anchor="t">
            <a:spAutoFit/>
          </a:bodyPr>
          <a:lstStyle/>
          <a:p>
            <a:pPr algn="ctr">
              <a:lnSpc>
                <a:spcPts val="4480"/>
              </a:lnSpc>
              <a:buNone/>
            </a:pPr>
            <a:endParaRPr sz="3200">
              <a:solidFill>
                <a:srgbClr val="FFFFFF"/>
              </a:solidFill>
              <a:latin typeface="Poppins" panose="00000500000000000000"/>
              <a:ea typeface="Poppins" panose="00000500000000000000"/>
              <a:cs typeface="Poppins" panose="00000500000000000000"/>
            </a:endParaRPr>
          </a:p>
        </p:txBody>
      </p:sp>
      <p:sp>
        <p:nvSpPr>
          <p:cNvPr id="25" name="TextBox 25"/>
          <p:cNvSpPr>
            <a:spLocks noGrp="1"/>
          </p:cNvSpPr>
          <p:nvPr/>
        </p:nvSpPr>
        <p:spPr>
          <a:xfrm>
            <a:off x="9437852" y="5010494"/>
            <a:ext cx="6275065" cy="568833"/>
          </a:xfrm>
          <a:prstGeom prst="rect">
            <a:avLst/>
          </a:prstGeom>
        </p:spPr>
        <p:txBody>
          <a:bodyPr lIns="0" tIns="0" rIns="0" bIns="0" anchor="t">
            <a:spAutoFit/>
          </a:bodyPr>
          <a:lstStyle/>
          <a:p>
            <a:pPr algn="ctr">
              <a:lnSpc>
                <a:spcPts val="4480"/>
              </a:lnSpc>
              <a:buNone/>
            </a:pPr>
            <a:endParaRPr sz="3200">
              <a:solidFill>
                <a:srgbClr val="FFFFFF"/>
              </a:solidFill>
              <a:latin typeface="Poppins" panose="00000500000000000000"/>
              <a:ea typeface="Poppins" panose="00000500000000000000"/>
              <a:cs typeface="Poppins" panose="00000500000000000000"/>
            </a:endParaRPr>
          </a:p>
        </p:txBody>
      </p:sp>
      <p:sp>
        <p:nvSpPr>
          <p:cNvPr id="26" name="TextBox 26"/>
          <p:cNvSpPr>
            <a:spLocks noGrp="1"/>
          </p:cNvSpPr>
          <p:nvPr/>
        </p:nvSpPr>
        <p:spPr>
          <a:xfrm>
            <a:off x="9437852" y="6527828"/>
            <a:ext cx="6275065" cy="568833"/>
          </a:xfrm>
          <a:prstGeom prst="rect">
            <a:avLst/>
          </a:prstGeom>
        </p:spPr>
        <p:txBody>
          <a:bodyPr lIns="0" tIns="0" rIns="0" bIns="0" anchor="t">
            <a:spAutoFit/>
          </a:bodyPr>
          <a:lstStyle/>
          <a:p>
            <a:pPr algn="ctr">
              <a:lnSpc>
                <a:spcPts val="4480"/>
              </a:lnSpc>
              <a:buNone/>
            </a:pPr>
            <a:endParaRPr sz="3200">
              <a:solidFill>
                <a:srgbClr val="FFFFFF"/>
              </a:solidFill>
              <a:latin typeface="Poppins" panose="00000500000000000000"/>
              <a:ea typeface="Poppins" panose="00000500000000000000"/>
              <a:cs typeface="Poppins" panose="00000500000000000000"/>
            </a:endParaRPr>
          </a:p>
        </p:txBody>
      </p:sp>
      <p:sp>
        <p:nvSpPr>
          <p:cNvPr id="27" name="TextBox 27"/>
          <p:cNvSpPr>
            <a:spLocks noGrp="1"/>
          </p:cNvSpPr>
          <p:nvPr/>
        </p:nvSpPr>
        <p:spPr>
          <a:xfrm>
            <a:off x="9437852" y="8063936"/>
            <a:ext cx="6275065" cy="568833"/>
          </a:xfrm>
          <a:prstGeom prst="rect">
            <a:avLst/>
          </a:prstGeom>
        </p:spPr>
        <p:txBody>
          <a:bodyPr lIns="0" tIns="0" rIns="0" bIns="0" anchor="t">
            <a:spAutoFit/>
          </a:bodyPr>
          <a:lstStyle/>
          <a:p>
            <a:pPr algn="ctr">
              <a:lnSpc>
                <a:spcPts val="4480"/>
              </a:lnSpc>
              <a:buNone/>
            </a:pPr>
            <a:endParaRPr sz="3200">
              <a:solidFill>
                <a:srgbClr val="FFFFFF"/>
              </a:solidFill>
              <a:latin typeface="Poppins" panose="00000500000000000000"/>
              <a:ea typeface="Poppins" panose="00000500000000000000"/>
              <a:cs typeface="Poppins" panose="00000500000000000000"/>
            </a:endParaRPr>
          </a:p>
        </p:txBody>
      </p:sp>
      <p:sp>
        <p:nvSpPr>
          <p:cNvPr id="28" name="Rectangles 27"/>
          <p:cNvSpPr>
            <a:spLocks noGrp="1"/>
          </p:cNvSpPr>
          <p:nvPr/>
        </p:nvSpPr>
        <p:spPr>
          <a:xfrm>
            <a:off x="685800" y="2333625"/>
            <a:ext cx="15859125" cy="6286500"/>
          </a:xfrm>
          <a:prstGeom prst="rect">
            <a:avLst/>
          </a:prstGeom>
          <a:solidFill>
            <a:srgbClr val="FFFFFF"/>
          </a:solidFill>
          <a:ln w="0">
            <a:solidFill>
              <a:srgbClr val="FFFFFF"/>
            </a:solidFill>
            <a:prstDash val="solid"/>
          </a:ln>
        </p:spPr>
      </p:sp>
      <p:sp>
        <p:nvSpPr>
          <p:cNvPr id="29" name="Rectangles 28"/>
          <p:cNvSpPr>
            <a:spLocks noGrp="1"/>
          </p:cNvSpPr>
          <p:nvPr/>
        </p:nvSpPr>
        <p:spPr>
          <a:xfrm>
            <a:off x="1047750" y="647700"/>
            <a:ext cx="762000" cy="342900"/>
          </a:xfrm>
          <a:prstGeom prst="rect">
            <a:avLst/>
          </a:prstGeom>
          <a:noFill/>
          <a:ln w="0">
            <a:noFill/>
            <a:prstDash val="solid"/>
          </a:ln>
        </p:spPr>
        <p:txBody>
          <a:bodyPr/>
          <a:lstStyle>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a:pPr>
              <a:defRPr sz="1200" b="1">
                <a:solidFill>
                  <a:srgbClr val="2686C5"/>
                </a:solidFill>
              </a:defRPr>
            </a:pPr>
            <a:r>
              <a:rPr sz="1200" b="1">
                <a:solidFill>
                  <a:srgbClr val="2686C5"/>
                </a:solidFill>
              </a:rPr>
              <a:t>05</a:t>
            </a:r>
            <a:endParaRPr sz="1200" b="1">
              <a:solidFill>
                <a:srgbClr val="2686C5"/>
              </a:solidFill>
            </a:endParaRPr>
          </a:p>
        </p:txBody>
      </p:sp>
      <p:sp>
        <p:nvSpPr>
          <p:cNvPr id="30" name="Rectangles 29"/>
          <p:cNvSpPr>
            <a:spLocks noGrp="1"/>
          </p:cNvSpPr>
          <p:nvPr/>
        </p:nvSpPr>
        <p:spPr>
          <a:xfrm>
            <a:off x="5562600" y="842645"/>
            <a:ext cx="15240000" cy="781050"/>
          </a:xfrm>
          <a:prstGeom prst="rect">
            <a:avLst/>
          </a:prstGeom>
          <a:noFill/>
          <a:ln w="0">
            <a:noFill/>
            <a:prstDash val="solid"/>
          </a:ln>
        </p:spPr>
        <p:txBody>
          <a:bodyPr/>
          <a:lstStyle>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a:pPr>
              <a:defRPr sz="3750" b="1">
                <a:solidFill>
                  <a:srgbClr val="1E5AA8"/>
                </a:solidFill>
              </a:defRPr>
            </a:pPr>
            <a:r>
              <a:rPr sz="3750" b="1">
                <a:solidFill>
                  <a:srgbClr val="1E5AA8"/>
                </a:solidFill>
              </a:rPr>
              <a:t>AI UI Generation</a:t>
            </a:r>
            <a:endParaRPr sz="3750" b="1">
              <a:solidFill>
                <a:srgbClr val="1E5AA8"/>
              </a:solidFill>
            </a:endParaRPr>
          </a:p>
        </p:txBody>
      </p:sp>
      <p:sp>
        <p:nvSpPr>
          <p:cNvPr id="31" name="Rectangles 30"/>
          <p:cNvSpPr>
            <a:spLocks noGrp="1"/>
          </p:cNvSpPr>
          <p:nvPr/>
        </p:nvSpPr>
        <p:spPr>
          <a:xfrm>
            <a:off x="5562600" y="1638300"/>
            <a:ext cx="14287500" cy="438150"/>
          </a:xfrm>
          <a:prstGeom prst="rect">
            <a:avLst/>
          </a:prstGeom>
          <a:noFill/>
          <a:ln w="0">
            <a:noFill/>
            <a:prstDash val="solid"/>
          </a:ln>
        </p:spPr>
        <p:txBody>
          <a:bodyPr/>
          <a:lstStyle>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a:pPr>
              <a:defRPr sz="1575">
                <a:solidFill>
                  <a:srgbClr val="536878"/>
                </a:solidFill>
              </a:defRPr>
            </a:pPr>
            <a:r>
              <a:rPr sz="1575">
                <a:solidFill>
                  <a:srgbClr val="536878"/>
                </a:solidFill>
              </a:rPr>
              <a:t>Google Stitch được dùng để tạo bản UI đầu; prompt, ảnh đầu ra và thay đổi được lưu trong repository.</a:t>
            </a:r>
            <a:endParaRPr sz="1575">
              <a:solidFill>
                <a:srgbClr val="536878"/>
              </a:solidFill>
            </a:endParaRPr>
          </a:p>
        </p:txBody>
      </p:sp>
      <p:pic>
        <p:nvPicPr>
          <p:cNvPr id="32" name="Picture 31"/>
          <p:cNvPicPr>
            <a:picLocks noChangeAspect="1"/>
          </p:cNvPicPr>
          <p:nvPr/>
        </p:nvPicPr>
        <p:blipFill>
          <a:blip r:embed="rId4"/>
          <a:stretch>
            <a:fillRect/>
          </a:stretch>
        </p:blipFill>
        <p:spPr>
          <a:xfrm>
            <a:off x="9906000" y="3934848"/>
            <a:ext cx="5143500" cy="2893554"/>
          </a:xfrm>
          <a:prstGeom prst="roundRect">
            <a:avLst>
              <a:gd name="adj" fmla="val 1481"/>
            </a:avLst>
          </a:prstGeom>
        </p:spPr>
      </p:pic>
      <p:sp>
        <p:nvSpPr>
          <p:cNvPr id="33" name="Rectangles 32"/>
          <p:cNvSpPr>
            <a:spLocks noGrp="1"/>
          </p:cNvSpPr>
          <p:nvPr/>
        </p:nvSpPr>
        <p:spPr>
          <a:xfrm>
            <a:off x="1238250" y="2714625"/>
            <a:ext cx="6191250" cy="381000"/>
          </a:xfrm>
          <a:prstGeom prst="rect">
            <a:avLst/>
          </a:prstGeom>
          <a:noFill/>
          <a:ln w="0">
            <a:noFill/>
            <a:prstDash val="solid"/>
          </a:ln>
        </p:spPr>
        <p:txBody>
          <a:bodyPr/>
          <a:lstStyle>
            <a:defPPr>
              <a:defRPr sz="1800" b="1">
                <a:solidFill>
                  <a:srgbClr val="1E5AA8"/>
                </a:solidFill>
              </a:defRPr>
            </a:defPPr>
            <a:lvl1pPr>
              <a:defRPr sz="1800" b="1">
                <a:solidFill>
                  <a:srgbClr val="1E5AA8"/>
                </a:solidFill>
              </a:defRPr>
            </a:lvl1pPr>
            <a:lvl2pPr>
              <a:defRPr sz="1800" b="1">
                <a:solidFill>
                  <a:srgbClr val="1E5AA8"/>
                </a:solidFill>
              </a:defRPr>
            </a:lvl2pPr>
            <a:lvl3pPr>
              <a:defRPr sz="1800" b="1">
                <a:solidFill>
                  <a:srgbClr val="1E5AA8"/>
                </a:solidFill>
              </a:defRPr>
            </a:lvl3pPr>
            <a:lvl4pPr>
              <a:defRPr sz="1800" b="1">
                <a:solidFill>
                  <a:srgbClr val="1E5AA8"/>
                </a:solidFill>
              </a:defRPr>
            </a:lvl4pPr>
            <a:lvl5pPr>
              <a:defRPr sz="1800" b="1">
                <a:solidFill>
                  <a:srgbClr val="1E5AA8"/>
                </a:solidFill>
              </a:defRPr>
            </a:lvl5pPr>
            <a:lvl6pPr>
              <a:defRPr sz="1800" b="1">
                <a:solidFill>
                  <a:srgbClr val="1E5AA8"/>
                </a:solidFill>
              </a:defRPr>
            </a:lvl6pPr>
            <a:lvl7pPr>
              <a:defRPr sz="1800" b="1">
                <a:solidFill>
                  <a:srgbClr val="1E5AA8"/>
                </a:solidFill>
              </a:defRPr>
            </a:lvl7pPr>
            <a:lvl8pPr>
              <a:defRPr sz="1800" b="1">
                <a:solidFill>
                  <a:srgbClr val="1E5AA8"/>
                </a:solidFill>
              </a:defRPr>
            </a:lvl8pPr>
            <a:lvl9pPr>
              <a:defRPr sz="1800" b="1">
                <a:solidFill>
                  <a:srgbClr val="1E5AA8"/>
                </a:solidFill>
              </a:defRPr>
            </a:lvl9pPr>
          </a:lstStyle>
          <a:p>
            <a:pPr>
              <a:defRPr sz="1800" b="1">
                <a:solidFill>
                  <a:srgbClr val="1E5AA8"/>
                </a:solidFill>
              </a:defRPr>
            </a:pPr>
            <a:r>
              <a:rPr sz="1800" b="1">
                <a:solidFill>
                  <a:srgbClr val="1E5AA8"/>
                </a:solidFill>
              </a:rPr>
              <a:t>Prompt khởi đầu (P00)</a:t>
            </a:r>
            <a:endParaRPr sz="1800" b="1">
              <a:solidFill>
                <a:srgbClr val="1E5AA8"/>
              </a:solidFill>
            </a:endParaRPr>
          </a:p>
        </p:txBody>
      </p:sp>
      <p:sp>
        <p:nvSpPr>
          <p:cNvPr id="34" name="Rectangles 33"/>
          <p:cNvSpPr>
            <a:spLocks noGrp="1"/>
          </p:cNvSpPr>
          <p:nvPr/>
        </p:nvSpPr>
        <p:spPr>
          <a:xfrm>
            <a:off x="1238250" y="3286125"/>
            <a:ext cx="6572250" cy="1143000"/>
          </a:xfrm>
          <a:prstGeom prst="rect">
            <a:avLst/>
          </a:prstGeom>
          <a:noFill/>
          <a:ln w="0">
            <a:noFill/>
            <a:prstDash val="solid"/>
          </a:ln>
        </p:spPr>
        <p:txBody>
          <a:bodyPr/>
          <a:lstStyle>
            <a:defPPr>
              <a:defRPr sz="1725">
                <a:solidFill>
                  <a:srgbClr val="111827"/>
                </a:solidFill>
              </a:defRPr>
            </a:defPPr>
            <a:lvl1pPr>
              <a:defRPr sz="1725">
                <a:solidFill>
                  <a:srgbClr val="111827"/>
                </a:solidFill>
              </a:defRPr>
            </a:lvl1pPr>
            <a:lvl2pPr>
              <a:defRPr sz="1725">
                <a:solidFill>
                  <a:srgbClr val="111827"/>
                </a:solidFill>
              </a:defRPr>
            </a:lvl2pPr>
            <a:lvl3pPr>
              <a:defRPr sz="1725">
                <a:solidFill>
                  <a:srgbClr val="111827"/>
                </a:solidFill>
              </a:defRPr>
            </a:lvl3pPr>
            <a:lvl4pPr>
              <a:defRPr sz="1725">
                <a:solidFill>
                  <a:srgbClr val="111827"/>
                </a:solidFill>
              </a:defRPr>
            </a:lvl4pPr>
            <a:lvl5pPr>
              <a:defRPr sz="1725">
                <a:solidFill>
                  <a:srgbClr val="111827"/>
                </a:solidFill>
              </a:defRPr>
            </a:lvl5pPr>
            <a:lvl6pPr>
              <a:defRPr sz="1725">
                <a:solidFill>
                  <a:srgbClr val="111827"/>
                </a:solidFill>
              </a:defRPr>
            </a:lvl6pPr>
            <a:lvl7pPr>
              <a:defRPr sz="1725">
                <a:solidFill>
                  <a:srgbClr val="111827"/>
                </a:solidFill>
              </a:defRPr>
            </a:lvl7pPr>
            <a:lvl8pPr>
              <a:defRPr sz="1725">
                <a:solidFill>
                  <a:srgbClr val="111827"/>
                </a:solidFill>
              </a:defRPr>
            </a:lvl8pPr>
            <a:lvl9pPr>
              <a:defRPr sz="1725">
                <a:solidFill>
                  <a:srgbClr val="111827"/>
                </a:solidFill>
              </a:defRPr>
            </a:lvl9pPr>
          </a:lstStyle>
          <a:p>
            <a:pPr>
              <a:defRPr sz="1725">
                <a:solidFill>
                  <a:srgbClr val="111827"/>
                </a:solidFill>
              </a:defRPr>
            </a:pPr>
            <a:r>
              <a:rPr sz="1725">
                <a:solidFill>
                  <a:srgbClr val="111827"/>
                </a:solidFill>
              </a:rPr>
              <a:t>“Thiết kế ứng dụng Android Power9 Family Routine cho Linh. Ưu tiên các thói quen 3–10 phút, thao tác nhanh, nhãn rõ ràng và phản hồi lưu thành công.”</a:t>
            </a:r>
            <a:endParaRPr sz="1725">
              <a:solidFill>
                <a:srgbClr val="111827"/>
              </a:solidFill>
            </a:endParaRPr>
          </a:p>
        </p:txBody>
      </p:sp>
      <p:sp>
        <p:nvSpPr>
          <p:cNvPr id="35" name="Rounded Rectangle 34"/>
          <p:cNvSpPr>
            <a:spLocks noGrp="1"/>
          </p:cNvSpPr>
          <p:nvPr/>
        </p:nvSpPr>
        <p:spPr>
          <a:xfrm>
            <a:off x="1238250" y="5048250"/>
            <a:ext cx="6858000" cy="1714500"/>
          </a:xfrm>
          <a:prstGeom prst="roundRect">
            <a:avLst>
              <a:gd name="adj" fmla="val 6667"/>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36" name="Rectangles 35"/>
          <p:cNvSpPr>
            <a:spLocks noGrp="1"/>
          </p:cNvSpPr>
          <p:nvPr/>
        </p:nvSpPr>
        <p:spPr>
          <a:xfrm>
            <a:off x="1238250" y="5048250"/>
            <a:ext cx="95250" cy="1714500"/>
          </a:xfrm>
          <a:prstGeom prst="rect">
            <a:avLst/>
          </a:prstGeom>
          <a:solidFill>
            <a:srgbClr val="2686C5"/>
          </a:solidFill>
          <a:ln w="0">
            <a:solidFill>
              <a:srgbClr val="2686C5"/>
            </a:solidFill>
            <a:prstDash val="solid"/>
          </a:ln>
        </p:spPr>
      </p:sp>
      <p:sp>
        <p:nvSpPr>
          <p:cNvPr id="37" name="Rectangles 36"/>
          <p:cNvSpPr>
            <a:spLocks noGrp="1"/>
          </p:cNvSpPr>
          <p:nvPr/>
        </p:nvSpPr>
        <p:spPr>
          <a:xfrm>
            <a:off x="1524000" y="5257800"/>
            <a:ext cx="63246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Ràng buộc đưa vào prompt</a:t>
            </a:r>
            <a:endParaRPr sz="2025" b="1">
              <a:solidFill>
                <a:srgbClr val="1E5AA8"/>
              </a:solidFill>
            </a:endParaRPr>
          </a:p>
        </p:txBody>
      </p:sp>
      <p:sp>
        <p:nvSpPr>
          <p:cNvPr id="38" name="Rectangles 37"/>
          <p:cNvSpPr>
            <a:spLocks noGrp="1"/>
          </p:cNvSpPr>
          <p:nvPr/>
        </p:nvSpPr>
        <p:spPr>
          <a:xfrm>
            <a:off x="1524000" y="5791200"/>
            <a:ext cx="6324600" cy="80010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Giao diện Android; tiếng Việt có dấu; nút lớn; nội dung gần gũi; hiển thị thời lượng trên card; không dùng gradient.</a:t>
            </a:r>
            <a:endParaRPr sz="1500">
              <a:solidFill>
                <a:srgbClr val="334155"/>
              </a:solidFill>
            </a:endParaRPr>
          </a:p>
        </p:txBody>
      </p:sp>
      <p:sp>
        <p:nvSpPr>
          <p:cNvPr id="39" name="Rectangles 38"/>
          <p:cNvSpPr>
            <a:spLocks noGrp="1"/>
          </p:cNvSpPr>
          <p:nvPr/>
        </p:nvSpPr>
        <p:spPr>
          <a:xfrm>
            <a:off x="1238250" y="7524750"/>
            <a:ext cx="7429500" cy="304800"/>
          </a:xfrm>
          <a:prstGeom prst="rect">
            <a:avLst/>
          </a:prstGeom>
          <a:noFill/>
          <a:ln w="0">
            <a:noFill/>
            <a:prstDash val="solid"/>
          </a:ln>
        </p:spPr>
        <p:txBody>
          <a:bodyPr/>
          <a:lstStyle>
            <a:defPPr>
              <a:defRPr sz="1125">
                <a:solidFill>
                  <a:srgbClr val="536878"/>
                </a:solidFill>
              </a:defRPr>
            </a:defPPr>
            <a:lvl1pPr>
              <a:defRPr sz="1125">
                <a:solidFill>
                  <a:srgbClr val="536878"/>
                </a:solidFill>
              </a:defRPr>
            </a:lvl1pPr>
            <a:lvl2pPr>
              <a:defRPr sz="1125">
                <a:solidFill>
                  <a:srgbClr val="536878"/>
                </a:solidFill>
              </a:defRPr>
            </a:lvl2pPr>
            <a:lvl3pPr>
              <a:defRPr sz="1125">
                <a:solidFill>
                  <a:srgbClr val="536878"/>
                </a:solidFill>
              </a:defRPr>
            </a:lvl3pPr>
            <a:lvl4pPr>
              <a:defRPr sz="1125">
                <a:solidFill>
                  <a:srgbClr val="536878"/>
                </a:solidFill>
              </a:defRPr>
            </a:lvl4pPr>
            <a:lvl5pPr>
              <a:defRPr sz="1125">
                <a:solidFill>
                  <a:srgbClr val="536878"/>
                </a:solidFill>
              </a:defRPr>
            </a:lvl5pPr>
            <a:lvl6pPr>
              <a:defRPr sz="1125">
                <a:solidFill>
                  <a:srgbClr val="536878"/>
                </a:solidFill>
              </a:defRPr>
            </a:lvl6pPr>
            <a:lvl7pPr>
              <a:defRPr sz="1125">
                <a:solidFill>
                  <a:srgbClr val="536878"/>
                </a:solidFill>
              </a:defRPr>
            </a:lvl7pPr>
            <a:lvl8pPr>
              <a:defRPr sz="1125">
                <a:solidFill>
                  <a:srgbClr val="536878"/>
                </a:solidFill>
              </a:defRPr>
            </a:lvl8pPr>
            <a:lvl9pPr>
              <a:defRPr sz="1125">
                <a:solidFill>
                  <a:srgbClr val="536878"/>
                </a:solidFill>
              </a:defRPr>
            </a:lvl9pPr>
          </a:lstStyle>
          <a:p>
            <a:pPr>
              <a:defRPr sz="1125">
                <a:solidFill>
                  <a:srgbClr val="536878"/>
                </a:solidFill>
              </a:defRPr>
            </a:pPr>
            <a:r>
              <a:rPr sz="1125">
                <a:solidFill>
                  <a:srgbClr val="536878"/>
                </a:solidFill>
              </a:rPr>
              <a:t>Bằng chứng đầy đủ: ai/prompts/P00-stitch-initial.md · assets/stitch/V00/</a:t>
            </a:r>
            <a:endParaRPr sz="1125">
              <a:solidFill>
                <a:srgbClr val="53687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p:sp>
        <p:nvSpPr>
          <p:cNvPr id="2" name="Freeform 2"/>
          <p:cNvSpPr>
            <a:spLocks noGrp="1"/>
          </p:cNvSpPr>
          <p:nvPr/>
        </p:nvSpPr>
        <p:spPr>
          <a:xfrm>
            <a:off x="-517095" y="7922023"/>
            <a:ext cx="3091590" cy="3091590"/>
          </a:xfrm>
          <a:custGeom>
            <a:avLst/>
            <a:gdLst/>
            <a:ahLst/>
            <a:cxnLst/>
            <a:rect l="l" t="t" r="r" b="b"/>
            <a:pathLst>
              <a:path w="3091590" h="3091590">
                <a:moveTo>
                  <a:pt x="0" y="0"/>
                </a:moveTo>
                <a:lnTo>
                  <a:pt x="3091590" y="0"/>
                </a:lnTo>
                <a:lnTo>
                  <a:pt x="3091590" y="3091590"/>
                </a:lnTo>
                <a:lnTo>
                  <a:pt x="0" y="309159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a:spLocks noGrp="1"/>
          </p:cNvSpPr>
          <p:nvPr/>
        </p:nvSpPr>
        <p:spPr>
          <a:xfrm>
            <a:off x="1616834" y="2282349"/>
            <a:ext cx="7118142" cy="1218014"/>
          </a:xfrm>
          <a:custGeom>
            <a:avLst/>
            <a:gdLst/>
            <a:ahLst/>
            <a:cxnLst/>
            <a:rect l="l" t="t" r="r" b="b"/>
            <a:pathLst>
              <a:path w="2015787" h="344929">
                <a:moveTo>
                  <a:pt x="29366" y="0"/>
                </a:moveTo>
                <a:lnTo>
                  <a:pt x="1986421" y="0"/>
                </a:lnTo>
                <a:cubicBezTo>
                  <a:pt x="2002639" y="0"/>
                  <a:pt x="2015787" y="13148"/>
                  <a:pt x="2015787" y="29366"/>
                </a:cubicBezTo>
                <a:lnTo>
                  <a:pt x="2015787" y="315563"/>
                </a:lnTo>
                <a:cubicBezTo>
                  <a:pt x="2015787" y="331782"/>
                  <a:pt x="2002639" y="344929"/>
                  <a:pt x="1986421" y="344929"/>
                </a:cubicBezTo>
                <a:lnTo>
                  <a:pt x="29366" y="344929"/>
                </a:lnTo>
                <a:cubicBezTo>
                  <a:pt x="13148" y="344929"/>
                  <a:pt x="0" y="331782"/>
                  <a:pt x="0" y="315563"/>
                </a:cubicBezTo>
                <a:lnTo>
                  <a:pt x="0" y="29366"/>
                </a:lnTo>
                <a:cubicBezTo>
                  <a:pt x="0" y="13148"/>
                  <a:pt x="13148" y="0"/>
                  <a:pt x="29366" y="0"/>
                </a:cubicBezTo>
                <a:close/>
              </a:path>
            </a:pathLst>
          </a:custGeom>
          <a:solidFill>
            <a:srgbClr val="548CA8"/>
          </a:solidFill>
        </p:spPr>
      </p:sp>
      <p:sp>
        <p:nvSpPr>
          <p:cNvPr id="5" name="TextBox 5"/>
          <p:cNvSpPr>
            <a:spLocks noGrp="1"/>
          </p:cNvSpPr>
          <p:nvPr/>
        </p:nvSpPr>
        <p:spPr>
          <a:xfrm>
            <a:off x="1616834" y="2147811"/>
            <a:ext cx="7118142" cy="1352552"/>
          </a:xfrm>
          <a:prstGeom prst="rect">
            <a:avLst/>
          </a:prstGeom>
        </p:spPr>
        <p:txBody>
          <a:bodyPr lIns="50800" tIns="50800" rIns="50800" bIns="50800" anchor="ctr"/>
          <a:lstStyle/>
          <a:p>
            <a:pPr algn="ctr">
              <a:lnSpc>
                <a:spcPts val="2660"/>
              </a:lnSpc>
              <a:buNone/>
            </a:pPr>
          </a:p>
        </p:txBody>
      </p:sp>
      <p:sp>
        <p:nvSpPr>
          <p:cNvPr id="7" name="Freeform 7"/>
          <p:cNvSpPr>
            <a:spLocks noGrp="1"/>
          </p:cNvSpPr>
          <p:nvPr/>
        </p:nvSpPr>
        <p:spPr>
          <a:xfrm>
            <a:off x="1616834" y="3834688"/>
            <a:ext cx="7118142" cy="1218014"/>
          </a:xfrm>
          <a:custGeom>
            <a:avLst/>
            <a:gdLst/>
            <a:ahLst/>
            <a:cxnLst/>
            <a:rect l="l" t="t" r="r" b="b"/>
            <a:pathLst>
              <a:path w="2015787" h="344929">
                <a:moveTo>
                  <a:pt x="29366" y="0"/>
                </a:moveTo>
                <a:lnTo>
                  <a:pt x="1986421" y="0"/>
                </a:lnTo>
                <a:cubicBezTo>
                  <a:pt x="2002639" y="0"/>
                  <a:pt x="2015787" y="13148"/>
                  <a:pt x="2015787" y="29366"/>
                </a:cubicBezTo>
                <a:lnTo>
                  <a:pt x="2015787" y="315563"/>
                </a:lnTo>
                <a:cubicBezTo>
                  <a:pt x="2015787" y="331782"/>
                  <a:pt x="2002639" y="344929"/>
                  <a:pt x="1986421" y="344929"/>
                </a:cubicBezTo>
                <a:lnTo>
                  <a:pt x="29366" y="344929"/>
                </a:lnTo>
                <a:cubicBezTo>
                  <a:pt x="13148" y="344929"/>
                  <a:pt x="0" y="331782"/>
                  <a:pt x="0" y="315563"/>
                </a:cubicBezTo>
                <a:lnTo>
                  <a:pt x="0" y="29366"/>
                </a:lnTo>
                <a:cubicBezTo>
                  <a:pt x="0" y="13148"/>
                  <a:pt x="13148" y="0"/>
                  <a:pt x="29366" y="0"/>
                </a:cubicBezTo>
                <a:close/>
              </a:path>
            </a:pathLst>
          </a:custGeom>
          <a:solidFill>
            <a:srgbClr val="548CA8"/>
          </a:solidFill>
        </p:spPr>
      </p:sp>
      <p:sp>
        <p:nvSpPr>
          <p:cNvPr id="8" name="TextBox 8"/>
          <p:cNvSpPr>
            <a:spLocks noGrp="1"/>
          </p:cNvSpPr>
          <p:nvPr/>
        </p:nvSpPr>
        <p:spPr>
          <a:xfrm>
            <a:off x="1616834" y="3700150"/>
            <a:ext cx="7118142" cy="1352552"/>
          </a:xfrm>
          <a:prstGeom prst="rect">
            <a:avLst/>
          </a:prstGeom>
        </p:spPr>
        <p:txBody>
          <a:bodyPr lIns="50800" tIns="50800" rIns="50800" bIns="50800" anchor="ctr"/>
          <a:lstStyle/>
          <a:p>
            <a:pPr algn="ctr">
              <a:lnSpc>
                <a:spcPts val="2660"/>
              </a:lnSpc>
              <a:buNone/>
            </a:pPr>
          </a:p>
        </p:txBody>
      </p:sp>
      <p:sp>
        <p:nvSpPr>
          <p:cNvPr id="10" name="Freeform 10"/>
          <p:cNvSpPr>
            <a:spLocks noGrp="1"/>
          </p:cNvSpPr>
          <p:nvPr/>
        </p:nvSpPr>
        <p:spPr>
          <a:xfrm>
            <a:off x="1616834" y="5387026"/>
            <a:ext cx="7118142" cy="1218014"/>
          </a:xfrm>
          <a:custGeom>
            <a:avLst/>
            <a:gdLst/>
            <a:ahLst/>
            <a:cxnLst/>
            <a:rect l="l" t="t" r="r" b="b"/>
            <a:pathLst>
              <a:path w="2015787" h="344929">
                <a:moveTo>
                  <a:pt x="29366" y="0"/>
                </a:moveTo>
                <a:lnTo>
                  <a:pt x="1986421" y="0"/>
                </a:lnTo>
                <a:cubicBezTo>
                  <a:pt x="2002639" y="0"/>
                  <a:pt x="2015787" y="13148"/>
                  <a:pt x="2015787" y="29366"/>
                </a:cubicBezTo>
                <a:lnTo>
                  <a:pt x="2015787" y="315563"/>
                </a:lnTo>
                <a:cubicBezTo>
                  <a:pt x="2015787" y="331782"/>
                  <a:pt x="2002639" y="344929"/>
                  <a:pt x="1986421" y="344929"/>
                </a:cubicBezTo>
                <a:lnTo>
                  <a:pt x="29366" y="344929"/>
                </a:lnTo>
                <a:cubicBezTo>
                  <a:pt x="13148" y="344929"/>
                  <a:pt x="0" y="331782"/>
                  <a:pt x="0" y="315563"/>
                </a:cubicBezTo>
                <a:lnTo>
                  <a:pt x="0" y="29366"/>
                </a:lnTo>
                <a:cubicBezTo>
                  <a:pt x="0" y="13148"/>
                  <a:pt x="13148" y="0"/>
                  <a:pt x="29366" y="0"/>
                </a:cubicBezTo>
                <a:close/>
              </a:path>
            </a:pathLst>
          </a:custGeom>
          <a:solidFill>
            <a:srgbClr val="548CA8"/>
          </a:solidFill>
        </p:spPr>
      </p:sp>
      <p:sp>
        <p:nvSpPr>
          <p:cNvPr id="11" name="TextBox 11"/>
          <p:cNvSpPr>
            <a:spLocks noGrp="1"/>
          </p:cNvSpPr>
          <p:nvPr/>
        </p:nvSpPr>
        <p:spPr>
          <a:xfrm>
            <a:off x="1616834" y="5252488"/>
            <a:ext cx="7118142" cy="1352552"/>
          </a:xfrm>
          <a:prstGeom prst="rect">
            <a:avLst/>
          </a:prstGeom>
        </p:spPr>
        <p:txBody>
          <a:bodyPr lIns="50800" tIns="50800" rIns="50800" bIns="50800" anchor="ctr"/>
          <a:lstStyle/>
          <a:p>
            <a:pPr algn="ctr">
              <a:lnSpc>
                <a:spcPts val="2660"/>
              </a:lnSpc>
              <a:buNone/>
            </a:pPr>
          </a:p>
        </p:txBody>
      </p:sp>
      <p:sp>
        <p:nvSpPr>
          <p:cNvPr id="13" name="Freeform 13"/>
          <p:cNvSpPr>
            <a:spLocks noGrp="1"/>
          </p:cNvSpPr>
          <p:nvPr/>
        </p:nvSpPr>
        <p:spPr>
          <a:xfrm>
            <a:off x="1616834" y="6941663"/>
            <a:ext cx="7118142" cy="1218014"/>
          </a:xfrm>
          <a:custGeom>
            <a:avLst/>
            <a:gdLst/>
            <a:ahLst/>
            <a:cxnLst/>
            <a:rect l="l" t="t" r="r" b="b"/>
            <a:pathLst>
              <a:path w="2015787" h="344929">
                <a:moveTo>
                  <a:pt x="29366" y="0"/>
                </a:moveTo>
                <a:lnTo>
                  <a:pt x="1986421" y="0"/>
                </a:lnTo>
                <a:cubicBezTo>
                  <a:pt x="2002639" y="0"/>
                  <a:pt x="2015787" y="13148"/>
                  <a:pt x="2015787" y="29366"/>
                </a:cubicBezTo>
                <a:lnTo>
                  <a:pt x="2015787" y="315563"/>
                </a:lnTo>
                <a:cubicBezTo>
                  <a:pt x="2015787" y="331782"/>
                  <a:pt x="2002639" y="344929"/>
                  <a:pt x="1986421" y="344929"/>
                </a:cubicBezTo>
                <a:lnTo>
                  <a:pt x="29366" y="344929"/>
                </a:lnTo>
                <a:cubicBezTo>
                  <a:pt x="13148" y="344929"/>
                  <a:pt x="0" y="331782"/>
                  <a:pt x="0" y="315563"/>
                </a:cubicBezTo>
                <a:lnTo>
                  <a:pt x="0" y="29366"/>
                </a:lnTo>
                <a:cubicBezTo>
                  <a:pt x="0" y="13148"/>
                  <a:pt x="13148" y="0"/>
                  <a:pt x="29366" y="0"/>
                </a:cubicBezTo>
                <a:close/>
              </a:path>
            </a:pathLst>
          </a:custGeom>
          <a:solidFill>
            <a:srgbClr val="548CA8"/>
          </a:solidFill>
        </p:spPr>
      </p:sp>
      <p:sp>
        <p:nvSpPr>
          <p:cNvPr id="14" name="TextBox 14"/>
          <p:cNvSpPr>
            <a:spLocks noGrp="1"/>
          </p:cNvSpPr>
          <p:nvPr/>
        </p:nvSpPr>
        <p:spPr>
          <a:xfrm>
            <a:off x="1616834" y="6807125"/>
            <a:ext cx="7118142" cy="1352552"/>
          </a:xfrm>
          <a:prstGeom prst="rect">
            <a:avLst/>
          </a:prstGeom>
        </p:spPr>
        <p:txBody>
          <a:bodyPr lIns="50800" tIns="50800" rIns="50800" bIns="50800" anchor="ctr"/>
          <a:lstStyle/>
          <a:p>
            <a:pPr algn="ctr">
              <a:lnSpc>
                <a:spcPts val="2660"/>
              </a:lnSpc>
              <a:buNone/>
            </a:pPr>
          </a:p>
        </p:txBody>
      </p:sp>
      <p:sp>
        <p:nvSpPr>
          <p:cNvPr id="16" name="Freeform 16"/>
          <p:cNvSpPr>
            <a:spLocks noGrp="1"/>
          </p:cNvSpPr>
          <p:nvPr/>
        </p:nvSpPr>
        <p:spPr>
          <a:xfrm>
            <a:off x="9430544" y="5447368"/>
            <a:ext cx="7240622" cy="2712309"/>
          </a:xfrm>
          <a:custGeom>
            <a:avLst/>
            <a:gdLst/>
            <a:ahLst/>
            <a:cxnLst/>
            <a:rect l="l" t="t" r="r" b="b"/>
            <a:pathLst>
              <a:path w="1121762" h="420208">
                <a:moveTo>
                  <a:pt x="0" y="0"/>
                </a:moveTo>
                <a:lnTo>
                  <a:pt x="1121762" y="0"/>
                </a:lnTo>
                <a:lnTo>
                  <a:pt x="1121762" y="420208"/>
                </a:lnTo>
                <a:lnTo>
                  <a:pt x="0" y="420208"/>
                </a:lnTo>
                <a:close/>
              </a:path>
            </a:pathLst>
          </a:custGeom>
          <a:blipFill>
            <a:blip r:embed="rId3"/>
            <a:stretch>
              <a:fillRect t="-38929" b="-38929"/>
            </a:stretch>
          </a:blipFill>
        </p:spPr>
      </p:sp>
      <p:sp>
        <p:nvSpPr>
          <p:cNvPr id="17" name="TextBox 17"/>
          <p:cNvSpPr>
            <a:spLocks noGrp="1"/>
          </p:cNvSpPr>
          <p:nvPr/>
        </p:nvSpPr>
        <p:spPr>
          <a:xfrm>
            <a:off x="8306357" y="762923"/>
            <a:ext cx="8364808" cy="1291463"/>
          </a:xfrm>
          <a:prstGeom prst="rect">
            <a:avLst/>
          </a:prstGeom>
        </p:spPr>
        <p:txBody>
          <a:bodyPr lIns="0" tIns="0" rIns="0" bIns="0" anchor="t">
            <a:spAutoFit/>
          </a:bodyPr>
          <a:lstStyle/>
          <a:p>
            <a:pPr algn="r">
              <a:lnSpc>
                <a:spcPts val="10170"/>
              </a:lnSpc>
              <a:buNone/>
            </a:pPr>
            <a:endParaRPr sz="9000" b="1">
              <a:solidFill>
                <a:srgbClr val="548CA8"/>
              </a:solidFill>
              <a:latin typeface="Poppins Bold" panose="00000800000000000000"/>
              <a:ea typeface="Poppins Bold" panose="00000800000000000000"/>
              <a:cs typeface="Poppins Bold" panose="00000800000000000000"/>
            </a:endParaRPr>
          </a:p>
        </p:txBody>
      </p:sp>
      <p:sp>
        <p:nvSpPr>
          <p:cNvPr id="18" name="TextBox 18"/>
          <p:cNvSpPr>
            <a:spLocks noGrp="1"/>
          </p:cNvSpPr>
          <p:nvPr/>
        </p:nvSpPr>
        <p:spPr>
          <a:xfrm>
            <a:off x="3426768" y="2501143"/>
            <a:ext cx="3498275" cy="652907"/>
          </a:xfrm>
          <a:prstGeom prst="rect">
            <a:avLst/>
          </a:prstGeom>
        </p:spPr>
        <p:txBody>
          <a:bodyPr lIns="0" tIns="0" rIns="0" bIns="0" anchor="t">
            <a:spAutoFit/>
          </a:bodyPr>
          <a:lstStyle/>
          <a:p>
            <a:pPr algn="ctr">
              <a:lnSpc>
                <a:spcPts val="5140"/>
              </a:lnSpc>
              <a:buNone/>
            </a:pPr>
            <a:endParaRPr sz="3670">
              <a:solidFill>
                <a:srgbClr val="FFFFFF"/>
              </a:solidFill>
              <a:latin typeface="Poppins" panose="00000500000000000000"/>
              <a:ea typeface="Poppins" panose="00000500000000000000"/>
              <a:cs typeface="Poppins" panose="00000500000000000000"/>
            </a:endParaRPr>
          </a:p>
        </p:txBody>
      </p:sp>
      <p:sp>
        <p:nvSpPr>
          <p:cNvPr id="19" name="TextBox 19"/>
          <p:cNvSpPr>
            <a:spLocks noGrp="1"/>
          </p:cNvSpPr>
          <p:nvPr/>
        </p:nvSpPr>
        <p:spPr>
          <a:xfrm>
            <a:off x="3426768" y="4053481"/>
            <a:ext cx="3498275" cy="652907"/>
          </a:xfrm>
          <a:prstGeom prst="rect">
            <a:avLst/>
          </a:prstGeom>
        </p:spPr>
        <p:txBody>
          <a:bodyPr lIns="0" tIns="0" rIns="0" bIns="0" anchor="t">
            <a:spAutoFit/>
          </a:bodyPr>
          <a:lstStyle/>
          <a:p>
            <a:pPr algn="ctr">
              <a:lnSpc>
                <a:spcPts val="5140"/>
              </a:lnSpc>
              <a:buNone/>
            </a:pPr>
            <a:endParaRPr sz="3670">
              <a:solidFill>
                <a:srgbClr val="FFFFFF"/>
              </a:solidFill>
              <a:latin typeface="Poppins" panose="00000500000000000000"/>
              <a:ea typeface="Poppins" panose="00000500000000000000"/>
              <a:cs typeface="Poppins" panose="00000500000000000000"/>
            </a:endParaRPr>
          </a:p>
        </p:txBody>
      </p:sp>
      <p:sp>
        <p:nvSpPr>
          <p:cNvPr id="20" name="TextBox 20"/>
          <p:cNvSpPr>
            <a:spLocks noGrp="1"/>
          </p:cNvSpPr>
          <p:nvPr/>
        </p:nvSpPr>
        <p:spPr>
          <a:xfrm>
            <a:off x="3426768" y="5602790"/>
            <a:ext cx="3498275" cy="652907"/>
          </a:xfrm>
          <a:prstGeom prst="rect">
            <a:avLst/>
          </a:prstGeom>
        </p:spPr>
        <p:txBody>
          <a:bodyPr lIns="0" tIns="0" rIns="0" bIns="0" anchor="t">
            <a:spAutoFit/>
          </a:bodyPr>
          <a:lstStyle/>
          <a:p>
            <a:pPr algn="ctr">
              <a:lnSpc>
                <a:spcPts val="5140"/>
              </a:lnSpc>
              <a:buNone/>
            </a:pPr>
            <a:endParaRPr sz="3670">
              <a:solidFill>
                <a:srgbClr val="FFFFFF"/>
              </a:solidFill>
              <a:latin typeface="Poppins" panose="00000500000000000000"/>
              <a:ea typeface="Poppins" panose="00000500000000000000"/>
              <a:cs typeface="Poppins" panose="00000500000000000000"/>
            </a:endParaRPr>
          </a:p>
        </p:txBody>
      </p:sp>
      <p:sp>
        <p:nvSpPr>
          <p:cNvPr id="21" name="TextBox 21"/>
          <p:cNvSpPr>
            <a:spLocks noGrp="1"/>
          </p:cNvSpPr>
          <p:nvPr/>
        </p:nvSpPr>
        <p:spPr>
          <a:xfrm>
            <a:off x="3899076" y="7160456"/>
            <a:ext cx="2553658" cy="652907"/>
          </a:xfrm>
          <a:prstGeom prst="rect">
            <a:avLst/>
          </a:prstGeom>
        </p:spPr>
        <p:txBody>
          <a:bodyPr lIns="0" tIns="0" rIns="0" bIns="0" anchor="t">
            <a:spAutoFit/>
          </a:bodyPr>
          <a:lstStyle/>
          <a:p>
            <a:pPr algn="ctr">
              <a:lnSpc>
                <a:spcPts val="5140"/>
              </a:lnSpc>
              <a:buNone/>
            </a:pPr>
            <a:endParaRPr sz="3670">
              <a:solidFill>
                <a:srgbClr val="FFFFFF"/>
              </a:solidFill>
              <a:latin typeface="Poppins" panose="00000500000000000000"/>
              <a:ea typeface="Poppins" panose="00000500000000000000"/>
              <a:cs typeface="Poppins" panose="00000500000000000000"/>
            </a:endParaRPr>
          </a:p>
        </p:txBody>
      </p:sp>
      <p:sp>
        <p:nvSpPr>
          <p:cNvPr id="22" name="Freeform 22"/>
          <p:cNvSpPr>
            <a:spLocks noGrp="1"/>
          </p:cNvSpPr>
          <p:nvPr/>
        </p:nvSpPr>
        <p:spPr>
          <a:xfrm flipH="1">
            <a:off x="15840742" y="7789665"/>
            <a:ext cx="3091590" cy="3091590"/>
          </a:xfrm>
          <a:custGeom>
            <a:avLst/>
            <a:gdLst/>
            <a:ahLst/>
            <a:cxnLst/>
            <a:rect l="l" t="t" r="r" b="b"/>
            <a:pathLst>
              <a:path w="3091590" h="3091590">
                <a:moveTo>
                  <a:pt x="3091590" y="0"/>
                </a:moveTo>
                <a:lnTo>
                  <a:pt x="0" y="0"/>
                </a:lnTo>
                <a:lnTo>
                  <a:pt x="0" y="3091590"/>
                </a:lnTo>
                <a:lnTo>
                  <a:pt x="3091590" y="3091590"/>
                </a:lnTo>
                <a:lnTo>
                  <a:pt x="309159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23" name="Freeform 23"/>
          <p:cNvSpPr>
            <a:spLocks noGrp="1"/>
          </p:cNvSpPr>
          <p:nvPr/>
        </p:nvSpPr>
        <p:spPr>
          <a:xfrm flipV="1">
            <a:off x="-268816" y="-710752"/>
            <a:ext cx="3091590" cy="3091590"/>
          </a:xfrm>
          <a:custGeom>
            <a:avLst/>
            <a:gdLst/>
            <a:ahLst/>
            <a:cxnLst/>
            <a:rect l="l" t="t" r="r" b="b"/>
            <a:pathLst>
              <a:path w="3091590" h="3091590">
                <a:moveTo>
                  <a:pt x="0" y="3091589"/>
                </a:moveTo>
                <a:lnTo>
                  <a:pt x="3091590" y="3091589"/>
                </a:lnTo>
                <a:lnTo>
                  <a:pt x="3091590" y="0"/>
                </a:lnTo>
                <a:lnTo>
                  <a:pt x="0" y="0"/>
                </a:lnTo>
                <a:lnTo>
                  <a:pt x="0" y="3091589"/>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24" name="Freeform 24"/>
          <p:cNvSpPr>
            <a:spLocks noGrp="1"/>
          </p:cNvSpPr>
          <p:nvPr/>
        </p:nvSpPr>
        <p:spPr>
          <a:xfrm flipH="1" flipV="1">
            <a:off x="15502586" y="-846159"/>
            <a:ext cx="3091590" cy="3091590"/>
          </a:xfrm>
          <a:custGeom>
            <a:avLst/>
            <a:gdLst/>
            <a:ahLst/>
            <a:cxnLst/>
            <a:rect l="l" t="t" r="r" b="b"/>
            <a:pathLst>
              <a:path w="3091590" h="3091590">
                <a:moveTo>
                  <a:pt x="3091589" y="3091590"/>
                </a:moveTo>
                <a:lnTo>
                  <a:pt x="0" y="3091590"/>
                </a:lnTo>
                <a:lnTo>
                  <a:pt x="0" y="0"/>
                </a:lnTo>
                <a:lnTo>
                  <a:pt x="3091589" y="0"/>
                </a:lnTo>
                <a:lnTo>
                  <a:pt x="3091589" y="309159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25" name="Rectangles 24"/>
          <p:cNvSpPr>
            <a:spLocks noGrp="1"/>
          </p:cNvSpPr>
          <p:nvPr/>
        </p:nvSpPr>
        <p:spPr>
          <a:xfrm>
            <a:off x="685800" y="2333625"/>
            <a:ext cx="15859125" cy="6286500"/>
          </a:xfrm>
          <a:prstGeom prst="rect">
            <a:avLst/>
          </a:prstGeom>
          <a:solidFill>
            <a:srgbClr val="FFFFFF"/>
          </a:solidFill>
          <a:ln w="0">
            <a:solidFill>
              <a:srgbClr val="FFFFFF"/>
            </a:solidFill>
            <a:prstDash val="solid"/>
          </a:ln>
        </p:spPr>
      </p:sp>
      <p:sp>
        <p:nvSpPr>
          <p:cNvPr id="26" name="Rectangles 25"/>
          <p:cNvSpPr>
            <a:spLocks noGrp="1"/>
          </p:cNvSpPr>
          <p:nvPr/>
        </p:nvSpPr>
        <p:spPr>
          <a:xfrm>
            <a:off x="1047750" y="647700"/>
            <a:ext cx="762000" cy="342900"/>
          </a:xfrm>
          <a:prstGeom prst="rect">
            <a:avLst/>
          </a:prstGeom>
          <a:noFill/>
          <a:ln w="0">
            <a:noFill/>
            <a:prstDash val="solid"/>
          </a:ln>
        </p:spPr>
        <p:txBody>
          <a:bodyPr/>
          <a:lstStyle>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a:pPr>
              <a:defRPr sz="1200" b="1">
                <a:solidFill>
                  <a:srgbClr val="2686C5"/>
                </a:solidFill>
              </a:defRPr>
            </a:pPr>
            <a:r>
              <a:rPr sz="1200" b="1">
                <a:solidFill>
                  <a:srgbClr val="2686C5"/>
                </a:solidFill>
              </a:rPr>
              <a:t>06</a:t>
            </a:r>
            <a:endParaRPr sz="1200" b="1">
              <a:solidFill>
                <a:srgbClr val="2686C5"/>
              </a:solidFill>
            </a:endParaRPr>
          </a:p>
        </p:txBody>
      </p:sp>
      <p:sp>
        <p:nvSpPr>
          <p:cNvPr id="27" name="Rectangles 26"/>
          <p:cNvSpPr>
            <a:spLocks noGrp="1"/>
          </p:cNvSpPr>
          <p:nvPr/>
        </p:nvSpPr>
        <p:spPr>
          <a:xfrm>
            <a:off x="1047750" y="990600"/>
            <a:ext cx="15240000" cy="781050"/>
          </a:xfrm>
          <a:prstGeom prst="rect">
            <a:avLst/>
          </a:prstGeom>
          <a:noFill/>
          <a:ln w="0">
            <a:noFill/>
            <a:prstDash val="solid"/>
          </a:ln>
        </p:spPr>
        <p:txBody>
          <a:bodyPr/>
          <a:lstStyle>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a:pPr>
              <a:defRPr sz="3750" b="1">
                <a:solidFill>
                  <a:srgbClr val="1E5AA8"/>
                </a:solidFill>
              </a:defRPr>
            </a:pPr>
            <a:r>
              <a:rPr sz="3750" b="1">
                <a:solidFill>
                  <a:srgbClr val="1E5AA8"/>
                </a:solidFill>
              </a:rPr>
              <a:t>Ba vòng lặp và critique</a:t>
            </a:r>
            <a:endParaRPr sz="3750" b="1">
              <a:solidFill>
                <a:srgbClr val="1E5AA8"/>
              </a:solidFill>
            </a:endParaRPr>
          </a:p>
        </p:txBody>
      </p:sp>
      <p:sp>
        <p:nvSpPr>
          <p:cNvPr id="28" name="Rectangles 27"/>
          <p:cNvSpPr>
            <a:spLocks noGrp="1"/>
          </p:cNvSpPr>
          <p:nvPr/>
        </p:nvSpPr>
        <p:spPr>
          <a:xfrm>
            <a:off x="1066800" y="1866900"/>
            <a:ext cx="14287500" cy="438150"/>
          </a:xfrm>
          <a:prstGeom prst="rect">
            <a:avLst/>
          </a:prstGeom>
          <a:noFill/>
          <a:ln w="0">
            <a:noFill/>
            <a:prstDash val="solid"/>
          </a:ln>
        </p:spPr>
        <p:txBody>
          <a:bodyPr/>
          <a:lstStyle>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a:pPr>
              <a:defRPr sz="1575">
                <a:solidFill>
                  <a:srgbClr val="536878"/>
                </a:solidFill>
              </a:defRPr>
            </a:pPr>
            <a:r>
              <a:rPr sz="1575">
                <a:solidFill>
                  <a:srgbClr val="536878"/>
                </a:solidFill>
              </a:rPr>
              <a:t>Các thay đổi được đối chiếu với persona Linh, khả năng đọc và rủi ro thao tác.</a:t>
            </a:r>
            <a:endParaRPr sz="1575">
              <a:solidFill>
                <a:srgbClr val="536878"/>
              </a:solidFill>
            </a:endParaRPr>
          </a:p>
        </p:txBody>
      </p:sp>
      <p:sp>
        <p:nvSpPr>
          <p:cNvPr id="29" name="Rounded Rectangle 28"/>
          <p:cNvSpPr>
            <a:spLocks noGrp="1"/>
          </p:cNvSpPr>
          <p:nvPr/>
        </p:nvSpPr>
        <p:spPr>
          <a:xfrm>
            <a:off x="1428750" y="2857500"/>
            <a:ext cx="4286250" cy="1809750"/>
          </a:xfrm>
          <a:prstGeom prst="roundRect">
            <a:avLst>
              <a:gd name="adj" fmla="val 6316"/>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30" name="Rectangles 29"/>
          <p:cNvSpPr>
            <a:spLocks noGrp="1"/>
          </p:cNvSpPr>
          <p:nvPr/>
        </p:nvSpPr>
        <p:spPr>
          <a:xfrm>
            <a:off x="1428750" y="2857500"/>
            <a:ext cx="95250" cy="1809750"/>
          </a:xfrm>
          <a:prstGeom prst="rect">
            <a:avLst/>
          </a:prstGeom>
          <a:solidFill>
            <a:srgbClr val="2686C5"/>
          </a:solidFill>
          <a:ln w="0">
            <a:solidFill>
              <a:srgbClr val="2686C5"/>
            </a:solidFill>
            <a:prstDash val="solid"/>
          </a:ln>
        </p:spPr>
      </p:sp>
      <p:sp>
        <p:nvSpPr>
          <p:cNvPr id="31" name="Rectangles 30"/>
          <p:cNvSpPr>
            <a:spLocks noGrp="1"/>
          </p:cNvSpPr>
          <p:nvPr/>
        </p:nvSpPr>
        <p:spPr>
          <a:xfrm>
            <a:off x="1714500" y="3067050"/>
            <a:ext cx="375285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I01 · Ngôn ngữ</a:t>
            </a:r>
            <a:endParaRPr sz="2025" b="1">
              <a:solidFill>
                <a:srgbClr val="1E5AA8"/>
              </a:solidFill>
            </a:endParaRPr>
          </a:p>
        </p:txBody>
      </p:sp>
      <p:sp>
        <p:nvSpPr>
          <p:cNvPr id="32" name="Rectangles 31"/>
          <p:cNvSpPr>
            <a:spLocks noGrp="1"/>
          </p:cNvSpPr>
          <p:nvPr/>
        </p:nvSpPr>
        <p:spPr>
          <a:xfrm>
            <a:off x="1714500" y="3600450"/>
            <a:ext cx="3752850" cy="89535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Chuẩn hóa toàn bộ nhãn và nội dung sang tiếng Việt có dấu.</a:t>
            </a:r>
            <a:endParaRPr sz="1500">
              <a:solidFill>
                <a:srgbClr val="334155"/>
              </a:solidFill>
            </a:endParaRPr>
          </a:p>
        </p:txBody>
      </p:sp>
      <p:sp>
        <p:nvSpPr>
          <p:cNvPr id="33" name="Rounded Rectangle 32"/>
          <p:cNvSpPr>
            <a:spLocks noGrp="1"/>
          </p:cNvSpPr>
          <p:nvPr/>
        </p:nvSpPr>
        <p:spPr>
          <a:xfrm>
            <a:off x="6286500" y="2857500"/>
            <a:ext cx="4286250" cy="1809750"/>
          </a:xfrm>
          <a:prstGeom prst="roundRect">
            <a:avLst>
              <a:gd name="adj" fmla="val 6316"/>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34" name="Rectangles 33"/>
          <p:cNvSpPr>
            <a:spLocks noGrp="1"/>
          </p:cNvSpPr>
          <p:nvPr/>
        </p:nvSpPr>
        <p:spPr>
          <a:xfrm>
            <a:off x="6286500" y="2857500"/>
            <a:ext cx="95250" cy="1809750"/>
          </a:xfrm>
          <a:prstGeom prst="rect">
            <a:avLst/>
          </a:prstGeom>
          <a:solidFill>
            <a:srgbClr val="1E5AA8"/>
          </a:solidFill>
          <a:ln w="0">
            <a:solidFill>
              <a:srgbClr val="1E5AA8"/>
            </a:solidFill>
            <a:prstDash val="solid"/>
          </a:ln>
        </p:spPr>
      </p:sp>
      <p:sp>
        <p:nvSpPr>
          <p:cNvPr id="35" name="Rectangles 34"/>
          <p:cNvSpPr>
            <a:spLocks noGrp="1"/>
          </p:cNvSpPr>
          <p:nvPr/>
        </p:nvSpPr>
        <p:spPr>
          <a:xfrm>
            <a:off x="6572250" y="3067050"/>
            <a:ext cx="375285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I02 · Màu và trạng thái</a:t>
            </a:r>
            <a:endParaRPr sz="2025" b="1">
              <a:solidFill>
                <a:srgbClr val="1E5AA8"/>
              </a:solidFill>
            </a:endParaRPr>
          </a:p>
        </p:txBody>
      </p:sp>
      <p:sp>
        <p:nvSpPr>
          <p:cNvPr id="36" name="Rectangles 35"/>
          <p:cNvSpPr>
            <a:spLocks noGrp="1"/>
          </p:cNvSpPr>
          <p:nvPr/>
        </p:nvSpPr>
        <p:spPr>
          <a:xfrm>
            <a:off x="6572250" y="3600450"/>
            <a:ext cx="3752850" cy="89535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Chuyển xanh lá sang xanh biển; bổ sung trạng thái thêm/lưu/lỗi.</a:t>
            </a:r>
            <a:endParaRPr sz="1500">
              <a:solidFill>
                <a:srgbClr val="334155"/>
              </a:solidFill>
            </a:endParaRPr>
          </a:p>
        </p:txBody>
      </p:sp>
      <p:sp>
        <p:nvSpPr>
          <p:cNvPr id="37" name="Rounded Rectangle 36"/>
          <p:cNvSpPr>
            <a:spLocks noGrp="1"/>
          </p:cNvSpPr>
          <p:nvPr/>
        </p:nvSpPr>
        <p:spPr>
          <a:xfrm>
            <a:off x="11144250" y="2857500"/>
            <a:ext cx="4286250" cy="1809750"/>
          </a:xfrm>
          <a:prstGeom prst="roundRect">
            <a:avLst>
              <a:gd name="adj" fmla="val 6316"/>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38" name="Rectangles 37"/>
          <p:cNvSpPr>
            <a:spLocks noGrp="1"/>
          </p:cNvSpPr>
          <p:nvPr/>
        </p:nvSpPr>
        <p:spPr>
          <a:xfrm>
            <a:off x="11144250" y="2857500"/>
            <a:ext cx="95250" cy="1809750"/>
          </a:xfrm>
          <a:prstGeom prst="rect">
            <a:avLst/>
          </a:prstGeom>
          <a:solidFill>
            <a:srgbClr val="2686C5"/>
          </a:solidFill>
          <a:ln w="0">
            <a:solidFill>
              <a:srgbClr val="2686C5"/>
            </a:solidFill>
            <a:prstDash val="solid"/>
          </a:ln>
        </p:spPr>
      </p:sp>
      <p:sp>
        <p:nvSpPr>
          <p:cNvPr id="39" name="Rectangles 38"/>
          <p:cNvSpPr>
            <a:spLocks noGrp="1"/>
          </p:cNvSpPr>
          <p:nvPr/>
        </p:nvSpPr>
        <p:spPr>
          <a:xfrm>
            <a:off x="11430000" y="3067050"/>
            <a:ext cx="375285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I03 · Nội dung &amp; hành động</a:t>
            </a:r>
            <a:endParaRPr sz="2025" b="1">
              <a:solidFill>
                <a:srgbClr val="1E5AA8"/>
              </a:solidFill>
            </a:endParaRPr>
          </a:p>
        </p:txBody>
      </p:sp>
      <p:sp>
        <p:nvSpPr>
          <p:cNvPr id="40" name="Rectangles 39"/>
          <p:cNvSpPr>
            <a:spLocks noGrp="1"/>
          </p:cNvSpPr>
          <p:nvPr/>
        </p:nvSpPr>
        <p:spPr>
          <a:xfrm>
            <a:off x="11430000" y="3600450"/>
            <a:ext cx="3752850" cy="89535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Tách trạng thái “mới” và “đã thêm”, làm rõ nút hành động.</a:t>
            </a:r>
            <a:endParaRPr sz="1500">
              <a:solidFill>
                <a:srgbClr val="334155"/>
              </a:solidFill>
            </a:endParaRPr>
          </a:p>
        </p:txBody>
      </p:sp>
      <p:sp>
        <p:nvSpPr>
          <p:cNvPr id="41" name="Rectangles 40"/>
          <p:cNvSpPr>
            <a:spLocks noGrp="1"/>
          </p:cNvSpPr>
          <p:nvPr/>
        </p:nvSpPr>
        <p:spPr>
          <a:xfrm>
            <a:off x="1428750" y="5619750"/>
            <a:ext cx="13811250" cy="809625"/>
          </a:xfrm>
          <a:prstGeom prst="rect">
            <a:avLst/>
          </a:prstGeom>
          <a:noFill/>
          <a:ln w="0">
            <a:noFill/>
            <a:prstDash val="solid"/>
          </a:ln>
        </p:spPr>
        <p:txBody>
          <a:bodyPr/>
          <a:lstStyle>
            <a:defPPr>
              <a:defRPr sz="1650">
                <a:solidFill>
                  <a:srgbClr val="111827"/>
                </a:solidFill>
              </a:defRPr>
            </a:defPPr>
            <a:lvl1pPr>
              <a:defRPr sz="1650">
                <a:solidFill>
                  <a:srgbClr val="111827"/>
                </a:solidFill>
              </a:defRPr>
            </a:lvl1pPr>
            <a:lvl2pPr>
              <a:defRPr sz="1650">
                <a:solidFill>
                  <a:srgbClr val="111827"/>
                </a:solidFill>
              </a:defRPr>
            </a:lvl2pPr>
            <a:lvl3pPr>
              <a:defRPr sz="1650">
                <a:solidFill>
                  <a:srgbClr val="111827"/>
                </a:solidFill>
              </a:defRPr>
            </a:lvl3pPr>
            <a:lvl4pPr>
              <a:defRPr sz="1650">
                <a:solidFill>
                  <a:srgbClr val="111827"/>
                </a:solidFill>
              </a:defRPr>
            </a:lvl4pPr>
            <a:lvl5pPr>
              <a:defRPr sz="1650">
                <a:solidFill>
                  <a:srgbClr val="111827"/>
                </a:solidFill>
              </a:defRPr>
            </a:lvl5pPr>
            <a:lvl6pPr>
              <a:defRPr sz="1650">
                <a:solidFill>
                  <a:srgbClr val="111827"/>
                </a:solidFill>
              </a:defRPr>
            </a:lvl6pPr>
            <a:lvl7pPr>
              <a:defRPr sz="1650">
                <a:solidFill>
                  <a:srgbClr val="111827"/>
                </a:solidFill>
              </a:defRPr>
            </a:lvl7pPr>
            <a:lvl8pPr>
              <a:defRPr sz="1650">
                <a:solidFill>
                  <a:srgbClr val="111827"/>
                </a:solidFill>
              </a:defRPr>
            </a:lvl8pPr>
            <a:lvl9pPr>
              <a:defRPr sz="1650">
                <a:solidFill>
                  <a:srgbClr val="111827"/>
                </a:solidFill>
              </a:defRPr>
            </a:lvl9pPr>
          </a:lstStyle>
          <a:p>
            <a:pPr>
              <a:defRPr sz="1650">
                <a:solidFill>
                  <a:srgbClr val="111827"/>
                </a:solidFill>
              </a:defRPr>
            </a:pPr>
            <a:r>
              <a:rPr sz="1650">
                <a:solidFill>
                  <a:srgbClr val="111827"/>
                </a:solidFill>
              </a:rPr>
              <a:t>5 phát hiện UX: (1) thời lượng phải thấy ngay; (2) icon cần kèm nhãn; (3) nhắc lịch cần sửa nhanh; (4) lưu phải có phản hồi; (5) trạng thái trống/lỗi cần chỉ đường tiếp theo.</a:t>
            </a:r>
            <a:endParaRPr sz="1650">
              <a:solidFill>
                <a:srgbClr val="111827"/>
              </a:solidFill>
            </a:endParaRPr>
          </a:p>
        </p:txBody>
      </p:sp>
      <p:sp>
        <p:nvSpPr>
          <p:cNvPr id="42" name="Rectangles 41"/>
          <p:cNvSpPr>
            <a:spLocks noGrp="1"/>
          </p:cNvSpPr>
          <p:nvPr/>
        </p:nvSpPr>
        <p:spPr>
          <a:xfrm>
            <a:off x="1428750" y="7334250"/>
            <a:ext cx="13811250" cy="457200"/>
          </a:xfrm>
          <a:prstGeom prst="rect">
            <a:avLst/>
          </a:prstGeom>
          <a:noFill/>
          <a:ln w="0">
            <a:noFill/>
            <a:prstDash val="solid"/>
          </a:ln>
        </p:spPr>
        <p:txBody>
          <a:bodyPr/>
          <a:lstStyle>
            <a:defPPr>
              <a:defRPr sz="1350">
                <a:solidFill>
                  <a:srgbClr val="536878"/>
                </a:solidFill>
              </a:defRPr>
            </a:defPPr>
            <a:lvl1pPr>
              <a:defRPr sz="1350">
                <a:solidFill>
                  <a:srgbClr val="536878"/>
                </a:solidFill>
              </a:defRPr>
            </a:lvl1pPr>
            <a:lvl2pPr>
              <a:defRPr sz="1350">
                <a:solidFill>
                  <a:srgbClr val="536878"/>
                </a:solidFill>
              </a:defRPr>
            </a:lvl2pPr>
            <a:lvl3pPr>
              <a:defRPr sz="1350">
                <a:solidFill>
                  <a:srgbClr val="536878"/>
                </a:solidFill>
              </a:defRPr>
            </a:lvl3pPr>
            <a:lvl4pPr>
              <a:defRPr sz="1350">
                <a:solidFill>
                  <a:srgbClr val="536878"/>
                </a:solidFill>
              </a:defRPr>
            </a:lvl4pPr>
            <a:lvl5pPr>
              <a:defRPr sz="1350">
                <a:solidFill>
                  <a:srgbClr val="536878"/>
                </a:solidFill>
              </a:defRPr>
            </a:lvl5pPr>
            <a:lvl6pPr>
              <a:defRPr sz="1350">
                <a:solidFill>
                  <a:srgbClr val="536878"/>
                </a:solidFill>
              </a:defRPr>
            </a:lvl6pPr>
            <a:lvl7pPr>
              <a:defRPr sz="1350">
                <a:solidFill>
                  <a:srgbClr val="536878"/>
                </a:solidFill>
              </a:defRPr>
            </a:lvl7pPr>
            <a:lvl8pPr>
              <a:defRPr sz="1350">
                <a:solidFill>
                  <a:srgbClr val="536878"/>
                </a:solidFill>
              </a:defRPr>
            </a:lvl8pPr>
            <a:lvl9pPr>
              <a:defRPr sz="1350">
                <a:solidFill>
                  <a:srgbClr val="536878"/>
                </a:solidFill>
              </a:defRPr>
            </a:lvl9pPr>
          </a:lstStyle>
          <a:p>
            <a:pPr>
              <a:defRPr sz="1350">
                <a:solidFill>
                  <a:srgbClr val="536878"/>
                </a:solidFill>
              </a:defRPr>
            </a:pPr>
            <a:r>
              <a:rPr sz="1350">
                <a:solidFill>
                  <a:srgbClr val="536878"/>
                </a:solidFill>
              </a:rPr>
              <a:t>Quyết định: chấp nhận thẻ có thời lượng; chỉnh nhãn/nút; bổ sung trạng thái lỗi. Tài liệu: ai/critiques/C00-response.md</a:t>
            </a:r>
            <a:endParaRPr sz="1350">
              <a:solidFill>
                <a:srgbClr val="53687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p:sp>
        <p:nvSpPr>
          <p:cNvPr id="3" name="Freeform 3"/>
          <p:cNvSpPr>
            <a:spLocks noGrp="1"/>
          </p:cNvSpPr>
          <p:nvPr/>
        </p:nvSpPr>
        <p:spPr>
          <a:xfrm>
            <a:off x="-1428656" y="8678506"/>
            <a:ext cx="18465745" cy="3727995"/>
          </a:xfrm>
          <a:custGeom>
            <a:avLst/>
            <a:gdLst/>
            <a:ahLst/>
            <a:cxnLst/>
            <a:rect l="l" t="t" r="r" b="b"/>
            <a:pathLst>
              <a:path w="2860827" h="577564">
                <a:moveTo>
                  <a:pt x="0" y="0"/>
                </a:moveTo>
                <a:lnTo>
                  <a:pt x="2860827" y="0"/>
                </a:lnTo>
                <a:lnTo>
                  <a:pt x="2860827" y="577564"/>
                </a:lnTo>
                <a:lnTo>
                  <a:pt x="0" y="577564"/>
                </a:lnTo>
                <a:close/>
              </a:path>
            </a:pathLst>
          </a:custGeom>
          <a:blipFill>
            <a:blip r:embed="rId1"/>
            <a:stretch>
              <a:fillRect t="-70203" b="-138343"/>
            </a:stretch>
          </a:blipFill>
        </p:spPr>
      </p:sp>
      <p:sp>
        <p:nvSpPr>
          <p:cNvPr id="4" name="TextBox 4"/>
          <p:cNvSpPr>
            <a:spLocks noGrp="1"/>
          </p:cNvSpPr>
          <p:nvPr/>
        </p:nvSpPr>
        <p:spPr>
          <a:xfrm>
            <a:off x="0" y="-28575"/>
            <a:ext cx="11441393" cy="1263142"/>
          </a:xfrm>
          <a:prstGeom prst="rect">
            <a:avLst/>
          </a:prstGeom>
        </p:spPr>
        <p:txBody>
          <a:bodyPr lIns="0" tIns="0" rIns="0" bIns="0" anchor="t">
            <a:spAutoFit/>
          </a:bodyPr>
          <a:lstStyle/>
          <a:p>
            <a:pPr algn="l">
              <a:lnSpc>
                <a:spcPts val="9945"/>
              </a:lnSpc>
              <a:buNone/>
            </a:pPr>
            <a:endParaRPr sz="8800" b="1">
              <a:solidFill>
                <a:srgbClr val="548CA8"/>
              </a:solidFill>
              <a:latin typeface="Poppins Bold" panose="00000800000000000000"/>
              <a:ea typeface="Poppins Bold" panose="00000800000000000000"/>
              <a:cs typeface="Poppins Bold" panose="00000800000000000000"/>
            </a:endParaRPr>
          </a:p>
        </p:txBody>
      </p:sp>
      <p:sp>
        <p:nvSpPr>
          <p:cNvPr id="6" name="Freeform 6"/>
          <p:cNvSpPr>
            <a:spLocks noGrp="1"/>
          </p:cNvSpPr>
          <p:nvPr/>
        </p:nvSpPr>
        <p:spPr>
          <a:xfrm>
            <a:off x="12034536" y="5143500"/>
            <a:ext cx="4628078" cy="3387927"/>
          </a:xfrm>
          <a:custGeom>
            <a:avLst/>
            <a:gdLst/>
            <a:ahLst/>
            <a:cxnLst/>
            <a:rect l="l" t="t" r="r" b="b"/>
            <a:pathLst>
              <a:path w="1218918" h="892294">
                <a:moveTo>
                  <a:pt x="45166" y="0"/>
                </a:moveTo>
                <a:lnTo>
                  <a:pt x="1173752" y="0"/>
                </a:lnTo>
                <a:cubicBezTo>
                  <a:pt x="1198696" y="0"/>
                  <a:pt x="1218918" y="20222"/>
                  <a:pt x="1218918" y="45166"/>
                </a:cubicBezTo>
                <a:lnTo>
                  <a:pt x="1218918" y="847128"/>
                </a:lnTo>
                <a:cubicBezTo>
                  <a:pt x="1218918" y="872072"/>
                  <a:pt x="1198696" y="892294"/>
                  <a:pt x="1173752" y="892294"/>
                </a:cubicBezTo>
                <a:lnTo>
                  <a:pt x="45166" y="892294"/>
                </a:lnTo>
                <a:cubicBezTo>
                  <a:pt x="20222" y="892294"/>
                  <a:pt x="0" y="872072"/>
                  <a:pt x="0" y="847128"/>
                </a:cubicBezTo>
                <a:lnTo>
                  <a:pt x="0" y="45166"/>
                </a:lnTo>
                <a:cubicBezTo>
                  <a:pt x="0" y="20222"/>
                  <a:pt x="20222" y="0"/>
                  <a:pt x="45166" y="0"/>
                </a:cubicBezTo>
                <a:close/>
              </a:path>
            </a:pathLst>
          </a:custGeom>
          <a:solidFill>
            <a:srgbClr val="548CA8"/>
          </a:solidFill>
        </p:spPr>
      </p:sp>
      <p:sp>
        <p:nvSpPr>
          <p:cNvPr id="7" name="TextBox 7"/>
          <p:cNvSpPr>
            <a:spLocks noGrp="1"/>
          </p:cNvSpPr>
          <p:nvPr/>
        </p:nvSpPr>
        <p:spPr>
          <a:xfrm>
            <a:off x="12034536" y="4998840"/>
            <a:ext cx="4628078" cy="3532587"/>
          </a:xfrm>
          <a:prstGeom prst="rect">
            <a:avLst/>
          </a:prstGeom>
        </p:spPr>
        <p:txBody>
          <a:bodyPr lIns="50800" tIns="50800" rIns="50800" bIns="50800" anchor="ctr"/>
          <a:lstStyle/>
          <a:p>
            <a:pPr algn="ctr">
              <a:lnSpc>
                <a:spcPts val="2660"/>
              </a:lnSpc>
              <a:buNone/>
            </a:pPr>
          </a:p>
        </p:txBody>
      </p:sp>
      <p:sp>
        <p:nvSpPr>
          <p:cNvPr id="8" name="Freeform 8"/>
          <p:cNvSpPr>
            <a:spLocks noGrp="1"/>
          </p:cNvSpPr>
          <p:nvPr/>
        </p:nvSpPr>
        <p:spPr>
          <a:xfrm>
            <a:off x="12899020" y="5896344"/>
            <a:ext cx="1375078" cy="728791"/>
          </a:xfrm>
          <a:custGeom>
            <a:avLst/>
            <a:gdLst/>
            <a:ahLst/>
            <a:cxnLst/>
            <a:rect l="l" t="t" r="r" b="b"/>
            <a:pathLst>
              <a:path w="1375078" h="728791">
                <a:moveTo>
                  <a:pt x="0" y="0"/>
                </a:moveTo>
                <a:lnTo>
                  <a:pt x="1375078" y="0"/>
                </a:lnTo>
                <a:lnTo>
                  <a:pt x="1375078" y="728791"/>
                </a:lnTo>
                <a:lnTo>
                  <a:pt x="0" y="7287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a:spLocks noGrp="1"/>
          </p:cNvSpPr>
          <p:nvPr/>
        </p:nvSpPr>
        <p:spPr>
          <a:xfrm>
            <a:off x="12426332" y="6713639"/>
            <a:ext cx="3993440" cy="819277"/>
          </a:xfrm>
          <a:prstGeom prst="rect">
            <a:avLst/>
          </a:prstGeom>
        </p:spPr>
        <p:txBody>
          <a:bodyPr lIns="0" tIns="0" rIns="0" bIns="0" anchor="t">
            <a:spAutoFit/>
          </a:bodyPr>
          <a:lstStyle/>
          <a:p>
            <a:pPr algn="ctr">
              <a:lnSpc>
                <a:spcPts val="6450"/>
              </a:lnSpc>
              <a:buNone/>
            </a:pPr>
            <a:endParaRPr sz="4605">
              <a:solidFill>
                <a:srgbClr val="FFFFFF"/>
              </a:solidFill>
              <a:latin typeface="Poppins" panose="00000500000000000000"/>
              <a:ea typeface="Poppins" panose="00000500000000000000"/>
              <a:cs typeface="Poppins" panose="00000500000000000000"/>
            </a:endParaRPr>
          </a:p>
        </p:txBody>
      </p:sp>
      <p:sp>
        <p:nvSpPr>
          <p:cNvPr id="10" name="Freeform 10"/>
          <p:cNvSpPr>
            <a:spLocks noGrp="1"/>
          </p:cNvSpPr>
          <p:nvPr/>
        </p:nvSpPr>
        <p:spPr>
          <a:xfrm>
            <a:off x="14423052" y="5896344"/>
            <a:ext cx="1375078" cy="728791"/>
          </a:xfrm>
          <a:custGeom>
            <a:avLst/>
            <a:gdLst/>
            <a:ahLst/>
            <a:cxnLst/>
            <a:rect l="l" t="t" r="r" b="b"/>
            <a:pathLst>
              <a:path w="1375078" h="728791">
                <a:moveTo>
                  <a:pt x="0" y="0"/>
                </a:moveTo>
                <a:lnTo>
                  <a:pt x="1375078" y="0"/>
                </a:lnTo>
                <a:lnTo>
                  <a:pt x="1375078" y="728791"/>
                </a:lnTo>
                <a:lnTo>
                  <a:pt x="0" y="7287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Rectangles 10"/>
          <p:cNvSpPr>
            <a:spLocks noGrp="1"/>
          </p:cNvSpPr>
          <p:nvPr/>
        </p:nvSpPr>
        <p:spPr>
          <a:xfrm>
            <a:off x="685800" y="2333625"/>
            <a:ext cx="15859125" cy="6286500"/>
          </a:xfrm>
          <a:prstGeom prst="rect">
            <a:avLst/>
          </a:prstGeom>
          <a:solidFill>
            <a:srgbClr val="FFFFFF"/>
          </a:solidFill>
          <a:ln w="0">
            <a:solidFill>
              <a:srgbClr val="FFFFFF"/>
            </a:solidFill>
            <a:prstDash val="solid"/>
          </a:ln>
        </p:spPr>
      </p:sp>
      <p:sp>
        <p:nvSpPr>
          <p:cNvPr id="12" name="Rectangles 11"/>
          <p:cNvSpPr>
            <a:spLocks noGrp="1"/>
          </p:cNvSpPr>
          <p:nvPr/>
        </p:nvSpPr>
        <p:spPr>
          <a:xfrm>
            <a:off x="1047750" y="647700"/>
            <a:ext cx="762000" cy="342900"/>
          </a:xfrm>
          <a:prstGeom prst="rect">
            <a:avLst/>
          </a:prstGeom>
          <a:noFill/>
          <a:ln w="0">
            <a:noFill/>
            <a:prstDash val="solid"/>
          </a:ln>
        </p:spPr>
        <p:txBody>
          <a:bodyPr/>
          <a:lstStyle>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a:pPr>
              <a:defRPr sz="1200" b="1">
                <a:solidFill>
                  <a:srgbClr val="2686C5"/>
                </a:solidFill>
              </a:defRPr>
            </a:pPr>
            <a:r>
              <a:rPr sz="1200" b="1">
                <a:solidFill>
                  <a:srgbClr val="2686C5"/>
                </a:solidFill>
              </a:rPr>
              <a:t>07</a:t>
            </a:r>
            <a:endParaRPr sz="1200" b="1">
              <a:solidFill>
                <a:srgbClr val="2686C5"/>
              </a:solidFill>
            </a:endParaRPr>
          </a:p>
        </p:txBody>
      </p:sp>
      <p:sp>
        <p:nvSpPr>
          <p:cNvPr id="13" name="Rectangles 12"/>
          <p:cNvSpPr>
            <a:spLocks noGrp="1"/>
          </p:cNvSpPr>
          <p:nvPr/>
        </p:nvSpPr>
        <p:spPr>
          <a:xfrm>
            <a:off x="1047750" y="990600"/>
            <a:ext cx="15240000" cy="781050"/>
          </a:xfrm>
          <a:prstGeom prst="rect">
            <a:avLst/>
          </a:prstGeom>
          <a:noFill/>
          <a:ln w="0">
            <a:noFill/>
            <a:prstDash val="solid"/>
          </a:ln>
        </p:spPr>
        <p:txBody>
          <a:bodyPr/>
          <a:lstStyle>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a:pPr>
              <a:defRPr sz="3750" b="1">
                <a:solidFill>
                  <a:srgbClr val="1E5AA8"/>
                </a:solidFill>
              </a:defRPr>
            </a:pPr>
            <a:r>
              <a:rPr sz="3750" b="1">
                <a:solidFill>
                  <a:srgbClr val="1E5AA8"/>
                </a:solidFill>
              </a:rPr>
              <a:t>Quyết định thiết kế</a:t>
            </a:r>
            <a:endParaRPr sz="3750" b="1">
              <a:solidFill>
                <a:srgbClr val="1E5AA8"/>
              </a:solidFill>
            </a:endParaRPr>
          </a:p>
        </p:txBody>
      </p:sp>
      <p:sp>
        <p:nvSpPr>
          <p:cNvPr id="14" name="Rectangles 13"/>
          <p:cNvSpPr>
            <a:spLocks noGrp="1"/>
          </p:cNvSpPr>
          <p:nvPr/>
        </p:nvSpPr>
        <p:spPr>
          <a:xfrm>
            <a:off x="1066800" y="1866900"/>
            <a:ext cx="14287500" cy="438150"/>
          </a:xfrm>
          <a:prstGeom prst="rect">
            <a:avLst/>
          </a:prstGeom>
          <a:noFill/>
          <a:ln w="0">
            <a:noFill/>
            <a:prstDash val="solid"/>
          </a:ln>
        </p:spPr>
        <p:txBody>
          <a:bodyPr/>
          <a:lstStyle>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a:pPr>
              <a:defRPr sz="1575">
                <a:solidFill>
                  <a:srgbClr val="536878"/>
                </a:solidFill>
              </a:defRPr>
            </a:pPr>
            <a:r>
              <a:rPr sz="1575">
                <a:solidFill>
                  <a:srgbClr val="536878"/>
                </a:solidFill>
              </a:rPr>
              <a:t>Các quyết định cần bảo vệ được bằng nhu cầu persona và tính dễ dùng.</a:t>
            </a:r>
            <a:endParaRPr sz="1575">
              <a:solidFill>
                <a:srgbClr val="536878"/>
              </a:solidFill>
            </a:endParaRPr>
          </a:p>
        </p:txBody>
      </p:sp>
      <p:sp>
        <p:nvSpPr>
          <p:cNvPr id="15" name="Rounded Rectangle 14"/>
          <p:cNvSpPr>
            <a:spLocks noGrp="1"/>
          </p:cNvSpPr>
          <p:nvPr/>
        </p:nvSpPr>
        <p:spPr>
          <a:xfrm>
            <a:off x="1285875" y="2857500"/>
            <a:ext cx="6858000" cy="1762125"/>
          </a:xfrm>
          <a:prstGeom prst="roundRect">
            <a:avLst>
              <a:gd name="adj" fmla="val 6486"/>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16" name="Rectangles 15"/>
          <p:cNvSpPr>
            <a:spLocks noGrp="1"/>
          </p:cNvSpPr>
          <p:nvPr/>
        </p:nvSpPr>
        <p:spPr>
          <a:xfrm>
            <a:off x="1285875" y="2857500"/>
            <a:ext cx="95250" cy="1762125"/>
          </a:xfrm>
          <a:prstGeom prst="rect">
            <a:avLst/>
          </a:prstGeom>
          <a:solidFill>
            <a:srgbClr val="1E5AA8"/>
          </a:solidFill>
          <a:ln w="0">
            <a:solidFill>
              <a:srgbClr val="1E5AA8"/>
            </a:solidFill>
            <a:prstDash val="solid"/>
          </a:ln>
        </p:spPr>
      </p:sp>
      <p:sp>
        <p:nvSpPr>
          <p:cNvPr id="17" name="Rectangles 16"/>
          <p:cNvSpPr>
            <a:spLocks noGrp="1"/>
          </p:cNvSpPr>
          <p:nvPr/>
        </p:nvSpPr>
        <p:spPr>
          <a:xfrm>
            <a:off x="1571625" y="3067050"/>
            <a:ext cx="63246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Chấp nhận</a:t>
            </a:r>
            <a:endParaRPr sz="2025" b="1">
              <a:solidFill>
                <a:srgbClr val="1E5AA8"/>
              </a:solidFill>
            </a:endParaRPr>
          </a:p>
        </p:txBody>
      </p:sp>
      <p:sp>
        <p:nvSpPr>
          <p:cNvPr id="18" name="Rectangles 17"/>
          <p:cNvSpPr>
            <a:spLocks noGrp="1"/>
          </p:cNvSpPr>
          <p:nvPr/>
        </p:nvSpPr>
        <p:spPr>
          <a:xfrm>
            <a:off x="1571625" y="3600450"/>
            <a:ext cx="6324600" cy="847725"/>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Hiển thị “5 phút” trên card để Linh chọn việc vừa khoảng rảnh.</a:t>
            </a:r>
            <a:endParaRPr sz="1500">
              <a:solidFill>
                <a:srgbClr val="334155"/>
              </a:solidFill>
            </a:endParaRPr>
          </a:p>
        </p:txBody>
      </p:sp>
      <p:sp>
        <p:nvSpPr>
          <p:cNvPr id="19" name="Rounded Rectangle 18"/>
          <p:cNvSpPr>
            <a:spLocks noGrp="1"/>
          </p:cNvSpPr>
          <p:nvPr/>
        </p:nvSpPr>
        <p:spPr>
          <a:xfrm>
            <a:off x="8905875" y="2857500"/>
            <a:ext cx="6858000" cy="1762125"/>
          </a:xfrm>
          <a:prstGeom prst="roundRect">
            <a:avLst>
              <a:gd name="adj" fmla="val 6486"/>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20" name="Rectangles 19"/>
          <p:cNvSpPr>
            <a:spLocks noGrp="1"/>
          </p:cNvSpPr>
          <p:nvPr/>
        </p:nvSpPr>
        <p:spPr>
          <a:xfrm>
            <a:off x="8905875" y="2857500"/>
            <a:ext cx="95250" cy="1762125"/>
          </a:xfrm>
          <a:prstGeom prst="rect">
            <a:avLst/>
          </a:prstGeom>
          <a:solidFill>
            <a:srgbClr val="1E5AA8"/>
          </a:solidFill>
          <a:ln w="0">
            <a:solidFill>
              <a:srgbClr val="1E5AA8"/>
            </a:solidFill>
            <a:prstDash val="solid"/>
          </a:ln>
        </p:spPr>
      </p:sp>
      <p:sp>
        <p:nvSpPr>
          <p:cNvPr id="21" name="Rectangles 20"/>
          <p:cNvSpPr>
            <a:spLocks noGrp="1"/>
          </p:cNvSpPr>
          <p:nvPr/>
        </p:nvSpPr>
        <p:spPr>
          <a:xfrm>
            <a:off x="9191625" y="3067050"/>
            <a:ext cx="63246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Chỉnh sửa</a:t>
            </a:r>
            <a:endParaRPr sz="2025" b="1">
              <a:solidFill>
                <a:srgbClr val="1E5AA8"/>
              </a:solidFill>
            </a:endParaRPr>
          </a:p>
        </p:txBody>
      </p:sp>
      <p:sp>
        <p:nvSpPr>
          <p:cNvPr id="22" name="Rectangles 21"/>
          <p:cNvSpPr>
            <a:spLocks noGrp="1"/>
          </p:cNvSpPr>
          <p:nvPr/>
        </p:nvSpPr>
        <p:spPr>
          <a:xfrm>
            <a:off x="9191625" y="3600450"/>
            <a:ext cx="6324600" cy="847725"/>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Dùng nhãn + biểu tượng cho thao tác chính, hỗ trợ người dùng ít quen app.</a:t>
            </a:r>
            <a:endParaRPr sz="1500">
              <a:solidFill>
                <a:srgbClr val="334155"/>
              </a:solidFill>
            </a:endParaRPr>
          </a:p>
        </p:txBody>
      </p:sp>
      <p:sp>
        <p:nvSpPr>
          <p:cNvPr id="23" name="Rounded Rectangle 22"/>
          <p:cNvSpPr>
            <a:spLocks noGrp="1"/>
          </p:cNvSpPr>
          <p:nvPr/>
        </p:nvSpPr>
        <p:spPr>
          <a:xfrm>
            <a:off x="1285875" y="5048250"/>
            <a:ext cx="6858000" cy="1762125"/>
          </a:xfrm>
          <a:prstGeom prst="roundRect">
            <a:avLst>
              <a:gd name="adj" fmla="val 6486"/>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24" name="Rectangles 23"/>
          <p:cNvSpPr>
            <a:spLocks noGrp="1"/>
          </p:cNvSpPr>
          <p:nvPr/>
        </p:nvSpPr>
        <p:spPr>
          <a:xfrm>
            <a:off x="1285875" y="5048250"/>
            <a:ext cx="95250" cy="1762125"/>
          </a:xfrm>
          <a:prstGeom prst="rect">
            <a:avLst/>
          </a:prstGeom>
          <a:solidFill>
            <a:srgbClr val="1E5AA8"/>
          </a:solidFill>
          <a:ln w="0">
            <a:solidFill>
              <a:srgbClr val="1E5AA8"/>
            </a:solidFill>
            <a:prstDash val="solid"/>
          </a:ln>
        </p:spPr>
      </p:sp>
      <p:sp>
        <p:nvSpPr>
          <p:cNvPr id="25" name="Rectangles 24"/>
          <p:cNvSpPr>
            <a:spLocks noGrp="1"/>
          </p:cNvSpPr>
          <p:nvPr/>
        </p:nvSpPr>
        <p:spPr>
          <a:xfrm>
            <a:off x="1571625" y="5257800"/>
            <a:ext cx="63246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Chỉnh sửa</a:t>
            </a:r>
            <a:endParaRPr sz="2025" b="1">
              <a:solidFill>
                <a:srgbClr val="1E5AA8"/>
              </a:solidFill>
            </a:endParaRPr>
          </a:p>
        </p:txBody>
      </p:sp>
      <p:sp>
        <p:nvSpPr>
          <p:cNvPr id="26" name="Rectangles 25"/>
          <p:cNvSpPr>
            <a:spLocks noGrp="1"/>
          </p:cNvSpPr>
          <p:nvPr/>
        </p:nvSpPr>
        <p:spPr>
          <a:xfrm>
            <a:off x="1571625" y="5791200"/>
            <a:ext cx="6324600" cy="847725"/>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Tách “Thêm vào hôm nay” và “Đổi lịch” để giảm bấm nhầm.</a:t>
            </a:r>
            <a:endParaRPr sz="1500">
              <a:solidFill>
                <a:srgbClr val="334155"/>
              </a:solidFill>
            </a:endParaRPr>
          </a:p>
        </p:txBody>
      </p:sp>
      <p:sp>
        <p:nvSpPr>
          <p:cNvPr id="27" name="Rounded Rectangle 26"/>
          <p:cNvSpPr>
            <a:spLocks noGrp="1"/>
          </p:cNvSpPr>
          <p:nvPr/>
        </p:nvSpPr>
        <p:spPr>
          <a:xfrm>
            <a:off x="8905875" y="5048250"/>
            <a:ext cx="6858000" cy="1762125"/>
          </a:xfrm>
          <a:prstGeom prst="roundRect">
            <a:avLst>
              <a:gd name="adj" fmla="val 6486"/>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28" name="Rectangles 27"/>
          <p:cNvSpPr>
            <a:spLocks noGrp="1"/>
          </p:cNvSpPr>
          <p:nvPr/>
        </p:nvSpPr>
        <p:spPr>
          <a:xfrm>
            <a:off x="8905875" y="5048250"/>
            <a:ext cx="95250" cy="1762125"/>
          </a:xfrm>
          <a:prstGeom prst="rect">
            <a:avLst/>
          </a:prstGeom>
          <a:solidFill>
            <a:srgbClr val="A73A2A"/>
          </a:solidFill>
          <a:ln w="0">
            <a:solidFill>
              <a:srgbClr val="A73A2A"/>
            </a:solidFill>
            <a:prstDash val="solid"/>
          </a:ln>
        </p:spPr>
      </p:sp>
      <p:sp>
        <p:nvSpPr>
          <p:cNvPr id="29" name="Rectangles 28"/>
          <p:cNvSpPr>
            <a:spLocks noGrp="1"/>
          </p:cNvSpPr>
          <p:nvPr/>
        </p:nvSpPr>
        <p:spPr>
          <a:xfrm>
            <a:off x="9191625" y="5257800"/>
            <a:ext cx="632460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Loại bỏ</a:t>
            </a:r>
            <a:endParaRPr sz="2025" b="1">
              <a:solidFill>
                <a:srgbClr val="1E5AA8"/>
              </a:solidFill>
            </a:endParaRPr>
          </a:p>
        </p:txBody>
      </p:sp>
      <p:sp>
        <p:nvSpPr>
          <p:cNvPr id="30" name="Rectangles 29"/>
          <p:cNvSpPr>
            <a:spLocks noGrp="1"/>
          </p:cNvSpPr>
          <p:nvPr/>
        </p:nvSpPr>
        <p:spPr>
          <a:xfrm>
            <a:off x="9191625" y="5791200"/>
            <a:ext cx="6324600" cy="847725"/>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Không thêm tính năng chat thời gian thực vì không phục vụ mục tiêu Lab 2.</a:t>
            </a:r>
            <a:endParaRPr sz="1500">
              <a:solidFill>
                <a:srgbClr val="334155"/>
              </a:solidFill>
            </a:endParaRPr>
          </a:p>
        </p:txBody>
      </p:sp>
      <p:sp>
        <p:nvSpPr>
          <p:cNvPr id="31" name="Rectangles 30"/>
          <p:cNvSpPr>
            <a:spLocks noGrp="1"/>
          </p:cNvSpPr>
          <p:nvPr/>
        </p:nvSpPr>
        <p:spPr>
          <a:xfrm>
            <a:off x="1428750" y="7905750"/>
            <a:ext cx="13811250" cy="400050"/>
          </a:xfrm>
          <a:prstGeom prst="rect">
            <a:avLst/>
          </a:prstGeom>
          <a:noFill/>
          <a:ln w="0">
            <a:noFill/>
            <a:prstDash val="solid"/>
          </a:ln>
        </p:spPr>
        <p:txBody>
          <a:bodyPr/>
          <a:lstStyle>
            <a:defPPr>
              <a:defRPr sz="1425">
                <a:solidFill>
                  <a:srgbClr val="536878"/>
                </a:solidFill>
              </a:defRPr>
            </a:defPPr>
            <a:lvl1pPr>
              <a:defRPr sz="1425">
                <a:solidFill>
                  <a:srgbClr val="536878"/>
                </a:solidFill>
              </a:defRPr>
            </a:lvl1pPr>
            <a:lvl2pPr>
              <a:defRPr sz="1425">
                <a:solidFill>
                  <a:srgbClr val="536878"/>
                </a:solidFill>
              </a:defRPr>
            </a:lvl2pPr>
            <a:lvl3pPr>
              <a:defRPr sz="1425">
                <a:solidFill>
                  <a:srgbClr val="536878"/>
                </a:solidFill>
              </a:defRPr>
            </a:lvl3pPr>
            <a:lvl4pPr>
              <a:defRPr sz="1425">
                <a:solidFill>
                  <a:srgbClr val="536878"/>
                </a:solidFill>
              </a:defRPr>
            </a:lvl4pPr>
            <a:lvl5pPr>
              <a:defRPr sz="1425">
                <a:solidFill>
                  <a:srgbClr val="536878"/>
                </a:solidFill>
              </a:defRPr>
            </a:lvl5pPr>
            <a:lvl6pPr>
              <a:defRPr sz="1425">
                <a:solidFill>
                  <a:srgbClr val="536878"/>
                </a:solidFill>
              </a:defRPr>
            </a:lvl6pPr>
            <a:lvl7pPr>
              <a:defRPr sz="1425">
                <a:solidFill>
                  <a:srgbClr val="536878"/>
                </a:solidFill>
              </a:defRPr>
            </a:lvl7pPr>
            <a:lvl8pPr>
              <a:defRPr sz="1425">
                <a:solidFill>
                  <a:srgbClr val="536878"/>
                </a:solidFill>
              </a:defRPr>
            </a:lvl8pPr>
            <a:lvl9pPr>
              <a:defRPr sz="1425">
                <a:solidFill>
                  <a:srgbClr val="536878"/>
                </a:solidFill>
              </a:defRPr>
            </a:lvl9pPr>
          </a:lstStyle>
          <a:p>
            <a:pPr>
              <a:defRPr sz="1425">
                <a:solidFill>
                  <a:srgbClr val="536878"/>
                </a:solidFill>
              </a:defRPr>
            </a:pPr>
            <a:r>
              <a:rPr sz="1425">
                <a:solidFill>
                  <a:srgbClr val="536878"/>
                </a:solidFill>
              </a:rPr>
              <a:t>Nguyên tắc kiểm tra: rõ trạng thái · ít lựa chọn mỗi màn · thao tác một tay · phản hồi sau khi lưu.</a:t>
            </a:r>
            <a:endParaRPr sz="1425">
              <a:solidFill>
                <a:srgbClr val="536878"/>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Freeform 3"/>
          <p:cNvSpPr>
            <a:spLocks noGrp="1"/>
          </p:cNvSpPr>
          <p:nvPr/>
        </p:nvSpPr>
        <p:spPr>
          <a:xfrm>
            <a:off x="13291933" y="-327454"/>
            <a:ext cx="5135953" cy="10614454"/>
          </a:xfrm>
          <a:custGeom>
            <a:avLst/>
            <a:gdLst/>
            <a:ahLst/>
            <a:cxnLst/>
            <a:rect l="l" t="t" r="r" b="b"/>
            <a:pathLst>
              <a:path w="795693" h="1644457">
                <a:moveTo>
                  <a:pt x="0" y="0"/>
                </a:moveTo>
                <a:lnTo>
                  <a:pt x="795693" y="0"/>
                </a:lnTo>
                <a:lnTo>
                  <a:pt x="795693" y="1644457"/>
                </a:lnTo>
                <a:lnTo>
                  <a:pt x="0" y="1644457"/>
                </a:lnTo>
                <a:close/>
              </a:path>
            </a:pathLst>
          </a:custGeom>
          <a:blipFill>
            <a:blip r:embed="rId1"/>
            <a:stretch>
              <a:fillRect l="-26726" r="-26726"/>
            </a:stretch>
          </a:blipFill>
        </p:spPr>
      </p:sp>
      <p:sp>
        <p:nvSpPr>
          <p:cNvPr id="5" name="Freeform 5"/>
          <p:cNvSpPr>
            <a:spLocks noGrp="1"/>
          </p:cNvSpPr>
          <p:nvPr/>
        </p:nvSpPr>
        <p:spPr>
          <a:xfrm>
            <a:off x="1441102" y="3531263"/>
            <a:ext cx="10867034" cy="5826950"/>
          </a:xfrm>
          <a:custGeom>
            <a:avLst/>
            <a:gdLst/>
            <a:ahLst/>
            <a:cxnLst/>
            <a:rect l="l" t="t" r="r" b="b"/>
            <a:pathLst>
              <a:path w="2862100" h="1534670">
                <a:moveTo>
                  <a:pt x="0" y="0"/>
                </a:moveTo>
                <a:lnTo>
                  <a:pt x="2862100" y="0"/>
                </a:lnTo>
                <a:lnTo>
                  <a:pt x="2862100" y="1534670"/>
                </a:lnTo>
                <a:lnTo>
                  <a:pt x="0" y="1534670"/>
                </a:lnTo>
                <a:close/>
              </a:path>
            </a:pathLst>
          </a:custGeom>
          <a:solidFill>
            <a:srgbClr val="548CA8"/>
          </a:solidFill>
        </p:spPr>
      </p:sp>
      <p:sp>
        <p:nvSpPr>
          <p:cNvPr id="6" name="TextBox 6"/>
          <p:cNvSpPr>
            <a:spLocks noGrp="1"/>
          </p:cNvSpPr>
          <p:nvPr/>
        </p:nvSpPr>
        <p:spPr>
          <a:xfrm>
            <a:off x="1441102" y="3386603"/>
            <a:ext cx="10867038" cy="5971610"/>
          </a:xfrm>
          <a:prstGeom prst="rect">
            <a:avLst/>
          </a:prstGeom>
        </p:spPr>
        <p:txBody>
          <a:bodyPr lIns="50800" tIns="50800" rIns="50800" bIns="50800" anchor="ctr"/>
          <a:lstStyle/>
          <a:p>
            <a:pPr algn="ctr">
              <a:lnSpc>
                <a:spcPts val="2660"/>
              </a:lnSpc>
              <a:buNone/>
            </a:pPr>
          </a:p>
        </p:txBody>
      </p:sp>
      <p:sp>
        <p:nvSpPr>
          <p:cNvPr id="7" name="Freeform 7"/>
          <p:cNvSpPr>
            <a:spLocks noGrp="1"/>
          </p:cNvSpPr>
          <p:nvPr/>
        </p:nvSpPr>
        <p:spPr>
          <a:xfrm>
            <a:off x="0" y="7607511"/>
            <a:ext cx="2734126" cy="3480948"/>
          </a:xfrm>
          <a:custGeom>
            <a:avLst/>
            <a:gdLst/>
            <a:ahLst/>
            <a:cxnLst/>
            <a:rect l="l" t="t" r="r" b="b"/>
            <a:pathLst>
              <a:path w="2734126" h="3480948">
                <a:moveTo>
                  <a:pt x="0" y="0"/>
                </a:moveTo>
                <a:lnTo>
                  <a:pt x="2734126" y="0"/>
                </a:lnTo>
                <a:lnTo>
                  <a:pt x="2734126" y="3480948"/>
                </a:lnTo>
                <a:lnTo>
                  <a:pt x="0" y="34809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a:spLocks noGrp="1"/>
          </p:cNvSpPr>
          <p:nvPr/>
        </p:nvSpPr>
        <p:spPr>
          <a:xfrm>
            <a:off x="0" y="71283"/>
            <a:ext cx="13455539" cy="1294003"/>
          </a:xfrm>
          <a:prstGeom prst="rect">
            <a:avLst/>
          </a:prstGeom>
        </p:spPr>
        <p:txBody>
          <a:bodyPr lIns="0" tIns="0" rIns="0" bIns="0" anchor="t">
            <a:spAutoFit/>
          </a:bodyPr>
          <a:lstStyle/>
          <a:p>
            <a:pPr algn="l">
              <a:lnSpc>
                <a:spcPts val="10190"/>
              </a:lnSpc>
              <a:buNone/>
            </a:pPr>
            <a:endParaRPr sz="9015" b="1">
              <a:solidFill>
                <a:srgbClr val="548CA8"/>
              </a:solidFill>
              <a:latin typeface="Poppins Bold" panose="00000800000000000000"/>
              <a:ea typeface="Poppins Bold" panose="00000800000000000000"/>
              <a:cs typeface="Poppins Bold" panose="00000800000000000000"/>
            </a:endParaRPr>
          </a:p>
        </p:txBody>
      </p:sp>
      <p:sp>
        <p:nvSpPr>
          <p:cNvPr id="9" name="TextBox 9"/>
          <p:cNvSpPr>
            <a:spLocks noGrp="1"/>
          </p:cNvSpPr>
          <p:nvPr/>
        </p:nvSpPr>
        <p:spPr>
          <a:xfrm>
            <a:off x="2676976" y="4022479"/>
            <a:ext cx="9193838" cy="640334"/>
          </a:xfrm>
          <a:prstGeom prst="rect">
            <a:avLst/>
          </a:prstGeom>
        </p:spPr>
        <p:txBody>
          <a:bodyPr lIns="0" tIns="0" rIns="0" bIns="0" anchor="t">
            <a:spAutoFit/>
          </a:bodyPr>
          <a:lstStyle/>
          <a:p>
            <a:pPr marL="907415" lvl="1" indent="-453390" algn="l">
              <a:lnSpc>
                <a:spcPts val="5040"/>
              </a:lnSpc>
              <a:buFont typeface="Arial" panose="020B0604020202020204"/>
              <a:buChar char="•"/>
            </a:pPr>
            <a:endParaRPr sz="4200">
              <a:solidFill>
                <a:srgbClr val="FFFFFF"/>
              </a:solidFill>
              <a:latin typeface="Poppins" panose="00000500000000000000"/>
              <a:ea typeface="Poppins" panose="00000500000000000000"/>
              <a:cs typeface="Poppins" panose="00000500000000000000"/>
            </a:endParaRPr>
          </a:p>
        </p:txBody>
      </p:sp>
      <p:sp>
        <p:nvSpPr>
          <p:cNvPr id="10" name="TextBox 10"/>
          <p:cNvSpPr>
            <a:spLocks noGrp="1"/>
          </p:cNvSpPr>
          <p:nvPr/>
        </p:nvSpPr>
        <p:spPr>
          <a:xfrm>
            <a:off x="2676976" y="5860876"/>
            <a:ext cx="5136996" cy="747014"/>
          </a:xfrm>
          <a:prstGeom prst="rect">
            <a:avLst/>
          </a:prstGeom>
        </p:spPr>
        <p:txBody>
          <a:bodyPr lIns="0" tIns="0" rIns="0" bIns="0" anchor="t">
            <a:spAutoFit/>
          </a:bodyPr>
          <a:lstStyle/>
          <a:p>
            <a:pPr marL="907415" lvl="1" indent="-453390" algn="l">
              <a:lnSpc>
                <a:spcPts val="5880"/>
              </a:lnSpc>
              <a:buFont typeface="Arial" panose="020B0604020202020204"/>
              <a:buChar char="•"/>
            </a:pPr>
            <a:endParaRPr sz="4200">
              <a:solidFill>
                <a:srgbClr val="FFFFFF"/>
              </a:solidFill>
              <a:latin typeface="Poppins" panose="00000500000000000000"/>
              <a:ea typeface="Poppins" panose="00000500000000000000"/>
              <a:cs typeface="Poppins" panose="00000500000000000000"/>
            </a:endParaRPr>
          </a:p>
        </p:txBody>
      </p:sp>
      <p:sp>
        <p:nvSpPr>
          <p:cNvPr id="11" name="TextBox 11"/>
          <p:cNvSpPr>
            <a:spLocks noGrp="1"/>
          </p:cNvSpPr>
          <p:nvPr/>
        </p:nvSpPr>
        <p:spPr>
          <a:xfrm>
            <a:off x="2676976" y="6916286"/>
            <a:ext cx="5136996" cy="747014"/>
          </a:xfrm>
          <a:prstGeom prst="rect">
            <a:avLst/>
          </a:prstGeom>
        </p:spPr>
        <p:txBody>
          <a:bodyPr lIns="0" tIns="0" rIns="0" bIns="0" anchor="t">
            <a:spAutoFit/>
          </a:bodyPr>
          <a:lstStyle/>
          <a:p>
            <a:pPr marL="907415" lvl="1" indent="-453390" algn="l">
              <a:lnSpc>
                <a:spcPts val="5880"/>
              </a:lnSpc>
              <a:buFont typeface="Arial" panose="020B0604020202020204"/>
              <a:buChar char="•"/>
            </a:pPr>
            <a:endParaRPr sz="4200">
              <a:solidFill>
                <a:srgbClr val="FFFFFF"/>
              </a:solidFill>
              <a:latin typeface="Poppins" panose="00000500000000000000"/>
              <a:ea typeface="Poppins" panose="00000500000000000000"/>
              <a:cs typeface="Poppins" panose="00000500000000000000"/>
            </a:endParaRPr>
          </a:p>
        </p:txBody>
      </p:sp>
      <p:sp>
        <p:nvSpPr>
          <p:cNvPr id="12" name="TextBox 12"/>
          <p:cNvSpPr>
            <a:spLocks noGrp="1"/>
          </p:cNvSpPr>
          <p:nvPr/>
        </p:nvSpPr>
        <p:spPr>
          <a:xfrm>
            <a:off x="2676976" y="7967841"/>
            <a:ext cx="4671381" cy="747014"/>
          </a:xfrm>
          <a:prstGeom prst="rect">
            <a:avLst/>
          </a:prstGeom>
        </p:spPr>
        <p:txBody>
          <a:bodyPr lIns="0" tIns="0" rIns="0" bIns="0" anchor="t">
            <a:spAutoFit/>
          </a:bodyPr>
          <a:lstStyle/>
          <a:p>
            <a:pPr marL="907415" lvl="1" indent="-453390" algn="l">
              <a:lnSpc>
                <a:spcPts val="5880"/>
              </a:lnSpc>
              <a:buFont typeface="Arial" panose="020B0604020202020204"/>
              <a:buChar char="•"/>
            </a:pPr>
            <a:endParaRPr sz="4200">
              <a:solidFill>
                <a:srgbClr val="FFFFFF"/>
              </a:solidFill>
              <a:latin typeface="Poppins" panose="00000500000000000000"/>
              <a:ea typeface="Poppins" panose="00000500000000000000"/>
              <a:cs typeface="Poppins" panose="00000500000000000000"/>
            </a:endParaRPr>
          </a:p>
        </p:txBody>
      </p:sp>
      <p:sp>
        <p:nvSpPr>
          <p:cNvPr id="13" name="TextBox 13"/>
          <p:cNvSpPr>
            <a:spLocks noGrp="1"/>
          </p:cNvSpPr>
          <p:nvPr/>
        </p:nvSpPr>
        <p:spPr>
          <a:xfrm>
            <a:off x="2676976" y="4906315"/>
            <a:ext cx="8302118" cy="747014"/>
          </a:xfrm>
          <a:prstGeom prst="rect">
            <a:avLst/>
          </a:prstGeom>
        </p:spPr>
        <p:txBody>
          <a:bodyPr lIns="0" tIns="0" rIns="0" bIns="0" anchor="t">
            <a:spAutoFit/>
          </a:bodyPr>
          <a:lstStyle/>
          <a:p>
            <a:pPr marL="907415" lvl="1" indent="-453390" algn="l">
              <a:lnSpc>
                <a:spcPts val="5880"/>
              </a:lnSpc>
              <a:buFont typeface="Arial" panose="020B0604020202020204"/>
              <a:buChar char="•"/>
            </a:pPr>
            <a:endParaRPr sz="4200">
              <a:solidFill>
                <a:srgbClr val="FFFFFF"/>
              </a:solidFill>
              <a:latin typeface="Poppins" panose="00000500000000000000"/>
              <a:ea typeface="Poppins" panose="00000500000000000000"/>
              <a:cs typeface="Poppins" panose="00000500000000000000"/>
            </a:endParaRPr>
          </a:p>
        </p:txBody>
      </p:sp>
      <p:sp>
        <p:nvSpPr>
          <p:cNvPr id="14" name="Rectangles 13"/>
          <p:cNvSpPr>
            <a:spLocks noGrp="1"/>
          </p:cNvSpPr>
          <p:nvPr/>
        </p:nvSpPr>
        <p:spPr>
          <a:xfrm>
            <a:off x="685800" y="2333625"/>
            <a:ext cx="15859125" cy="6286500"/>
          </a:xfrm>
          <a:prstGeom prst="rect">
            <a:avLst/>
          </a:prstGeom>
          <a:solidFill>
            <a:srgbClr val="FFFFFF"/>
          </a:solidFill>
          <a:ln w="0">
            <a:solidFill>
              <a:srgbClr val="FFFFFF"/>
            </a:solidFill>
            <a:prstDash val="solid"/>
          </a:ln>
        </p:spPr>
      </p:sp>
      <p:sp>
        <p:nvSpPr>
          <p:cNvPr id="15" name="Rectangles 14"/>
          <p:cNvSpPr>
            <a:spLocks noGrp="1"/>
          </p:cNvSpPr>
          <p:nvPr/>
        </p:nvSpPr>
        <p:spPr>
          <a:xfrm>
            <a:off x="1047750" y="647700"/>
            <a:ext cx="762000" cy="342900"/>
          </a:xfrm>
          <a:prstGeom prst="rect">
            <a:avLst/>
          </a:prstGeom>
          <a:noFill/>
          <a:ln w="0">
            <a:noFill/>
            <a:prstDash val="solid"/>
          </a:ln>
        </p:spPr>
        <p:txBody>
          <a:bodyPr/>
          <a:lstStyle>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a:pPr>
              <a:defRPr sz="1200" b="1">
                <a:solidFill>
                  <a:srgbClr val="2686C5"/>
                </a:solidFill>
              </a:defRPr>
            </a:pPr>
            <a:r>
              <a:rPr sz="1200" b="1">
                <a:solidFill>
                  <a:srgbClr val="2686C5"/>
                </a:solidFill>
              </a:rPr>
              <a:t>08</a:t>
            </a:r>
            <a:endParaRPr sz="1200" b="1">
              <a:solidFill>
                <a:srgbClr val="2686C5"/>
              </a:solidFill>
            </a:endParaRPr>
          </a:p>
        </p:txBody>
      </p:sp>
      <p:sp>
        <p:nvSpPr>
          <p:cNvPr id="16" name="Rectangles 15"/>
          <p:cNvSpPr>
            <a:spLocks noGrp="1"/>
          </p:cNvSpPr>
          <p:nvPr/>
        </p:nvSpPr>
        <p:spPr>
          <a:xfrm>
            <a:off x="1047750" y="990600"/>
            <a:ext cx="15240000" cy="781050"/>
          </a:xfrm>
          <a:prstGeom prst="rect">
            <a:avLst/>
          </a:prstGeom>
          <a:noFill/>
          <a:ln w="0">
            <a:noFill/>
            <a:prstDash val="solid"/>
          </a:ln>
        </p:spPr>
        <p:txBody>
          <a:bodyPr/>
          <a:lstStyle>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a:pPr>
              <a:defRPr sz="3750" b="1">
                <a:solidFill>
                  <a:srgbClr val="1E5AA8"/>
                </a:solidFill>
              </a:defRPr>
            </a:pPr>
            <a:r>
              <a:rPr sz="3750" b="1">
                <a:solidFill>
                  <a:srgbClr val="1E5AA8"/>
                </a:solidFill>
              </a:rPr>
              <a:t>Wireframe → Final UI</a:t>
            </a:r>
            <a:endParaRPr sz="3750" b="1">
              <a:solidFill>
                <a:srgbClr val="1E5AA8"/>
              </a:solidFill>
            </a:endParaRPr>
          </a:p>
        </p:txBody>
      </p:sp>
      <p:sp>
        <p:nvSpPr>
          <p:cNvPr id="17" name="Rectangles 16"/>
          <p:cNvSpPr>
            <a:spLocks noGrp="1"/>
          </p:cNvSpPr>
          <p:nvPr/>
        </p:nvSpPr>
        <p:spPr>
          <a:xfrm>
            <a:off x="1066800" y="1866900"/>
            <a:ext cx="14287500" cy="438150"/>
          </a:xfrm>
          <a:prstGeom prst="rect">
            <a:avLst/>
          </a:prstGeom>
          <a:noFill/>
          <a:ln w="0">
            <a:noFill/>
            <a:prstDash val="solid"/>
          </a:ln>
        </p:spPr>
        <p:txBody>
          <a:bodyPr/>
          <a:lstStyle>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a:pPr>
              <a:defRPr sz="1575">
                <a:solidFill>
                  <a:srgbClr val="536878"/>
                </a:solidFill>
              </a:defRPr>
            </a:pPr>
            <a:r>
              <a:rPr sz="1575">
                <a:solidFill>
                  <a:srgbClr val="536878"/>
                </a:solidFill>
              </a:rPr>
              <a:t>Wireframe xác định cấu trúc và luồng trước khi hoàn thiện nội dung, màu sắc và trạng thái.</a:t>
            </a:r>
            <a:endParaRPr sz="1575">
              <a:solidFill>
                <a:srgbClr val="536878"/>
              </a:solidFill>
            </a:endParaRPr>
          </a:p>
        </p:txBody>
      </p:sp>
      <p:pic>
        <p:nvPicPr>
          <p:cNvPr id="18" name="Picture 17"/>
          <p:cNvPicPr>
            <a:picLocks noChangeAspect="1"/>
          </p:cNvPicPr>
          <p:nvPr/>
        </p:nvPicPr>
        <p:blipFill>
          <a:blip r:embed="rId4"/>
          <a:stretch>
            <a:fillRect/>
          </a:stretch>
        </p:blipFill>
        <p:spPr>
          <a:xfrm>
            <a:off x="1524000" y="3625261"/>
            <a:ext cx="5905500" cy="3322229"/>
          </a:xfrm>
          <a:prstGeom prst="roundRect">
            <a:avLst>
              <a:gd name="adj" fmla="val 1569"/>
            </a:avLst>
          </a:prstGeom>
        </p:spPr>
      </p:pic>
      <p:pic>
        <p:nvPicPr>
          <p:cNvPr id="19" name="Picture 18"/>
          <p:cNvPicPr>
            <a:picLocks noChangeAspect="1"/>
          </p:cNvPicPr>
          <p:nvPr/>
        </p:nvPicPr>
        <p:blipFill>
          <a:blip r:embed="rId5"/>
          <a:stretch>
            <a:fillRect/>
          </a:stretch>
        </p:blipFill>
        <p:spPr>
          <a:xfrm>
            <a:off x="9810750" y="3625261"/>
            <a:ext cx="5905500" cy="3322229"/>
          </a:xfrm>
          <a:prstGeom prst="roundRect">
            <a:avLst>
              <a:gd name="adj" fmla="val 1569"/>
            </a:avLst>
          </a:prstGeom>
        </p:spPr>
      </p:pic>
      <p:sp>
        <p:nvSpPr>
          <p:cNvPr id="20" name="Rectangles 19"/>
          <p:cNvSpPr>
            <a:spLocks noGrp="1"/>
          </p:cNvSpPr>
          <p:nvPr/>
        </p:nvSpPr>
        <p:spPr>
          <a:xfrm>
            <a:off x="3429000" y="8048625"/>
            <a:ext cx="2286000" cy="342900"/>
          </a:xfrm>
          <a:prstGeom prst="rect">
            <a:avLst/>
          </a:prstGeom>
          <a:noFill/>
          <a:ln w="0">
            <a:noFill/>
            <a:prstDash val="solid"/>
          </a:ln>
        </p:spPr>
        <p:txBody>
          <a:bodyPr/>
          <a:lstStyle>
            <a:defPPr>
              <a:defRPr sz="1650" b="1">
                <a:solidFill>
                  <a:srgbClr val="1E5AA8"/>
                </a:solidFill>
              </a:defRPr>
            </a:defPPr>
            <a:lvl1pPr>
              <a:defRPr sz="1650" b="1">
                <a:solidFill>
                  <a:srgbClr val="1E5AA8"/>
                </a:solidFill>
              </a:defRPr>
            </a:lvl1pPr>
            <a:lvl2pPr>
              <a:defRPr sz="1650" b="1">
                <a:solidFill>
                  <a:srgbClr val="1E5AA8"/>
                </a:solidFill>
              </a:defRPr>
            </a:lvl2pPr>
            <a:lvl3pPr>
              <a:defRPr sz="1650" b="1">
                <a:solidFill>
                  <a:srgbClr val="1E5AA8"/>
                </a:solidFill>
              </a:defRPr>
            </a:lvl3pPr>
            <a:lvl4pPr>
              <a:defRPr sz="1650" b="1">
                <a:solidFill>
                  <a:srgbClr val="1E5AA8"/>
                </a:solidFill>
              </a:defRPr>
            </a:lvl4pPr>
            <a:lvl5pPr>
              <a:defRPr sz="1650" b="1">
                <a:solidFill>
                  <a:srgbClr val="1E5AA8"/>
                </a:solidFill>
              </a:defRPr>
            </a:lvl5pPr>
            <a:lvl6pPr>
              <a:defRPr sz="1650" b="1">
                <a:solidFill>
                  <a:srgbClr val="1E5AA8"/>
                </a:solidFill>
              </a:defRPr>
            </a:lvl6pPr>
            <a:lvl7pPr>
              <a:defRPr sz="1650" b="1">
                <a:solidFill>
                  <a:srgbClr val="1E5AA8"/>
                </a:solidFill>
              </a:defRPr>
            </a:lvl7pPr>
            <a:lvl8pPr>
              <a:defRPr sz="1650" b="1">
                <a:solidFill>
                  <a:srgbClr val="1E5AA8"/>
                </a:solidFill>
              </a:defRPr>
            </a:lvl8pPr>
            <a:lvl9pPr>
              <a:defRPr sz="1650" b="1">
                <a:solidFill>
                  <a:srgbClr val="1E5AA8"/>
                </a:solidFill>
              </a:defRPr>
            </a:lvl9pPr>
          </a:lstStyle>
          <a:p>
            <a:pPr>
              <a:defRPr sz="1650" b="1">
                <a:solidFill>
                  <a:srgbClr val="1E5AA8"/>
                </a:solidFill>
              </a:defRPr>
            </a:pPr>
            <a:r>
              <a:rPr sz="1650" b="1">
                <a:solidFill>
                  <a:srgbClr val="1E5AA8"/>
                </a:solidFill>
              </a:rPr>
              <a:t>Wireframe</a:t>
            </a:r>
            <a:endParaRPr sz="1650" b="1">
              <a:solidFill>
                <a:srgbClr val="1E5AA8"/>
              </a:solidFill>
            </a:endParaRPr>
          </a:p>
        </p:txBody>
      </p:sp>
      <p:sp>
        <p:nvSpPr>
          <p:cNvPr id="21" name="Rectangles 20"/>
          <p:cNvSpPr>
            <a:spLocks noGrp="1"/>
          </p:cNvSpPr>
          <p:nvPr/>
        </p:nvSpPr>
        <p:spPr>
          <a:xfrm>
            <a:off x="11334750" y="8048625"/>
            <a:ext cx="3048000" cy="342900"/>
          </a:xfrm>
          <a:prstGeom prst="rect">
            <a:avLst/>
          </a:prstGeom>
          <a:noFill/>
          <a:ln w="0">
            <a:noFill/>
            <a:prstDash val="solid"/>
          </a:ln>
        </p:spPr>
        <p:txBody>
          <a:bodyPr/>
          <a:lstStyle>
            <a:defPPr>
              <a:defRPr sz="1650" b="1">
                <a:solidFill>
                  <a:srgbClr val="1E5AA8"/>
                </a:solidFill>
              </a:defRPr>
            </a:defPPr>
            <a:lvl1pPr>
              <a:defRPr sz="1650" b="1">
                <a:solidFill>
                  <a:srgbClr val="1E5AA8"/>
                </a:solidFill>
              </a:defRPr>
            </a:lvl1pPr>
            <a:lvl2pPr>
              <a:defRPr sz="1650" b="1">
                <a:solidFill>
                  <a:srgbClr val="1E5AA8"/>
                </a:solidFill>
              </a:defRPr>
            </a:lvl2pPr>
            <a:lvl3pPr>
              <a:defRPr sz="1650" b="1">
                <a:solidFill>
                  <a:srgbClr val="1E5AA8"/>
                </a:solidFill>
              </a:defRPr>
            </a:lvl3pPr>
            <a:lvl4pPr>
              <a:defRPr sz="1650" b="1">
                <a:solidFill>
                  <a:srgbClr val="1E5AA8"/>
                </a:solidFill>
              </a:defRPr>
            </a:lvl4pPr>
            <a:lvl5pPr>
              <a:defRPr sz="1650" b="1">
                <a:solidFill>
                  <a:srgbClr val="1E5AA8"/>
                </a:solidFill>
              </a:defRPr>
            </a:lvl5pPr>
            <a:lvl6pPr>
              <a:defRPr sz="1650" b="1">
                <a:solidFill>
                  <a:srgbClr val="1E5AA8"/>
                </a:solidFill>
              </a:defRPr>
            </a:lvl6pPr>
            <a:lvl7pPr>
              <a:defRPr sz="1650" b="1">
                <a:solidFill>
                  <a:srgbClr val="1E5AA8"/>
                </a:solidFill>
              </a:defRPr>
            </a:lvl7pPr>
            <a:lvl8pPr>
              <a:defRPr sz="1650" b="1">
                <a:solidFill>
                  <a:srgbClr val="1E5AA8"/>
                </a:solidFill>
              </a:defRPr>
            </a:lvl8pPr>
            <a:lvl9pPr>
              <a:defRPr sz="1650" b="1">
                <a:solidFill>
                  <a:srgbClr val="1E5AA8"/>
                </a:solidFill>
              </a:defRPr>
            </a:lvl9pPr>
          </a:lstStyle>
          <a:p>
            <a:pPr>
              <a:defRPr sz="1650" b="1">
                <a:solidFill>
                  <a:srgbClr val="1E5AA8"/>
                </a:solidFill>
              </a:defRPr>
            </a:pPr>
            <a:r>
              <a:rPr sz="1650" b="1">
                <a:solidFill>
                  <a:srgbClr val="1E5AA8"/>
                </a:solidFill>
              </a:rPr>
              <a:t>Final UI từ Stitch</a:t>
            </a:r>
            <a:endParaRPr sz="1650" b="1">
              <a:solidFill>
                <a:srgbClr val="1E5AA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Freeform 3"/>
          <p:cNvSpPr>
            <a:spLocks noGrp="1"/>
          </p:cNvSpPr>
          <p:nvPr/>
        </p:nvSpPr>
        <p:spPr>
          <a:xfrm>
            <a:off x="13291933" y="-327454"/>
            <a:ext cx="5135953" cy="10614454"/>
          </a:xfrm>
          <a:custGeom>
            <a:avLst/>
            <a:gdLst/>
            <a:ahLst/>
            <a:cxnLst/>
            <a:rect l="l" t="t" r="r" b="b"/>
            <a:pathLst>
              <a:path w="795693" h="1644457">
                <a:moveTo>
                  <a:pt x="0" y="0"/>
                </a:moveTo>
                <a:lnTo>
                  <a:pt x="795693" y="0"/>
                </a:lnTo>
                <a:lnTo>
                  <a:pt x="795693" y="1644457"/>
                </a:lnTo>
                <a:lnTo>
                  <a:pt x="0" y="1644457"/>
                </a:lnTo>
                <a:close/>
              </a:path>
            </a:pathLst>
          </a:custGeom>
          <a:blipFill>
            <a:blip r:embed="rId1"/>
            <a:stretch>
              <a:fillRect l="-26726" r="-26726"/>
            </a:stretch>
          </a:blipFill>
        </p:spPr>
      </p:sp>
      <p:sp>
        <p:nvSpPr>
          <p:cNvPr id="5" name="Freeform 5"/>
          <p:cNvSpPr>
            <a:spLocks noGrp="1"/>
          </p:cNvSpPr>
          <p:nvPr/>
        </p:nvSpPr>
        <p:spPr>
          <a:xfrm>
            <a:off x="1441102" y="3531263"/>
            <a:ext cx="10867034" cy="5826950"/>
          </a:xfrm>
          <a:custGeom>
            <a:avLst/>
            <a:gdLst/>
            <a:ahLst/>
            <a:cxnLst/>
            <a:rect l="l" t="t" r="r" b="b"/>
            <a:pathLst>
              <a:path w="2862100" h="1534670">
                <a:moveTo>
                  <a:pt x="0" y="0"/>
                </a:moveTo>
                <a:lnTo>
                  <a:pt x="2862100" y="0"/>
                </a:lnTo>
                <a:lnTo>
                  <a:pt x="2862100" y="1534670"/>
                </a:lnTo>
                <a:lnTo>
                  <a:pt x="0" y="1534670"/>
                </a:lnTo>
                <a:close/>
              </a:path>
            </a:pathLst>
          </a:custGeom>
          <a:solidFill>
            <a:srgbClr val="548CA8"/>
          </a:solidFill>
        </p:spPr>
      </p:sp>
      <p:sp>
        <p:nvSpPr>
          <p:cNvPr id="6" name="TextBox 6"/>
          <p:cNvSpPr>
            <a:spLocks noGrp="1"/>
          </p:cNvSpPr>
          <p:nvPr/>
        </p:nvSpPr>
        <p:spPr>
          <a:xfrm>
            <a:off x="1441102" y="3386603"/>
            <a:ext cx="10867038" cy="5971610"/>
          </a:xfrm>
          <a:prstGeom prst="rect">
            <a:avLst/>
          </a:prstGeom>
        </p:spPr>
        <p:txBody>
          <a:bodyPr lIns="50800" tIns="50800" rIns="50800" bIns="50800" anchor="ctr"/>
          <a:lstStyle/>
          <a:p>
            <a:pPr algn="ctr">
              <a:lnSpc>
                <a:spcPts val="2660"/>
              </a:lnSpc>
              <a:buNone/>
            </a:pPr>
          </a:p>
        </p:txBody>
      </p:sp>
      <p:sp>
        <p:nvSpPr>
          <p:cNvPr id="7" name="Freeform 7"/>
          <p:cNvSpPr>
            <a:spLocks noGrp="1"/>
          </p:cNvSpPr>
          <p:nvPr/>
        </p:nvSpPr>
        <p:spPr>
          <a:xfrm>
            <a:off x="0" y="7607511"/>
            <a:ext cx="2734126" cy="3480948"/>
          </a:xfrm>
          <a:custGeom>
            <a:avLst/>
            <a:gdLst/>
            <a:ahLst/>
            <a:cxnLst/>
            <a:rect l="l" t="t" r="r" b="b"/>
            <a:pathLst>
              <a:path w="2734126" h="3480948">
                <a:moveTo>
                  <a:pt x="0" y="0"/>
                </a:moveTo>
                <a:lnTo>
                  <a:pt x="2734126" y="0"/>
                </a:lnTo>
                <a:lnTo>
                  <a:pt x="2734126" y="3480948"/>
                </a:lnTo>
                <a:lnTo>
                  <a:pt x="0" y="34809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a:spLocks noGrp="1"/>
          </p:cNvSpPr>
          <p:nvPr/>
        </p:nvSpPr>
        <p:spPr>
          <a:xfrm>
            <a:off x="101318" y="86683"/>
            <a:ext cx="11207166" cy="1294003"/>
          </a:xfrm>
          <a:prstGeom prst="rect">
            <a:avLst/>
          </a:prstGeom>
        </p:spPr>
        <p:txBody>
          <a:bodyPr lIns="0" tIns="0" rIns="0" bIns="0" anchor="t">
            <a:spAutoFit/>
          </a:bodyPr>
          <a:lstStyle/>
          <a:p>
            <a:pPr algn="l">
              <a:lnSpc>
                <a:spcPts val="10190"/>
              </a:lnSpc>
              <a:buNone/>
            </a:pPr>
            <a:endParaRPr sz="9015" b="1">
              <a:solidFill>
                <a:srgbClr val="548CA8"/>
              </a:solidFill>
              <a:latin typeface="Poppins Bold" panose="00000800000000000000"/>
              <a:ea typeface="Poppins Bold" panose="00000800000000000000"/>
              <a:cs typeface="Poppins Bold" panose="00000800000000000000"/>
            </a:endParaRPr>
          </a:p>
        </p:txBody>
      </p:sp>
      <p:sp>
        <p:nvSpPr>
          <p:cNvPr id="9" name="TextBox 9"/>
          <p:cNvSpPr>
            <a:spLocks noGrp="1"/>
          </p:cNvSpPr>
          <p:nvPr/>
        </p:nvSpPr>
        <p:spPr>
          <a:xfrm>
            <a:off x="2676976" y="4022479"/>
            <a:ext cx="9193838" cy="640334"/>
          </a:xfrm>
          <a:prstGeom prst="rect">
            <a:avLst/>
          </a:prstGeom>
        </p:spPr>
        <p:txBody>
          <a:bodyPr lIns="0" tIns="0" rIns="0" bIns="0" anchor="t">
            <a:spAutoFit/>
          </a:bodyPr>
          <a:lstStyle/>
          <a:p>
            <a:pPr marL="907415" lvl="1" indent="-453390" algn="l">
              <a:lnSpc>
                <a:spcPts val="5040"/>
              </a:lnSpc>
              <a:buFont typeface="Arial" panose="020B0604020202020204"/>
              <a:buChar char="•"/>
            </a:pPr>
            <a:endParaRPr sz="4200">
              <a:solidFill>
                <a:srgbClr val="FFFFFF"/>
              </a:solidFill>
              <a:latin typeface="Poppins" panose="00000500000000000000"/>
              <a:ea typeface="Poppins" panose="00000500000000000000"/>
              <a:cs typeface="Poppins" panose="00000500000000000000"/>
            </a:endParaRPr>
          </a:p>
        </p:txBody>
      </p:sp>
      <p:sp>
        <p:nvSpPr>
          <p:cNvPr id="10" name="TextBox 10"/>
          <p:cNvSpPr>
            <a:spLocks noGrp="1"/>
          </p:cNvSpPr>
          <p:nvPr/>
        </p:nvSpPr>
        <p:spPr>
          <a:xfrm>
            <a:off x="2676976" y="5860876"/>
            <a:ext cx="5136996" cy="747014"/>
          </a:xfrm>
          <a:prstGeom prst="rect">
            <a:avLst/>
          </a:prstGeom>
        </p:spPr>
        <p:txBody>
          <a:bodyPr lIns="0" tIns="0" rIns="0" bIns="0" anchor="t">
            <a:spAutoFit/>
          </a:bodyPr>
          <a:lstStyle/>
          <a:p>
            <a:pPr marL="907415" lvl="1" indent="-453390" algn="l">
              <a:lnSpc>
                <a:spcPts val="5880"/>
              </a:lnSpc>
              <a:buFont typeface="Arial" panose="020B0604020202020204"/>
              <a:buChar char="•"/>
            </a:pPr>
            <a:endParaRPr sz="4200">
              <a:solidFill>
                <a:srgbClr val="FFFFFF"/>
              </a:solidFill>
              <a:latin typeface="Poppins" panose="00000500000000000000"/>
              <a:ea typeface="Poppins" panose="00000500000000000000"/>
              <a:cs typeface="Poppins" panose="00000500000000000000"/>
            </a:endParaRPr>
          </a:p>
        </p:txBody>
      </p:sp>
      <p:sp>
        <p:nvSpPr>
          <p:cNvPr id="11" name="TextBox 11"/>
          <p:cNvSpPr>
            <a:spLocks noGrp="1"/>
          </p:cNvSpPr>
          <p:nvPr/>
        </p:nvSpPr>
        <p:spPr>
          <a:xfrm>
            <a:off x="2676976" y="6916286"/>
            <a:ext cx="5136996" cy="747014"/>
          </a:xfrm>
          <a:prstGeom prst="rect">
            <a:avLst/>
          </a:prstGeom>
        </p:spPr>
        <p:txBody>
          <a:bodyPr lIns="0" tIns="0" rIns="0" bIns="0" anchor="t">
            <a:spAutoFit/>
          </a:bodyPr>
          <a:lstStyle/>
          <a:p>
            <a:pPr marL="907415" lvl="1" indent="-453390" algn="l">
              <a:lnSpc>
                <a:spcPts val="5880"/>
              </a:lnSpc>
              <a:buFont typeface="Arial" panose="020B0604020202020204"/>
              <a:buChar char="•"/>
            </a:pPr>
            <a:endParaRPr sz="4200">
              <a:solidFill>
                <a:srgbClr val="FFFFFF"/>
              </a:solidFill>
              <a:latin typeface="Poppins" panose="00000500000000000000"/>
              <a:ea typeface="Poppins" panose="00000500000000000000"/>
              <a:cs typeface="Poppins" panose="00000500000000000000"/>
            </a:endParaRPr>
          </a:p>
        </p:txBody>
      </p:sp>
      <p:sp>
        <p:nvSpPr>
          <p:cNvPr id="12" name="TextBox 12"/>
          <p:cNvSpPr>
            <a:spLocks noGrp="1"/>
          </p:cNvSpPr>
          <p:nvPr/>
        </p:nvSpPr>
        <p:spPr>
          <a:xfrm>
            <a:off x="2676976" y="7967841"/>
            <a:ext cx="4671381" cy="747014"/>
          </a:xfrm>
          <a:prstGeom prst="rect">
            <a:avLst/>
          </a:prstGeom>
        </p:spPr>
        <p:txBody>
          <a:bodyPr lIns="0" tIns="0" rIns="0" bIns="0" anchor="t">
            <a:spAutoFit/>
          </a:bodyPr>
          <a:lstStyle/>
          <a:p>
            <a:pPr marL="907415" lvl="1" indent="-453390" algn="l">
              <a:lnSpc>
                <a:spcPts val="5880"/>
              </a:lnSpc>
              <a:buFont typeface="Arial" panose="020B0604020202020204"/>
              <a:buChar char="•"/>
            </a:pPr>
            <a:endParaRPr sz="4200">
              <a:solidFill>
                <a:srgbClr val="FFFFFF"/>
              </a:solidFill>
              <a:latin typeface="Poppins" panose="00000500000000000000"/>
              <a:ea typeface="Poppins" panose="00000500000000000000"/>
              <a:cs typeface="Poppins" panose="00000500000000000000"/>
            </a:endParaRPr>
          </a:p>
        </p:txBody>
      </p:sp>
      <p:sp>
        <p:nvSpPr>
          <p:cNvPr id="13" name="TextBox 13"/>
          <p:cNvSpPr>
            <a:spLocks noGrp="1"/>
          </p:cNvSpPr>
          <p:nvPr/>
        </p:nvSpPr>
        <p:spPr>
          <a:xfrm>
            <a:off x="2676976" y="4906315"/>
            <a:ext cx="8302118" cy="747014"/>
          </a:xfrm>
          <a:prstGeom prst="rect">
            <a:avLst/>
          </a:prstGeom>
        </p:spPr>
        <p:txBody>
          <a:bodyPr lIns="0" tIns="0" rIns="0" bIns="0" anchor="t">
            <a:spAutoFit/>
          </a:bodyPr>
          <a:lstStyle/>
          <a:p>
            <a:pPr marL="907415" lvl="1" indent="-453390" algn="l">
              <a:lnSpc>
                <a:spcPts val="5880"/>
              </a:lnSpc>
              <a:buFont typeface="Arial" panose="020B0604020202020204"/>
              <a:buChar char="•"/>
            </a:pPr>
            <a:endParaRPr sz="4200">
              <a:solidFill>
                <a:srgbClr val="FFFFFF"/>
              </a:solidFill>
              <a:latin typeface="Poppins" panose="00000500000000000000"/>
              <a:ea typeface="Poppins" panose="00000500000000000000"/>
              <a:cs typeface="Poppins" panose="00000500000000000000"/>
            </a:endParaRPr>
          </a:p>
        </p:txBody>
      </p:sp>
      <p:sp>
        <p:nvSpPr>
          <p:cNvPr id="14" name="Rectangles 13"/>
          <p:cNvSpPr>
            <a:spLocks noGrp="1"/>
          </p:cNvSpPr>
          <p:nvPr/>
        </p:nvSpPr>
        <p:spPr>
          <a:xfrm>
            <a:off x="685800" y="2333625"/>
            <a:ext cx="15859125" cy="6286500"/>
          </a:xfrm>
          <a:prstGeom prst="rect">
            <a:avLst/>
          </a:prstGeom>
          <a:solidFill>
            <a:srgbClr val="FFFFFF"/>
          </a:solidFill>
          <a:ln w="0">
            <a:solidFill>
              <a:srgbClr val="FFFFFF"/>
            </a:solidFill>
            <a:prstDash val="solid"/>
          </a:ln>
        </p:spPr>
      </p:sp>
      <p:sp>
        <p:nvSpPr>
          <p:cNvPr id="15" name="Rectangles 14"/>
          <p:cNvSpPr>
            <a:spLocks noGrp="1"/>
          </p:cNvSpPr>
          <p:nvPr/>
        </p:nvSpPr>
        <p:spPr>
          <a:xfrm>
            <a:off x="1047750" y="647700"/>
            <a:ext cx="762000" cy="342900"/>
          </a:xfrm>
          <a:prstGeom prst="rect">
            <a:avLst/>
          </a:prstGeom>
          <a:noFill/>
          <a:ln w="0">
            <a:noFill/>
            <a:prstDash val="solid"/>
          </a:ln>
        </p:spPr>
        <p:txBody>
          <a:bodyPr/>
          <a:lstStyle>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a:pPr>
              <a:defRPr sz="1200" b="1">
                <a:solidFill>
                  <a:srgbClr val="2686C5"/>
                </a:solidFill>
              </a:defRPr>
            </a:pPr>
            <a:r>
              <a:rPr sz="1200" b="1">
                <a:solidFill>
                  <a:srgbClr val="2686C5"/>
                </a:solidFill>
              </a:rPr>
              <a:t>09</a:t>
            </a:r>
            <a:endParaRPr sz="1200" b="1">
              <a:solidFill>
                <a:srgbClr val="2686C5"/>
              </a:solidFill>
            </a:endParaRPr>
          </a:p>
        </p:txBody>
      </p:sp>
      <p:sp>
        <p:nvSpPr>
          <p:cNvPr id="16" name="Rectangles 15"/>
          <p:cNvSpPr>
            <a:spLocks noGrp="1"/>
          </p:cNvSpPr>
          <p:nvPr/>
        </p:nvSpPr>
        <p:spPr>
          <a:xfrm>
            <a:off x="1047750" y="990600"/>
            <a:ext cx="15240000" cy="781050"/>
          </a:xfrm>
          <a:prstGeom prst="rect">
            <a:avLst/>
          </a:prstGeom>
          <a:noFill/>
          <a:ln w="0">
            <a:noFill/>
            <a:prstDash val="solid"/>
          </a:ln>
        </p:spPr>
        <p:txBody>
          <a:bodyPr/>
          <a:lstStyle>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a:pPr>
              <a:defRPr sz="3750" b="1">
                <a:solidFill>
                  <a:srgbClr val="1E5AA8"/>
                </a:solidFill>
              </a:defRPr>
            </a:pPr>
            <a:r>
              <a:rPr sz="3750" b="1">
                <a:solidFill>
                  <a:srgbClr val="1E5AA8"/>
                </a:solidFill>
              </a:rPr>
              <a:t>Design system</a:t>
            </a:r>
            <a:endParaRPr sz="3750" b="1">
              <a:solidFill>
                <a:srgbClr val="1E5AA8"/>
              </a:solidFill>
            </a:endParaRPr>
          </a:p>
        </p:txBody>
      </p:sp>
      <p:sp>
        <p:nvSpPr>
          <p:cNvPr id="17" name="Rectangles 16"/>
          <p:cNvSpPr>
            <a:spLocks noGrp="1"/>
          </p:cNvSpPr>
          <p:nvPr/>
        </p:nvSpPr>
        <p:spPr>
          <a:xfrm>
            <a:off x="1066800" y="1866900"/>
            <a:ext cx="14287500" cy="438150"/>
          </a:xfrm>
          <a:prstGeom prst="rect">
            <a:avLst/>
          </a:prstGeom>
          <a:noFill/>
          <a:ln w="0">
            <a:noFill/>
            <a:prstDash val="solid"/>
          </a:ln>
        </p:spPr>
        <p:txBody>
          <a:bodyPr/>
          <a:lstStyle>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a:pPr>
              <a:defRPr sz="1575">
                <a:solidFill>
                  <a:srgbClr val="536878"/>
                </a:solidFill>
              </a:defRPr>
            </a:pPr>
            <a:r>
              <a:rPr sz="1575">
                <a:solidFill>
                  <a:srgbClr val="536878"/>
                </a:solidFill>
              </a:rPr>
              <a:t>Token và component được định nghĩa để đồng bộ các màn hình Android.</a:t>
            </a:r>
            <a:endParaRPr sz="1575">
              <a:solidFill>
                <a:srgbClr val="536878"/>
              </a:solidFill>
            </a:endParaRPr>
          </a:p>
        </p:txBody>
      </p:sp>
      <p:sp>
        <p:nvSpPr>
          <p:cNvPr id="18" name="Rounded Rectangle 17"/>
          <p:cNvSpPr>
            <a:spLocks noGrp="1"/>
          </p:cNvSpPr>
          <p:nvPr/>
        </p:nvSpPr>
        <p:spPr>
          <a:xfrm>
            <a:off x="1238250" y="2857500"/>
            <a:ext cx="2333625" cy="1000125"/>
          </a:xfrm>
          <a:prstGeom prst="roundRect">
            <a:avLst>
              <a:gd name="adj" fmla="val 7619"/>
            </a:avLst>
          </a:prstGeom>
          <a:solidFill>
            <a:srgbClr val="1E5AA8"/>
          </a:solidFill>
          <a:ln w="0">
            <a:solidFill>
              <a:srgbClr val="1E5AA8"/>
            </a:solidFill>
            <a:prstDash val="solid"/>
          </a:ln>
        </p:spPr>
      </p:sp>
      <p:sp>
        <p:nvSpPr>
          <p:cNvPr id="19" name="Rectangles 18"/>
          <p:cNvSpPr>
            <a:spLocks noGrp="1"/>
          </p:cNvSpPr>
          <p:nvPr/>
        </p:nvSpPr>
        <p:spPr>
          <a:xfrm>
            <a:off x="1409700" y="4048125"/>
            <a:ext cx="2190750" cy="495300"/>
          </a:xfrm>
          <a:prstGeom prst="rect">
            <a:avLst/>
          </a:prstGeom>
          <a:noFill/>
          <a:ln w="0">
            <a:noFill/>
            <a:prstDash val="solid"/>
          </a:ln>
        </p:spPr>
        <p:txBody>
          <a:bodyPr/>
          <a:lstStyle>
            <a:defPPr>
              <a:defRPr sz="1350" b="1">
                <a:solidFill>
                  <a:srgbClr val="1E5AA8"/>
                </a:solidFill>
              </a:defRPr>
            </a:defPPr>
            <a:lvl1pPr>
              <a:defRPr sz="1350" b="1">
                <a:solidFill>
                  <a:srgbClr val="1E5AA8"/>
                </a:solidFill>
              </a:defRPr>
            </a:lvl1pPr>
            <a:lvl2pPr>
              <a:defRPr sz="1350" b="1">
                <a:solidFill>
                  <a:srgbClr val="1E5AA8"/>
                </a:solidFill>
              </a:defRPr>
            </a:lvl2pPr>
            <a:lvl3pPr>
              <a:defRPr sz="1350" b="1">
                <a:solidFill>
                  <a:srgbClr val="1E5AA8"/>
                </a:solidFill>
              </a:defRPr>
            </a:lvl3pPr>
            <a:lvl4pPr>
              <a:defRPr sz="1350" b="1">
                <a:solidFill>
                  <a:srgbClr val="1E5AA8"/>
                </a:solidFill>
              </a:defRPr>
            </a:lvl4pPr>
            <a:lvl5pPr>
              <a:defRPr sz="1350" b="1">
                <a:solidFill>
                  <a:srgbClr val="1E5AA8"/>
                </a:solidFill>
              </a:defRPr>
            </a:lvl5pPr>
            <a:lvl6pPr>
              <a:defRPr sz="1350" b="1">
                <a:solidFill>
                  <a:srgbClr val="1E5AA8"/>
                </a:solidFill>
              </a:defRPr>
            </a:lvl6pPr>
            <a:lvl7pPr>
              <a:defRPr sz="1350" b="1">
                <a:solidFill>
                  <a:srgbClr val="1E5AA8"/>
                </a:solidFill>
              </a:defRPr>
            </a:lvl7pPr>
            <a:lvl8pPr>
              <a:defRPr sz="1350" b="1">
                <a:solidFill>
                  <a:srgbClr val="1E5AA8"/>
                </a:solidFill>
              </a:defRPr>
            </a:lvl8pPr>
            <a:lvl9pPr>
              <a:defRPr sz="1350" b="1">
                <a:solidFill>
                  <a:srgbClr val="1E5AA8"/>
                </a:solidFill>
              </a:defRPr>
            </a:lvl9pPr>
          </a:lstStyle>
          <a:p>
            <a:pPr>
              <a:defRPr sz="1350" b="1">
                <a:solidFill>
                  <a:srgbClr val="1E5AA8"/>
                </a:solidFill>
              </a:defRPr>
            </a:pPr>
            <a:r>
              <a:rPr sz="1350" b="1">
                <a:solidFill>
                  <a:srgbClr val="1E5AA8"/>
                </a:solidFill>
              </a:rPr>
              <a:t>Primary</a:t>
            </a:r>
            <a:endParaRPr sz="1350" b="1">
              <a:solidFill>
                <a:srgbClr val="1E5AA8"/>
              </a:solidFill>
            </a:endParaRPr>
          </a:p>
          <a:p>
            <a:pPr>
              <a:defRPr sz="1350" b="1">
                <a:solidFill>
                  <a:srgbClr val="1E5AA8"/>
                </a:solidFill>
              </a:defRPr>
            </a:pPr>
            <a:r>
              <a:rPr sz="1350" b="1">
                <a:solidFill>
                  <a:srgbClr val="1E5AA8"/>
                </a:solidFill>
              </a:rPr>
              <a:t>#1E5AA8</a:t>
            </a:r>
            <a:endParaRPr sz="1350" b="1">
              <a:solidFill>
                <a:srgbClr val="1E5AA8"/>
              </a:solidFill>
            </a:endParaRPr>
          </a:p>
        </p:txBody>
      </p:sp>
      <p:sp>
        <p:nvSpPr>
          <p:cNvPr id="20" name="Rounded Rectangle 19"/>
          <p:cNvSpPr>
            <a:spLocks noGrp="1"/>
          </p:cNvSpPr>
          <p:nvPr/>
        </p:nvSpPr>
        <p:spPr>
          <a:xfrm>
            <a:off x="3952875" y="2857500"/>
            <a:ext cx="2333625" cy="1000125"/>
          </a:xfrm>
          <a:prstGeom prst="roundRect">
            <a:avLst>
              <a:gd name="adj" fmla="val 7619"/>
            </a:avLst>
          </a:prstGeom>
          <a:solidFill>
            <a:srgbClr val="F5F8FD"/>
          </a:solidFill>
          <a:ln w="0">
            <a:solidFill>
              <a:srgbClr val="F5F8FD"/>
            </a:solidFill>
            <a:prstDash val="solid"/>
          </a:ln>
        </p:spPr>
      </p:sp>
      <p:sp>
        <p:nvSpPr>
          <p:cNvPr id="21" name="Rectangles 20"/>
          <p:cNvSpPr>
            <a:spLocks noGrp="1"/>
          </p:cNvSpPr>
          <p:nvPr/>
        </p:nvSpPr>
        <p:spPr>
          <a:xfrm>
            <a:off x="4124325" y="4048125"/>
            <a:ext cx="2190750" cy="495300"/>
          </a:xfrm>
          <a:prstGeom prst="rect">
            <a:avLst/>
          </a:prstGeom>
          <a:noFill/>
          <a:ln w="0">
            <a:noFill/>
            <a:prstDash val="solid"/>
          </a:ln>
        </p:spPr>
        <p:txBody>
          <a:bodyPr/>
          <a:lstStyle>
            <a:defPPr>
              <a:defRPr sz="1350" b="1">
                <a:solidFill>
                  <a:srgbClr val="1E5AA8"/>
                </a:solidFill>
              </a:defRPr>
            </a:defPPr>
            <a:lvl1pPr>
              <a:defRPr sz="1350" b="1">
                <a:solidFill>
                  <a:srgbClr val="1E5AA8"/>
                </a:solidFill>
              </a:defRPr>
            </a:lvl1pPr>
            <a:lvl2pPr>
              <a:defRPr sz="1350" b="1">
                <a:solidFill>
                  <a:srgbClr val="1E5AA8"/>
                </a:solidFill>
              </a:defRPr>
            </a:lvl2pPr>
            <a:lvl3pPr>
              <a:defRPr sz="1350" b="1">
                <a:solidFill>
                  <a:srgbClr val="1E5AA8"/>
                </a:solidFill>
              </a:defRPr>
            </a:lvl3pPr>
            <a:lvl4pPr>
              <a:defRPr sz="1350" b="1">
                <a:solidFill>
                  <a:srgbClr val="1E5AA8"/>
                </a:solidFill>
              </a:defRPr>
            </a:lvl4pPr>
            <a:lvl5pPr>
              <a:defRPr sz="1350" b="1">
                <a:solidFill>
                  <a:srgbClr val="1E5AA8"/>
                </a:solidFill>
              </a:defRPr>
            </a:lvl5pPr>
            <a:lvl6pPr>
              <a:defRPr sz="1350" b="1">
                <a:solidFill>
                  <a:srgbClr val="1E5AA8"/>
                </a:solidFill>
              </a:defRPr>
            </a:lvl6pPr>
            <a:lvl7pPr>
              <a:defRPr sz="1350" b="1">
                <a:solidFill>
                  <a:srgbClr val="1E5AA8"/>
                </a:solidFill>
              </a:defRPr>
            </a:lvl7pPr>
            <a:lvl8pPr>
              <a:defRPr sz="1350" b="1">
                <a:solidFill>
                  <a:srgbClr val="1E5AA8"/>
                </a:solidFill>
              </a:defRPr>
            </a:lvl8pPr>
            <a:lvl9pPr>
              <a:defRPr sz="1350" b="1">
                <a:solidFill>
                  <a:srgbClr val="1E5AA8"/>
                </a:solidFill>
              </a:defRPr>
            </a:lvl9pPr>
          </a:lstStyle>
          <a:p>
            <a:pPr>
              <a:defRPr sz="1350" b="1">
                <a:solidFill>
                  <a:srgbClr val="1E5AA8"/>
                </a:solidFill>
              </a:defRPr>
            </a:pPr>
            <a:r>
              <a:rPr sz="1350" b="1">
                <a:solidFill>
                  <a:srgbClr val="1E5AA8"/>
                </a:solidFill>
              </a:rPr>
              <a:t>Surface</a:t>
            </a:r>
            <a:endParaRPr sz="1350" b="1">
              <a:solidFill>
                <a:srgbClr val="1E5AA8"/>
              </a:solidFill>
            </a:endParaRPr>
          </a:p>
          <a:p>
            <a:pPr>
              <a:defRPr sz="1350" b="1">
                <a:solidFill>
                  <a:srgbClr val="1E5AA8"/>
                </a:solidFill>
              </a:defRPr>
            </a:pPr>
            <a:r>
              <a:rPr sz="1350" b="1">
                <a:solidFill>
                  <a:srgbClr val="1E5AA8"/>
                </a:solidFill>
              </a:rPr>
              <a:t>#F5F8FD</a:t>
            </a:r>
            <a:endParaRPr sz="1350" b="1">
              <a:solidFill>
                <a:srgbClr val="1E5AA8"/>
              </a:solidFill>
            </a:endParaRPr>
          </a:p>
        </p:txBody>
      </p:sp>
      <p:sp>
        <p:nvSpPr>
          <p:cNvPr id="22" name="Rounded Rectangle 21"/>
          <p:cNvSpPr>
            <a:spLocks noGrp="1"/>
          </p:cNvSpPr>
          <p:nvPr/>
        </p:nvSpPr>
        <p:spPr>
          <a:xfrm>
            <a:off x="6667500" y="2857500"/>
            <a:ext cx="2333625" cy="1000125"/>
          </a:xfrm>
          <a:prstGeom prst="roundRect">
            <a:avLst>
              <a:gd name="adj" fmla="val 7619"/>
            </a:avLst>
          </a:prstGeom>
          <a:solidFill>
            <a:srgbClr val="152C46"/>
          </a:solidFill>
          <a:ln w="0">
            <a:solidFill>
              <a:srgbClr val="152C46"/>
            </a:solidFill>
            <a:prstDash val="solid"/>
          </a:ln>
        </p:spPr>
      </p:sp>
      <p:sp>
        <p:nvSpPr>
          <p:cNvPr id="23" name="Rectangles 22"/>
          <p:cNvSpPr>
            <a:spLocks noGrp="1"/>
          </p:cNvSpPr>
          <p:nvPr/>
        </p:nvSpPr>
        <p:spPr>
          <a:xfrm>
            <a:off x="6838950" y="4048125"/>
            <a:ext cx="2190750" cy="495300"/>
          </a:xfrm>
          <a:prstGeom prst="rect">
            <a:avLst/>
          </a:prstGeom>
          <a:noFill/>
          <a:ln w="0">
            <a:noFill/>
            <a:prstDash val="solid"/>
          </a:ln>
        </p:spPr>
        <p:txBody>
          <a:bodyPr/>
          <a:lstStyle>
            <a:defPPr>
              <a:defRPr sz="1350" b="1">
                <a:solidFill>
                  <a:srgbClr val="1E5AA8"/>
                </a:solidFill>
              </a:defRPr>
            </a:defPPr>
            <a:lvl1pPr>
              <a:defRPr sz="1350" b="1">
                <a:solidFill>
                  <a:srgbClr val="1E5AA8"/>
                </a:solidFill>
              </a:defRPr>
            </a:lvl1pPr>
            <a:lvl2pPr>
              <a:defRPr sz="1350" b="1">
                <a:solidFill>
                  <a:srgbClr val="1E5AA8"/>
                </a:solidFill>
              </a:defRPr>
            </a:lvl2pPr>
            <a:lvl3pPr>
              <a:defRPr sz="1350" b="1">
                <a:solidFill>
                  <a:srgbClr val="1E5AA8"/>
                </a:solidFill>
              </a:defRPr>
            </a:lvl3pPr>
            <a:lvl4pPr>
              <a:defRPr sz="1350" b="1">
                <a:solidFill>
                  <a:srgbClr val="1E5AA8"/>
                </a:solidFill>
              </a:defRPr>
            </a:lvl4pPr>
            <a:lvl5pPr>
              <a:defRPr sz="1350" b="1">
                <a:solidFill>
                  <a:srgbClr val="1E5AA8"/>
                </a:solidFill>
              </a:defRPr>
            </a:lvl5pPr>
            <a:lvl6pPr>
              <a:defRPr sz="1350" b="1">
                <a:solidFill>
                  <a:srgbClr val="1E5AA8"/>
                </a:solidFill>
              </a:defRPr>
            </a:lvl6pPr>
            <a:lvl7pPr>
              <a:defRPr sz="1350" b="1">
                <a:solidFill>
                  <a:srgbClr val="1E5AA8"/>
                </a:solidFill>
              </a:defRPr>
            </a:lvl7pPr>
            <a:lvl8pPr>
              <a:defRPr sz="1350" b="1">
                <a:solidFill>
                  <a:srgbClr val="1E5AA8"/>
                </a:solidFill>
              </a:defRPr>
            </a:lvl8pPr>
            <a:lvl9pPr>
              <a:defRPr sz="1350" b="1">
                <a:solidFill>
                  <a:srgbClr val="1E5AA8"/>
                </a:solidFill>
              </a:defRPr>
            </a:lvl9pPr>
          </a:lstStyle>
          <a:p>
            <a:pPr>
              <a:defRPr sz="1350" b="1">
                <a:solidFill>
                  <a:srgbClr val="1E5AA8"/>
                </a:solidFill>
              </a:defRPr>
            </a:pPr>
            <a:r>
              <a:rPr sz="1350" b="1">
                <a:solidFill>
                  <a:srgbClr val="1E5AA8"/>
                </a:solidFill>
              </a:rPr>
              <a:t>Text</a:t>
            </a:r>
            <a:endParaRPr sz="1350" b="1">
              <a:solidFill>
                <a:srgbClr val="1E5AA8"/>
              </a:solidFill>
            </a:endParaRPr>
          </a:p>
          <a:p>
            <a:pPr>
              <a:defRPr sz="1350" b="1">
                <a:solidFill>
                  <a:srgbClr val="1E5AA8"/>
                </a:solidFill>
              </a:defRPr>
            </a:pPr>
            <a:r>
              <a:rPr sz="1350" b="1">
                <a:solidFill>
                  <a:srgbClr val="1E5AA8"/>
                </a:solidFill>
              </a:rPr>
              <a:t>#152C46</a:t>
            </a:r>
            <a:endParaRPr sz="1350" b="1">
              <a:solidFill>
                <a:srgbClr val="1E5AA8"/>
              </a:solidFill>
            </a:endParaRPr>
          </a:p>
        </p:txBody>
      </p:sp>
      <p:sp>
        <p:nvSpPr>
          <p:cNvPr id="24" name="Rounded Rectangle 23"/>
          <p:cNvSpPr>
            <a:spLocks noGrp="1"/>
          </p:cNvSpPr>
          <p:nvPr/>
        </p:nvSpPr>
        <p:spPr>
          <a:xfrm>
            <a:off x="9382125" y="2857500"/>
            <a:ext cx="2333625" cy="1000125"/>
          </a:xfrm>
          <a:prstGeom prst="roundRect">
            <a:avLst>
              <a:gd name="adj" fmla="val 7619"/>
            </a:avLst>
          </a:prstGeom>
          <a:solidFill>
            <a:srgbClr val="EAF2FC"/>
          </a:solidFill>
          <a:ln w="0">
            <a:solidFill>
              <a:srgbClr val="EAF2FC"/>
            </a:solidFill>
            <a:prstDash val="solid"/>
          </a:ln>
        </p:spPr>
      </p:sp>
      <p:sp>
        <p:nvSpPr>
          <p:cNvPr id="25" name="Rectangles 24"/>
          <p:cNvSpPr>
            <a:spLocks noGrp="1"/>
          </p:cNvSpPr>
          <p:nvPr/>
        </p:nvSpPr>
        <p:spPr>
          <a:xfrm>
            <a:off x="9553575" y="4048125"/>
            <a:ext cx="2190750" cy="495300"/>
          </a:xfrm>
          <a:prstGeom prst="rect">
            <a:avLst/>
          </a:prstGeom>
          <a:noFill/>
          <a:ln w="0">
            <a:noFill/>
            <a:prstDash val="solid"/>
          </a:ln>
        </p:spPr>
        <p:txBody>
          <a:bodyPr/>
          <a:lstStyle>
            <a:defPPr>
              <a:defRPr sz="1350" b="1">
                <a:solidFill>
                  <a:srgbClr val="1E5AA8"/>
                </a:solidFill>
              </a:defRPr>
            </a:defPPr>
            <a:lvl1pPr>
              <a:defRPr sz="1350" b="1">
                <a:solidFill>
                  <a:srgbClr val="1E5AA8"/>
                </a:solidFill>
              </a:defRPr>
            </a:lvl1pPr>
            <a:lvl2pPr>
              <a:defRPr sz="1350" b="1">
                <a:solidFill>
                  <a:srgbClr val="1E5AA8"/>
                </a:solidFill>
              </a:defRPr>
            </a:lvl2pPr>
            <a:lvl3pPr>
              <a:defRPr sz="1350" b="1">
                <a:solidFill>
                  <a:srgbClr val="1E5AA8"/>
                </a:solidFill>
              </a:defRPr>
            </a:lvl3pPr>
            <a:lvl4pPr>
              <a:defRPr sz="1350" b="1">
                <a:solidFill>
                  <a:srgbClr val="1E5AA8"/>
                </a:solidFill>
              </a:defRPr>
            </a:lvl4pPr>
            <a:lvl5pPr>
              <a:defRPr sz="1350" b="1">
                <a:solidFill>
                  <a:srgbClr val="1E5AA8"/>
                </a:solidFill>
              </a:defRPr>
            </a:lvl5pPr>
            <a:lvl6pPr>
              <a:defRPr sz="1350" b="1">
                <a:solidFill>
                  <a:srgbClr val="1E5AA8"/>
                </a:solidFill>
              </a:defRPr>
            </a:lvl6pPr>
            <a:lvl7pPr>
              <a:defRPr sz="1350" b="1">
                <a:solidFill>
                  <a:srgbClr val="1E5AA8"/>
                </a:solidFill>
              </a:defRPr>
            </a:lvl7pPr>
            <a:lvl8pPr>
              <a:defRPr sz="1350" b="1">
                <a:solidFill>
                  <a:srgbClr val="1E5AA8"/>
                </a:solidFill>
              </a:defRPr>
            </a:lvl8pPr>
            <a:lvl9pPr>
              <a:defRPr sz="1350" b="1">
                <a:solidFill>
                  <a:srgbClr val="1E5AA8"/>
                </a:solidFill>
              </a:defRPr>
            </a:lvl9pPr>
          </a:lstStyle>
          <a:p>
            <a:pPr>
              <a:defRPr sz="1350" b="1">
                <a:solidFill>
                  <a:srgbClr val="1E5AA8"/>
                </a:solidFill>
              </a:defRPr>
            </a:pPr>
            <a:r>
              <a:rPr sz="1350" b="1">
                <a:solidFill>
                  <a:srgbClr val="1E5AA8"/>
                </a:solidFill>
              </a:rPr>
              <a:t>Selected</a:t>
            </a:r>
            <a:endParaRPr sz="1350" b="1">
              <a:solidFill>
                <a:srgbClr val="1E5AA8"/>
              </a:solidFill>
            </a:endParaRPr>
          </a:p>
          <a:p>
            <a:pPr>
              <a:defRPr sz="1350" b="1">
                <a:solidFill>
                  <a:srgbClr val="1E5AA8"/>
                </a:solidFill>
              </a:defRPr>
            </a:pPr>
            <a:r>
              <a:rPr sz="1350" b="1">
                <a:solidFill>
                  <a:srgbClr val="1E5AA8"/>
                </a:solidFill>
              </a:rPr>
              <a:t>#EAF2FC</a:t>
            </a:r>
            <a:endParaRPr sz="1350" b="1">
              <a:solidFill>
                <a:srgbClr val="1E5AA8"/>
              </a:solidFill>
            </a:endParaRPr>
          </a:p>
        </p:txBody>
      </p:sp>
      <p:sp>
        <p:nvSpPr>
          <p:cNvPr id="26" name="Rounded Rectangle 25"/>
          <p:cNvSpPr>
            <a:spLocks noGrp="1"/>
          </p:cNvSpPr>
          <p:nvPr/>
        </p:nvSpPr>
        <p:spPr>
          <a:xfrm>
            <a:off x="12096750" y="2857500"/>
            <a:ext cx="2333625" cy="1000125"/>
          </a:xfrm>
          <a:prstGeom prst="roundRect">
            <a:avLst>
              <a:gd name="adj" fmla="val 7619"/>
            </a:avLst>
          </a:prstGeom>
          <a:solidFill>
            <a:srgbClr val="A7332A"/>
          </a:solidFill>
          <a:ln w="0">
            <a:solidFill>
              <a:srgbClr val="A7332A"/>
            </a:solidFill>
            <a:prstDash val="solid"/>
          </a:ln>
        </p:spPr>
      </p:sp>
      <p:sp>
        <p:nvSpPr>
          <p:cNvPr id="27" name="Rectangles 26"/>
          <p:cNvSpPr>
            <a:spLocks noGrp="1"/>
          </p:cNvSpPr>
          <p:nvPr/>
        </p:nvSpPr>
        <p:spPr>
          <a:xfrm>
            <a:off x="12268200" y="4048125"/>
            <a:ext cx="2190750" cy="495300"/>
          </a:xfrm>
          <a:prstGeom prst="rect">
            <a:avLst/>
          </a:prstGeom>
          <a:noFill/>
          <a:ln w="0">
            <a:noFill/>
            <a:prstDash val="solid"/>
          </a:ln>
        </p:spPr>
        <p:txBody>
          <a:bodyPr/>
          <a:lstStyle>
            <a:defPPr>
              <a:defRPr sz="1350" b="1">
                <a:solidFill>
                  <a:srgbClr val="1E5AA8"/>
                </a:solidFill>
              </a:defRPr>
            </a:defPPr>
            <a:lvl1pPr>
              <a:defRPr sz="1350" b="1">
                <a:solidFill>
                  <a:srgbClr val="1E5AA8"/>
                </a:solidFill>
              </a:defRPr>
            </a:lvl1pPr>
            <a:lvl2pPr>
              <a:defRPr sz="1350" b="1">
                <a:solidFill>
                  <a:srgbClr val="1E5AA8"/>
                </a:solidFill>
              </a:defRPr>
            </a:lvl2pPr>
            <a:lvl3pPr>
              <a:defRPr sz="1350" b="1">
                <a:solidFill>
                  <a:srgbClr val="1E5AA8"/>
                </a:solidFill>
              </a:defRPr>
            </a:lvl3pPr>
            <a:lvl4pPr>
              <a:defRPr sz="1350" b="1">
                <a:solidFill>
                  <a:srgbClr val="1E5AA8"/>
                </a:solidFill>
              </a:defRPr>
            </a:lvl4pPr>
            <a:lvl5pPr>
              <a:defRPr sz="1350" b="1">
                <a:solidFill>
                  <a:srgbClr val="1E5AA8"/>
                </a:solidFill>
              </a:defRPr>
            </a:lvl5pPr>
            <a:lvl6pPr>
              <a:defRPr sz="1350" b="1">
                <a:solidFill>
                  <a:srgbClr val="1E5AA8"/>
                </a:solidFill>
              </a:defRPr>
            </a:lvl6pPr>
            <a:lvl7pPr>
              <a:defRPr sz="1350" b="1">
                <a:solidFill>
                  <a:srgbClr val="1E5AA8"/>
                </a:solidFill>
              </a:defRPr>
            </a:lvl7pPr>
            <a:lvl8pPr>
              <a:defRPr sz="1350" b="1">
                <a:solidFill>
                  <a:srgbClr val="1E5AA8"/>
                </a:solidFill>
              </a:defRPr>
            </a:lvl8pPr>
            <a:lvl9pPr>
              <a:defRPr sz="1350" b="1">
                <a:solidFill>
                  <a:srgbClr val="1E5AA8"/>
                </a:solidFill>
              </a:defRPr>
            </a:lvl9pPr>
          </a:lstStyle>
          <a:p>
            <a:pPr>
              <a:defRPr sz="1350" b="1">
                <a:solidFill>
                  <a:srgbClr val="1E5AA8"/>
                </a:solidFill>
              </a:defRPr>
            </a:pPr>
            <a:r>
              <a:rPr sz="1350" b="1">
                <a:solidFill>
                  <a:srgbClr val="1E5AA8"/>
                </a:solidFill>
              </a:rPr>
              <a:t>Error</a:t>
            </a:r>
            <a:endParaRPr sz="1350" b="1">
              <a:solidFill>
                <a:srgbClr val="1E5AA8"/>
              </a:solidFill>
            </a:endParaRPr>
          </a:p>
          <a:p>
            <a:pPr>
              <a:defRPr sz="1350" b="1">
                <a:solidFill>
                  <a:srgbClr val="1E5AA8"/>
                </a:solidFill>
              </a:defRPr>
            </a:pPr>
            <a:r>
              <a:rPr sz="1350" b="1">
                <a:solidFill>
                  <a:srgbClr val="1E5AA8"/>
                </a:solidFill>
              </a:rPr>
              <a:t>#A7332A</a:t>
            </a:r>
            <a:endParaRPr sz="1350" b="1">
              <a:solidFill>
                <a:srgbClr val="1E5AA8"/>
              </a:solidFill>
            </a:endParaRPr>
          </a:p>
        </p:txBody>
      </p:sp>
      <p:sp>
        <p:nvSpPr>
          <p:cNvPr id="28" name="Rounded Rectangle 27"/>
          <p:cNvSpPr>
            <a:spLocks noGrp="1"/>
          </p:cNvSpPr>
          <p:nvPr/>
        </p:nvSpPr>
        <p:spPr>
          <a:xfrm>
            <a:off x="1428750" y="5429250"/>
            <a:ext cx="6381750" cy="1809750"/>
          </a:xfrm>
          <a:prstGeom prst="roundRect">
            <a:avLst>
              <a:gd name="adj" fmla="val 6316"/>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29" name="Rectangles 28"/>
          <p:cNvSpPr>
            <a:spLocks noGrp="1"/>
          </p:cNvSpPr>
          <p:nvPr/>
        </p:nvSpPr>
        <p:spPr>
          <a:xfrm>
            <a:off x="1428750" y="5429250"/>
            <a:ext cx="95250" cy="1809750"/>
          </a:xfrm>
          <a:prstGeom prst="rect">
            <a:avLst/>
          </a:prstGeom>
          <a:solidFill>
            <a:srgbClr val="2686C5"/>
          </a:solidFill>
          <a:ln w="0">
            <a:solidFill>
              <a:srgbClr val="2686C5"/>
            </a:solidFill>
            <a:prstDash val="solid"/>
          </a:ln>
        </p:spPr>
      </p:sp>
      <p:sp>
        <p:nvSpPr>
          <p:cNvPr id="30" name="Rectangles 29"/>
          <p:cNvSpPr>
            <a:spLocks noGrp="1"/>
          </p:cNvSpPr>
          <p:nvPr/>
        </p:nvSpPr>
        <p:spPr>
          <a:xfrm>
            <a:off x="1714500" y="5638800"/>
            <a:ext cx="584835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Typography &amp; spacing</a:t>
            </a:r>
            <a:endParaRPr sz="2025" b="1">
              <a:solidFill>
                <a:srgbClr val="1E5AA8"/>
              </a:solidFill>
            </a:endParaRPr>
          </a:p>
        </p:txBody>
      </p:sp>
      <p:sp>
        <p:nvSpPr>
          <p:cNvPr id="31" name="Rectangles 30"/>
          <p:cNvSpPr>
            <a:spLocks noGrp="1"/>
          </p:cNvSpPr>
          <p:nvPr/>
        </p:nvSpPr>
        <p:spPr>
          <a:xfrm>
            <a:off x="1714500" y="6172200"/>
            <a:ext cx="5848350" cy="89535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Be Vietnam Pro; body tối thiểu 14 dp; nhãn 14 dp; spacing 8/12/16/24 dp; bán kính thẻ 16 dp.</a:t>
            </a:r>
            <a:endParaRPr sz="1500">
              <a:solidFill>
                <a:srgbClr val="334155"/>
              </a:solidFill>
            </a:endParaRPr>
          </a:p>
        </p:txBody>
      </p:sp>
      <p:sp>
        <p:nvSpPr>
          <p:cNvPr id="32" name="Rounded Rectangle 31"/>
          <p:cNvSpPr>
            <a:spLocks noGrp="1"/>
          </p:cNvSpPr>
          <p:nvPr/>
        </p:nvSpPr>
        <p:spPr>
          <a:xfrm>
            <a:off x="8763000" y="5429250"/>
            <a:ext cx="6381750" cy="1809750"/>
          </a:xfrm>
          <a:prstGeom prst="roundRect">
            <a:avLst>
              <a:gd name="adj" fmla="val 6316"/>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33" name="Rectangles 32"/>
          <p:cNvSpPr>
            <a:spLocks noGrp="1"/>
          </p:cNvSpPr>
          <p:nvPr/>
        </p:nvSpPr>
        <p:spPr>
          <a:xfrm>
            <a:off x="8763000" y="5429250"/>
            <a:ext cx="95250" cy="1809750"/>
          </a:xfrm>
          <a:prstGeom prst="rect">
            <a:avLst/>
          </a:prstGeom>
          <a:solidFill>
            <a:srgbClr val="2686C5"/>
          </a:solidFill>
          <a:ln w="0">
            <a:solidFill>
              <a:srgbClr val="2686C5"/>
            </a:solidFill>
            <a:prstDash val="solid"/>
          </a:ln>
        </p:spPr>
      </p:sp>
      <p:sp>
        <p:nvSpPr>
          <p:cNvPr id="34" name="Rectangles 33"/>
          <p:cNvSpPr>
            <a:spLocks noGrp="1"/>
          </p:cNvSpPr>
          <p:nvPr/>
        </p:nvSpPr>
        <p:spPr>
          <a:xfrm>
            <a:off x="9048750" y="5638800"/>
            <a:ext cx="584835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Nhóm component</a:t>
            </a:r>
            <a:endParaRPr sz="2025" b="1">
              <a:solidFill>
                <a:srgbClr val="1E5AA8"/>
              </a:solidFill>
            </a:endParaRPr>
          </a:p>
        </p:txBody>
      </p:sp>
      <p:sp>
        <p:nvSpPr>
          <p:cNvPr id="35" name="Rectangles 34"/>
          <p:cNvSpPr>
            <a:spLocks noGrp="1"/>
          </p:cNvSpPr>
          <p:nvPr/>
        </p:nvSpPr>
        <p:spPr>
          <a:xfrm>
            <a:off x="9048750" y="6172200"/>
            <a:ext cx="5848350" cy="89535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Button · Text field · Card · Navigation · App bar · Dialog · Loading · Empty · Error.</a:t>
            </a:r>
            <a:endParaRPr sz="1500">
              <a:solidFill>
                <a:srgbClr val="334155"/>
              </a:solidFill>
            </a:endParaRPr>
          </a:p>
        </p:txBody>
      </p:sp>
      <p:sp>
        <p:nvSpPr>
          <p:cNvPr id="36" name="Rectangles 35"/>
          <p:cNvSpPr>
            <a:spLocks noGrp="1"/>
          </p:cNvSpPr>
          <p:nvPr/>
        </p:nvSpPr>
        <p:spPr>
          <a:xfrm>
            <a:off x="1428750" y="7953375"/>
            <a:ext cx="13811250" cy="419100"/>
          </a:xfrm>
          <a:prstGeom prst="rect">
            <a:avLst/>
          </a:prstGeom>
          <a:noFill/>
          <a:ln w="0">
            <a:noFill/>
            <a:prstDash val="solid"/>
          </a:ln>
        </p:spPr>
        <p:txBody>
          <a:bodyPr/>
          <a:lstStyle>
            <a:defPPr>
              <a:defRPr sz="1275">
                <a:solidFill>
                  <a:srgbClr val="536878"/>
                </a:solidFill>
              </a:defRPr>
            </a:defPPr>
            <a:lvl1pPr>
              <a:defRPr sz="1275">
                <a:solidFill>
                  <a:srgbClr val="536878"/>
                </a:solidFill>
              </a:defRPr>
            </a:lvl1pPr>
            <a:lvl2pPr>
              <a:defRPr sz="1275">
                <a:solidFill>
                  <a:srgbClr val="536878"/>
                </a:solidFill>
              </a:defRPr>
            </a:lvl2pPr>
            <a:lvl3pPr>
              <a:defRPr sz="1275">
                <a:solidFill>
                  <a:srgbClr val="536878"/>
                </a:solidFill>
              </a:defRPr>
            </a:lvl3pPr>
            <a:lvl4pPr>
              <a:defRPr sz="1275">
                <a:solidFill>
                  <a:srgbClr val="536878"/>
                </a:solidFill>
              </a:defRPr>
            </a:lvl4pPr>
            <a:lvl5pPr>
              <a:defRPr sz="1275">
                <a:solidFill>
                  <a:srgbClr val="536878"/>
                </a:solidFill>
              </a:defRPr>
            </a:lvl5pPr>
            <a:lvl6pPr>
              <a:defRPr sz="1275">
                <a:solidFill>
                  <a:srgbClr val="536878"/>
                </a:solidFill>
              </a:defRPr>
            </a:lvl6pPr>
            <a:lvl7pPr>
              <a:defRPr sz="1275">
                <a:solidFill>
                  <a:srgbClr val="536878"/>
                </a:solidFill>
              </a:defRPr>
            </a:lvl7pPr>
            <a:lvl8pPr>
              <a:defRPr sz="1275">
                <a:solidFill>
                  <a:srgbClr val="536878"/>
                </a:solidFill>
              </a:defRPr>
            </a:lvl8pPr>
            <a:lvl9pPr>
              <a:defRPr sz="1275">
                <a:solidFill>
                  <a:srgbClr val="536878"/>
                </a:solidFill>
              </a:defRPr>
            </a:lvl9pPr>
          </a:lstStyle>
          <a:p>
            <a:pPr>
              <a:defRPr sz="1275">
                <a:solidFill>
                  <a:srgbClr val="536878"/>
                </a:solidFill>
              </a:defRPr>
            </a:pPr>
            <a:r>
              <a:rPr sz="1275">
                <a:solidFill>
                  <a:srgbClr val="536878"/>
                </a:solidFill>
              </a:rPr>
              <a:t>Trạng thái cần thể hiện: Default / Selected / Disabled / Error / Empty. Ảnh liên kết instance trên Figma sẽ bổ sung sau khi đồng bộ Final UI.</a:t>
            </a:r>
            <a:endParaRPr sz="1275">
              <a:solidFill>
                <a:srgbClr val="536878"/>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p:sp>
        <p:nvSpPr>
          <p:cNvPr id="3" name="Freeform 3"/>
          <p:cNvSpPr>
            <a:spLocks noGrp="1"/>
          </p:cNvSpPr>
          <p:nvPr/>
        </p:nvSpPr>
        <p:spPr>
          <a:xfrm>
            <a:off x="0" y="7424595"/>
            <a:ext cx="18691453" cy="2862405"/>
          </a:xfrm>
          <a:custGeom>
            <a:avLst/>
            <a:gdLst/>
            <a:ahLst/>
            <a:cxnLst/>
            <a:rect l="l" t="t" r="r" b="b"/>
            <a:pathLst>
              <a:path w="2895795" h="443461">
                <a:moveTo>
                  <a:pt x="0" y="0"/>
                </a:moveTo>
                <a:lnTo>
                  <a:pt x="2895795" y="0"/>
                </a:lnTo>
                <a:lnTo>
                  <a:pt x="2895795" y="443461"/>
                </a:lnTo>
                <a:lnTo>
                  <a:pt x="0" y="443461"/>
                </a:lnTo>
                <a:close/>
              </a:path>
            </a:pathLst>
          </a:custGeom>
          <a:blipFill>
            <a:blip r:embed="rId1"/>
            <a:stretch>
              <a:fillRect t="-205379" b="-129680"/>
            </a:stretch>
          </a:blipFill>
        </p:spPr>
      </p:sp>
      <p:sp>
        <p:nvSpPr>
          <p:cNvPr id="4" name="Freeform 4"/>
          <p:cNvSpPr>
            <a:spLocks noGrp="1"/>
          </p:cNvSpPr>
          <p:nvPr/>
        </p:nvSpPr>
        <p:spPr>
          <a:xfrm rot="5400000">
            <a:off x="268578" y="-268578"/>
            <a:ext cx="1966538" cy="2503694"/>
          </a:xfrm>
          <a:custGeom>
            <a:avLst/>
            <a:gdLst/>
            <a:ahLst/>
            <a:cxnLst/>
            <a:rect l="l" t="t" r="r" b="b"/>
            <a:pathLst>
              <a:path w="1966538" h="2503694">
                <a:moveTo>
                  <a:pt x="0" y="0"/>
                </a:moveTo>
                <a:lnTo>
                  <a:pt x="1966538" y="0"/>
                </a:lnTo>
                <a:lnTo>
                  <a:pt x="1966538" y="2503694"/>
                </a:lnTo>
                <a:lnTo>
                  <a:pt x="0" y="25036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a:spLocks noGrp="1"/>
          </p:cNvSpPr>
          <p:nvPr/>
        </p:nvSpPr>
        <p:spPr>
          <a:xfrm>
            <a:off x="2740336" y="4255556"/>
            <a:ext cx="12807327" cy="568833"/>
          </a:xfrm>
          <a:prstGeom prst="rect">
            <a:avLst/>
          </a:prstGeom>
        </p:spPr>
        <p:txBody>
          <a:bodyPr lIns="0" tIns="0" rIns="0" bIns="0" anchor="t">
            <a:spAutoFit/>
          </a:bodyPr>
          <a:lstStyle/>
          <a:p>
            <a:pPr algn="ctr">
              <a:lnSpc>
                <a:spcPts val="4480"/>
              </a:lnSpc>
              <a:buNone/>
            </a:pPr>
            <a:endParaRPr sz="3200">
              <a:solidFill>
                <a:srgbClr val="000000"/>
              </a:solidFill>
              <a:latin typeface="Poppins" panose="00000500000000000000"/>
              <a:ea typeface="Poppins" panose="00000500000000000000"/>
              <a:cs typeface="Poppins" panose="00000500000000000000"/>
            </a:endParaRPr>
          </a:p>
        </p:txBody>
      </p:sp>
      <p:sp>
        <p:nvSpPr>
          <p:cNvPr id="6" name="TextBox 6"/>
          <p:cNvSpPr>
            <a:spLocks noGrp="1"/>
          </p:cNvSpPr>
          <p:nvPr/>
        </p:nvSpPr>
        <p:spPr>
          <a:xfrm>
            <a:off x="3401290" y="194094"/>
            <a:ext cx="11269822" cy="1291590"/>
          </a:xfrm>
          <a:prstGeom prst="rect">
            <a:avLst/>
          </a:prstGeom>
        </p:spPr>
        <p:txBody>
          <a:bodyPr lIns="0" tIns="0" rIns="0" bIns="0" anchor="t">
            <a:spAutoFit/>
          </a:bodyPr>
          <a:lstStyle/>
          <a:p>
            <a:pPr algn="ctr">
              <a:lnSpc>
                <a:spcPts val="10170"/>
              </a:lnSpc>
              <a:buNone/>
            </a:pPr>
            <a:endParaRPr sz="9000" b="1">
              <a:solidFill>
                <a:srgbClr val="548CA8"/>
              </a:solidFill>
              <a:latin typeface="Poppins Bold" panose="00000800000000000000"/>
              <a:ea typeface="Poppins Bold" panose="00000800000000000000"/>
              <a:cs typeface="Poppins Bold" panose="00000800000000000000"/>
            </a:endParaRPr>
          </a:p>
        </p:txBody>
      </p:sp>
      <p:sp>
        <p:nvSpPr>
          <p:cNvPr id="7" name="Freeform 7"/>
          <p:cNvSpPr>
            <a:spLocks noGrp="1"/>
          </p:cNvSpPr>
          <p:nvPr/>
        </p:nvSpPr>
        <p:spPr>
          <a:xfrm rot="5400000" flipV="1">
            <a:off x="16052884" y="-261247"/>
            <a:ext cx="1966538" cy="2503694"/>
          </a:xfrm>
          <a:custGeom>
            <a:avLst/>
            <a:gdLst/>
            <a:ahLst/>
            <a:cxnLst/>
            <a:rect l="l" t="t" r="r" b="b"/>
            <a:pathLst>
              <a:path w="1966538" h="2503694">
                <a:moveTo>
                  <a:pt x="0" y="2503694"/>
                </a:moveTo>
                <a:lnTo>
                  <a:pt x="1966538" y="2503694"/>
                </a:lnTo>
                <a:lnTo>
                  <a:pt x="1966538" y="0"/>
                </a:lnTo>
                <a:lnTo>
                  <a:pt x="0" y="0"/>
                </a:lnTo>
                <a:lnTo>
                  <a:pt x="0" y="250369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Rectangles 7"/>
          <p:cNvSpPr>
            <a:spLocks noGrp="1"/>
          </p:cNvSpPr>
          <p:nvPr/>
        </p:nvSpPr>
        <p:spPr>
          <a:xfrm>
            <a:off x="685800" y="2333625"/>
            <a:ext cx="15859125" cy="6286500"/>
          </a:xfrm>
          <a:prstGeom prst="rect">
            <a:avLst/>
          </a:prstGeom>
          <a:solidFill>
            <a:srgbClr val="FFFFFF"/>
          </a:solidFill>
          <a:ln w="0">
            <a:solidFill>
              <a:srgbClr val="FFFFFF"/>
            </a:solidFill>
            <a:prstDash val="solid"/>
          </a:ln>
        </p:spPr>
      </p:sp>
      <p:sp>
        <p:nvSpPr>
          <p:cNvPr id="9" name="Rectangles 8"/>
          <p:cNvSpPr>
            <a:spLocks noGrp="1"/>
          </p:cNvSpPr>
          <p:nvPr/>
        </p:nvSpPr>
        <p:spPr>
          <a:xfrm>
            <a:off x="1047750" y="647700"/>
            <a:ext cx="762000" cy="342900"/>
          </a:xfrm>
          <a:prstGeom prst="rect">
            <a:avLst/>
          </a:prstGeom>
          <a:noFill/>
          <a:ln w="0">
            <a:noFill/>
            <a:prstDash val="solid"/>
          </a:ln>
        </p:spPr>
        <p:txBody>
          <a:bodyPr/>
          <a:lstStyle>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a:pPr>
              <a:defRPr sz="1200" b="1">
                <a:solidFill>
                  <a:srgbClr val="2686C5"/>
                </a:solidFill>
              </a:defRPr>
            </a:pPr>
            <a:r>
              <a:rPr sz="1200" b="1">
                <a:solidFill>
                  <a:srgbClr val="2686C5"/>
                </a:solidFill>
              </a:rPr>
              <a:t>10</a:t>
            </a:r>
            <a:endParaRPr sz="1200" b="1">
              <a:solidFill>
                <a:srgbClr val="2686C5"/>
              </a:solidFill>
            </a:endParaRPr>
          </a:p>
        </p:txBody>
      </p:sp>
      <p:sp>
        <p:nvSpPr>
          <p:cNvPr id="10" name="Rectangles 9"/>
          <p:cNvSpPr>
            <a:spLocks noGrp="1"/>
          </p:cNvSpPr>
          <p:nvPr/>
        </p:nvSpPr>
        <p:spPr>
          <a:xfrm>
            <a:off x="1047750" y="990600"/>
            <a:ext cx="15240000" cy="781050"/>
          </a:xfrm>
          <a:prstGeom prst="rect">
            <a:avLst/>
          </a:prstGeom>
          <a:noFill/>
          <a:ln w="0">
            <a:noFill/>
            <a:prstDash val="solid"/>
          </a:ln>
        </p:spPr>
        <p:txBody>
          <a:bodyPr/>
          <a:lstStyle>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a:pPr>
              <a:defRPr sz="3750" b="1">
                <a:solidFill>
                  <a:srgbClr val="1E5AA8"/>
                </a:solidFill>
              </a:defRPr>
            </a:pPr>
            <a:r>
              <a:rPr sz="3750" b="1">
                <a:solidFill>
                  <a:srgbClr val="1E5AA8"/>
                </a:solidFill>
              </a:rPr>
              <a:t>Accessibility và responsive</a:t>
            </a:r>
            <a:endParaRPr sz="3750" b="1">
              <a:solidFill>
                <a:srgbClr val="1E5AA8"/>
              </a:solidFill>
            </a:endParaRPr>
          </a:p>
        </p:txBody>
      </p:sp>
      <p:sp>
        <p:nvSpPr>
          <p:cNvPr id="11" name="Rectangles 10"/>
          <p:cNvSpPr>
            <a:spLocks noGrp="1"/>
          </p:cNvSpPr>
          <p:nvPr/>
        </p:nvSpPr>
        <p:spPr>
          <a:xfrm>
            <a:off x="1066800" y="1866900"/>
            <a:ext cx="14287500" cy="438150"/>
          </a:xfrm>
          <a:prstGeom prst="rect">
            <a:avLst/>
          </a:prstGeom>
          <a:noFill/>
          <a:ln w="0">
            <a:noFill/>
            <a:prstDash val="solid"/>
          </a:ln>
        </p:spPr>
        <p:txBody>
          <a:bodyPr/>
          <a:lstStyle>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a:pPr>
              <a:defRPr sz="1575">
                <a:solidFill>
                  <a:srgbClr val="536878"/>
                </a:solidFill>
              </a:defRPr>
            </a:pPr>
            <a:r>
              <a:rPr sz="1575">
                <a:solidFill>
                  <a:srgbClr val="536878"/>
                </a:solidFill>
              </a:rPr>
              <a:t>Các tiêu chí được dùng để kiểm tra thiết kế trước khi bàn giao.</a:t>
            </a:r>
            <a:endParaRPr sz="1575">
              <a:solidFill>
                <a:srgbClr val="536878"/>
              </a:solidFill>
            </a:endParaRPr>
          </a:p>
        </p:txBody>
      </p:sp>
      <p:sp>
        <p:nvSpPr>
          <p:cNvPr id="12" name="Rounded Rectangle 11"/>
          <p:cNvSpPr>
            <a:spLocks noGrp="1"/>
          </p:cNvSpPr>
          <p:nvPr/>
        </p:nvSpPr>
        <p:spPr>
          <a:xfrm>
            <a:off x="1524000" y="2857500"/>
            <a:ext cx="4095750" cy="2000250"/>
          </a:xfrm>
          <a:prstGeom prst="roundRect">
            <a:avLst>
              <a:gd name="adj" fmla="val 5714"/>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13" name="Rectangles 12"/>
          <p:cNvSpPr>
            <a:spLocks noGrp="1"/>
          </p:cNvSpPr>
          <p:nvPr/>
        </p:nvSpPr>
        <p:spPr>
          <a:xfrm>
            <a:off x="1524000" y="2857500"/>
            <a:ext cx="95250" cy="2000250"/>
          </a:xfrm>
          <a:prstGeom prst="rect">
            <a:avLst/>
          </a:prstGeom>
          <a:solidFill>
            <a:srgbClr val="2686C5"/>
          </a:solidFill>
          <a:ln w="0">
            <a:solidFill>
              <a:srgbClr val="2686C5"/>
            </a:solidFill>
            <a:prstDash val="solid"/>
          </a:ln>
        </p:spPr>
      </p:sp>
      <p:sp>
        <p:nvSpPr>
          <p:cNvPr id="14" name="Rectangles 13"/>
          <p:cNvSpPr>
            <a:spLocks noGrp="1"/>
          </p:cNvSpPr>
          <p:nvPr/>
        </p:nvSpPr>
        <p:spPr>
          <a:xfrm>
            <a:off x="1809750" y="3067050"/>
            <a:ext cx="356235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Kích thước</a:t>
            </a:r>
            <a:endParaRPr sz="2025" b="1">
              <a:solidFill>
                <a:srgbClr val="1E5AA8"/>
              </a:solidFill>
            </a:endParaRPr>
          </a:p>
        </p:txBody>
      </p:sp>
      <p:sp>
        <p:nvSpPr>
          <p:cNvPr id="15" name="Rectangles 14"/>
          <p:cNvSpPr>
            <a:spLocks noGrp="1"/>
          </p:cNvSpPr>
          <p:nvPr/>
        </p:nvSpPr>
        <p:spPr>
          <a:xfrm>
            <a:off x="1809750" y="3600450"/>
            <a:ext cx="3562350" cy="108585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Khung cơ sở Android 360 × 800 dp</a:t>
            </a:r>
            <a:endParaRPr sz="1500">
              <a:solidFill>
                <a:srgbClr val="334155"/>
              </a:solidFill>
            </a:endParaRPr>
          </a:p>
          <a:p>
            <a:pPr>
              <a:defRPr sz="1500">
                <a:solidFill>
                  <a:srgbClr val="334155"/>
                </a:solidFill>
              </a:defRPr>
            </a:pPr>
            <a:r>
              <a:rPr sz="1500">
                <a:solidFill>
                  <a:srgbClr val="334155"/>
                </a:solidFill>
              </a:rPr>
              <a:t>Vùng chạm tối thiểu 48 × 48 dp</a:t>
            </a:r>
            <a:endParaRPr sz="1500">
              <a:solidFill>
                <a:srgbClr val="334155"/>
              </a:solidFill>
            </a:endParaRPr>
          </a:p>
          <a:p>
            <a:pPr>
              <a:defRPr sz="1500">
                <a:solidFill>
                  <a:srgbClr val="334155"/>
                </a:solidFill>
              </a:defRPr>
            </a:pPr>
            <a:r>
              <a:rPr sz="1500">
                <a:solidFill>
                  <a:srgbClr val="334155"/>
                </a:solidFill>
              </a:rPr>
              <a:t>Nút chính cao 52 dp</a:t>
            </a:r>
            <a:endParaRPr sz="1500">
              <a:solidFill>
                <a:srgbClr val="334155"/>
              </a:solidFill>
            </a:endParaRPr>
          </a:p>
        </p:txBody>
      </p:sp>
      <p:sp>
        <p:nvSpPr>
          <p:cNvPr id="16" name="Rounded Rectangle 15"/>
          <p:cNvSpPr>
            <a:spLocks noGrp="1"/>
          </p:cNvSpPr>
          <p:nvPr/>
        </p:nvSpPr>
        <p:spPr>
          <a:xfrm>
            <a:off x="7096125" y="2857500"/>
            <a:ext cx="4095750" cy="2000250"/>
          </a:xfrm>
          <a:prstGeom prst="roundRect">
            <a:avLst>
              <a:gd name="adj" fmla="val 5714"/>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17" name="Rectangles 16"/>
          <p:cNvSpPr>
            <a:spLocks noGrp="1"/>
          </p:cNvSpPr>
          <p:nvPr/>
        </p:nvSpPr>
        <p:spPr>
          <a:xfrm>
            <a:off x="7096125" y="2857500"/>
            <a:ext cx="95250" cy="2000250"/>
          </a:xfrm>
          <a:prstGeom prst="rect">
            <a:avLst/>
          </a:prstGeom>
          <a:solidFill>
            <a:srgbClr val="2686C5"/>
          </a:solidFill>
          <a:ln w="0">
            <a:solidFill>
              <a:srgbClr val="2686C5"/>
            </a:solidFill>
            <a:prstDash val="solid"/>
          </a:ln>
        </p:spPr>
      </p:sp>
      <p:sp>
        <p:nvSpPr>
          <p:cNvPr id="18" name="Rectangles 17"/>
          <p:cNvSpPr>
            <a:spLocks noGrp="1"/>
          </p:cNvSpPr>
          <p:nvPr/>
        </p:nvSpPr>
        <p:spPr>
          <a:xfrm>
            <a:off x="7381875" y="3067050"/>
            <a:ext cx="356235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Khả năng đọc</a:t>
            </a:r>
            <a:endParaRPr sz="2025" b="1">
              <a:solidFill>
                <a:srgbClr val="1E5AA8"/>
              </a:solidFill>
            </a:endParaRPr>
          </a:p>
        </p:txBody>
      </p:sp>
      <p:sp>
        <p:nvSpPr>
          <p:cNvPr id="19" name="Rectangles 18"/>
          <p:cNvSpPr>
            <a:spLocks noGrp="1"/>
          </p:cNvSpPr>
          <p:nvPr/>
        </p:nvSpPr>
        <p:spPr>
          <a:xfrm>
            <a:off x="7381875" y="3600450"/>
            <a:ext cx="3562350" cy="108585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Chữ nội dung ≥14 dp</a:t>
            </a:r>
            <a:endParaRPr sz="1500">
              <a:solidFill>
                <a:srgbClr val="334155"/>
              </a:solidFill>
            </a:endParaRPr>
          </a:p>
          <a:p>
            <a:pPr>
              <a:defRPr sz="1500">
                <a:solidFill>
                  <a:srgbClr val="334155"/>
                </a:solidFill>
              </a:defRPr>
            </a:pPr>
            <a:r>
              <a:rPr sz="1500">
                <a:solidFill>
                  <a:srgbClr val="334155"/>
                </a:solidFill>
              </a:rPr>
              <a:t>Tương phản văn bản thường ≥4.5:1</a:t>
            </a:r>
            <a:endParaRPr sz="1500">
              <a:solidFill>
                <a:srgbClr val="334155"/>
              </a:solidFill>
            </a:endParaRPr>
          </a:p>
          <a:p>
            <a:pPr>
              <a:defRPr sz="1500">
                <a:solidFill>
                  <a:srgbClr val="334155"/>
                </a:solidFill>
              </a:defRPr>
            </a:pPr>
            <a:r>
              <a:rPr sz="1500">
                <a:solidFill>
                  <a:srgbClr val="334155"/>
                </a:solidFill>
              </a:rPr>
              <a:t>Nhãn không chỉ dựa vào màu</a:t>
            </a:r>
            <a:endParaRPr sz="1500">
              <a:solidFill>
                <a:srgbClr val="334155"/>
              </a:solidFill>
            </a:endParaRPr>
          </a:p>
        </p:txBody>
      </p:sp>
      <p:sp>
        <p:nvSpPr>
          <p:cNvPr id="20" name="Rounded Rectangle 19"/>
          <p:cNvSpPr>
            <a:spLocks noGrp="1"/>
          </p:cNvSpPr>
          <p:nvPr/>
        </p:nvSpPr>
        <p:spPr>
          <a:xfrm>
            <a:off x="12668250" y="2857500"/>
            <a:ext cx="4095750" cy="2000250"/>
          </a:xfrm>
          <a:prstGeom prst="roundRect">
            <a:avLst>
              <a:gd name="adj" fmla="val 5714"/>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21" name="Rectangles 20"/>
          <p:cNvSpPr>
            <a:spLocks noGrp="1"/>
          </p:cNvSpPr>
          <p:nvPr/>
        </p:nvSpPr>
        <p:spPr>
          <a:xfrm>
            <a:off x="12668250" y="2857500"/>
            <a:ext cx="95250" cy="2000250"/>
          </a:xfrm>
          <a:prstGeom prst="rect">
            <a:avLst/>
          </a:prstGeom>
          <a:solidFill>
            <a:srgbClr val="2686C5"/>
          </a:solidFill>
          <a:ln w="0">
            <a:solidFill>
              <a:srgbClr val="2686C5"/>
            </a:solidFill>
            <a:prstDash val="solid"/>
          </a:ln>
        </p:spPr>
      </p:sp>
      <p:sp>
        <p:nvSpPr>
          <p:cNvPr id="22" name="Rectangles 21"/>
          <p:cNvSpPr>
            <a:spLocks noGrp="1"/>
          </p:cNvSpPr>
          <p:nvPr/>
        </p:nvSpPr>
        <p:spPr>
          <a:xfrm>
            <a:off x="12954000" y="3067050"/>
            <a:ext cx="356235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Trạng thái</a:t>
            </a:r>
            <a:endParaRPr sz="2025" b="1">
              <a:solidFill>
                <a:srgbClr val="1E5AA8"/>
              </a:solidFill>
            </a:endParaRPr>
          </a:p>
        </p:txBody>
      </p:sp>
      <p:sp>
        <p:nvSpPr>
          <p:cNvPr id="23" name="Rectangles 22"/>
          <p:cNvSpPr>
            <a:spLocks noGrp="1"/>
          </p:cNvSpPr>
          <p:nvPr/>
        </p:nvSpPr>
        <p:spPr>
          <a:xfrm>
            <a:off x="12954000" y="3600450"/>
            <a:ext cx="3562350" cy="108585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Thông báo lưu thành công rõ ràng</a:t>
            </a:r>
            <a:endParaRPr sz="1500">
              <a:solidFill>
                <a:srgbClr val="334155"/>
              </a:solidFill>
            </a:endParaRPr>
          </a:p>
          <a:p>
            <a:pPr>
              <a:defRPr sz="1500">
                <a:solidFill>
                  <a:srgbClr val="334155"/>
                </a:solidFill>
              </a:defRPr>
            </a:pPr>
            <a:r>
              <a:rPr sz="1500">
                <a:solidFill>
                  <a:srgbClr val="334155"/>
                </a:solidFill>
              </a:rPr>
              <a:t>Xác nhận trước hành động xóa</a:t>
            </a:r>
            <a:endParaRPr sz="1500">
              <a:solidFill>
                <a:srgbClr val="334155"/>
              </a:solidFill>
            </a:endParaRPr>
          </a:p>
          <a:p>
            <a:pPr>
              <a:defRPr sz="1500">
                <a:solidFill>
                  <a:srgbClr val="334155"/>
                </a:solidFill>
              </a:defRPr>
            </a:pPr>
            <a:r>
              <a:rPr sz="1500">
                <a:solidFill>
                  <a:srgbClr val="334155"/>
                </a:solidFill>
              </a:rPr>
              <a:t>Có lỗi và trạng thái trống</a:t>
            </a:r>
            <a:endParaRPr sz="1500">
              <a:solidFill>
                <a:srgbClr val="334155"/>
              </a:solidFill>
            </a:endParaRPr>
          </a:p>
        </p:txBody>
      </p:sp>
      <p:sp>
        <p:nvSpPr>
          <p:cNvPr id="24" name="Rectangles 23"/>
          <p:cNvSpPr>
            <a:spLocks noGrp="1"/>
          </p:cNvSpPr>
          <p:nvPr/>
        </p:nvSpPr>
        <p:spPr>
          <a:xfrm>
            <a:off x="1524000" y="6191250"/>
            <a:ext cx="14668500" cy="762000"/>
          </a:xfrm>
          <a:prstGeom prst="rect">
            <a:avLst/>
          </a:prstGeom>
          <a:noFill/>
          <a:ln w="0">
            <a:noFill/>
            <a:prstDash val="solid"/>
          </a:ln>
        </p:spPr>
        <p:txBody>
          <a:bodyPr/>
          <a:lstStyle>
            <a:defPPr>
              <a:defRPr sz="1800" b="1">
                <a:solidFill>
                  <a:srgbClr val="1E5AA8"/>
                </a:solidFill>
              </a:defRPr>
            </a:defPPr>
            <a:lvl1pPr>
              <a:defRPr sz="1800" b="1">
                <a:solidFill>
                  <a:srgbClr val="1E5AA8"/>
                </a:solidFill>
              </a:defRPr>
            </a:lvl1pPr>
            <a:lvl2pPr>
              <a:defRPr sz="1800" b="1">
                <a:solidFill>
                  <a:srgbClr val="1E5AA8"/>
                </a:solidFill>
              </a:defRPr>
            </a:lvl2pPr>
            <a:lvl3pPr>
              <a:defRPr sz="1800" b="1">
                <a:solidFill>
                  <a:srgbClr val="1E5AA8"/>
                </a:solidFill>
              </a:defRPr>
            </a:lvl3pPr>
            <a:lvl4pPr>
              <a:defRPr sz="1800" b="1">
                <a:solidFill>
                  <a:srgbClr val="1E5AA8"/>
                </a:solidFill>
              </a:defRPr>
            </a:lvl4pPr>
            <a:lvl5pPr>
              <a:defRPr sz="1800" b="1">
                <a:solidFill>
                  <a:srgbClr val="1E5AA8"/>
                </a:solidFill>
              </a:defRPr>
            </a:lvl5pPr>
            <a:lvl6pPr>
              <a:defRPr sz="1800" b="1">
                <a:solidFill>
                  <a:srgbClr val="1E5AA8"/>
                </a:solidFill>
              </a:defRPr>
            </a:lvl6pPr>
            <a:lvl7pPr>
              <a:defRPr sz="1800" b="1">
                <a:solidFill>
                  <a:srgbClr val="1E5AA8"/>
                </a:solidFill>
              </a:defRPr>
            </a:lvl7pPr>
            <a:lvl8pPr>
              <a:defRPr sz="1800" b="1">
                <a:solidFill>
                  <a:srgbClr val="1E5AA8"/>
                </a:solidFill>
              </a:defRPr>
            </a:lvl8pPr>
            <a:lvl9pPr>
              <a:defRPr sz="1800" b="1">
                <a:solidFill>
                  <a:srgbClr val="1E5AA8"/>
                </a:solidFill>
              </a:defRPr>
            </a:lvl9pPr>
          </a:lstStyle>
          <a:p>
            <a:pPr>
              <a:defRPr sz="1800" b="1">
                <a:solidFill>
                  <a:srgbClr val="1E5AA8"/>
                </a:solidFill>
              </a:defRPr>
            </a:pPr>
            <a:r>
              <a:rPr sz="1800" b="1">
                <a:solidFill>
                  <a:srgbClr val="1E5AA8"/>
                </a:solidFill>
              </a:rPr>
              <a:t>Cần bổ sung trước khi nộp: ảnh kiểm tra 360 dp và 412 dp từ Figma, cùng ảnh đối chiếu vùng chạm và contrast cho các màn chính.</a:t>
            </a:r>
            <a:endParaRPr sz="1800" b="1">
              <a:solidFill>
                <a:srgbClr val="1E5AA8"/>
              </a:solidFill>
            </a:endParaRPr>
          </a:p>
        </p:txBody>
      </p:sp>
      <p:sp>
        <p:nvSpPr>
          <p:cNvPr id="25" name="Rectangles 24"/>
          <p:cNvSpPr>
            <a:spLocks noGrp="1"/>
          </p:cNvSpPr>
          <p:nvPr/>
        </p:nvSpPr>
        <p:spPr>
          <a:xfrm>
            <a:off x="1524000" y="7429500"/>
            <a:ext cx="13335000" cy="342900"/>
          </a:xfrm>
          <a:prstGeom prst="rect">
            <a:avLst/>
          </a:prstGeom>
          <a:noFill/>
          <a:ln w="0">
            <a:noFill/>
            <a:prstDash val="solid"/>
          </a:ln>
        </p:spPr>
        <p:txBody>
          <a:bodyPr/>
          <a:lstStyle>
            <a:defPPr>
              <a:defRPr sz="1350">
                <a:solidFill>
                  <a:srgbClr val="536878"/>
                </a:solidFill>
              </a:defRPr>
            </a:defPPr>
            <a:lvl1pPr>
              <a:defRPr sz="1350">
                <a:solidFill>
                  <a:srgbClr val="536878"/>
                </a:solidFill>
              </a:defRPr>
            </a:lvl1pPr>
            <a:lvl2pPr>
              <a:defRPr sz="1350">
                <a:solidFill>
                  <a:srgbClr val="536878"/>
                </a:solidFill>
              </a:defRPr>
            </a:lvl2pPr>
            <a:lvl3pPr>
              <a:defRPr sz="1350">
                <a:solidFill>
                  <a:srgbClr val="536878"/>
                </a:solidFill>
              </a:defRPr>
            </a:lvl3pPr>
            <a:lvl4pPr>
              <a:defRPr sz="1350">
                <a:solidFill>
                  <a:srgbClr val="536878"/>
                </a:solidFill>
              </a:defRPr>
            </a:lvl4pPr>
            <a:lvl5pPr>
              <a:defRPr sz="1350">
                <a:solidFill>
                  <a:srgbClr val="536878"/>
                </a:solidFill>
              </a:defRPr>
            </a:lvl5pPr>
            <a:lvl6pPr>
              <a:defRPr sz="1350">
                <a:solidFill>
                  <a:srgbClr val="536878"/>
                </a:solidFill>
              </a:defRPr>
            </a:lvl6pPr>
            <a:lvl7pPr>
              <a:defRPr sz="1350">
                <a:solidFill>
                  <a:srgbClr val="536878"/>
                </a:solidFill>
              </a:defRPr>
            </a:lvl7pPr>
            <a:lvl8pPr>
              <a:defRPr sz="1350">
                <a:solidFill>
                  <a:srgbClr val="536878"/>
                </a:solidFill>
              </a:defRPr>
            </a:lvl8pPr>
            <a:lvl9pPr>
              <a:defRPr sz="1350">
                <a:solidFill>
                  <a:srgbClr val="536878"/>
                </a:solidFill>
              </a:defRPr>
            </a:lvl9pPr>
          </a:lstStyle>
          <a:p>
            <a:pPr>
              <a:defRPr sz="1350">
                <a:solidFill>
                  <a:srgbClr val="536878"/>
                </a:solidFill>
              </a:defRPr>
            </a:pPr>
            <a:r>
              <a:rPr sz="1350">
                <a:solidFill>
                  <a:srgbClr val="536878"/>
                </a:solidFill>
              </a:rPr>
              <a:t>Các thông số trên là tiêu chí thiết kế; kiểm chứng trực quan trong Figma vẫn đang chờ bổ sung.</a:t>
            </a:r>
            <a:endParaRPr sz="1350">
              <a:solidFill>
                <a:srgbClr val="536878"/>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p:sp>
        <p:nvSpPr>
          <p:cNvPr id="2" name="Freeform 2"/>
          <p:cNvSpPr>
            <a:spLocks noGrp="1"/>
          </p:cNvSpPr>
          <p:nvPr/>
        </p:nvSpPr>
        <p:spPr>
          <a:xfrm flipH="1">
            <a:off x="14974825" y="7209737"/>
            <a:ext cx="3986207" cy="3391900"/>
          </a:xfrm>
          <a:custGeom>
            <a:avLst/>
            <a:gdLst/>
            <a:ahLst/>
            <a:cxnLst/>
            <a:rect l="l" t="t" r="r" b="b"/>
            <a:pathLst>
              <a:path w="3986207" h="3391900">
                <a:moveTo>
                  <a:pt x="3986208" y="0"/>
                </a:moveTo>
                <a:lnTo>
                  <a:pt x="0" y="0"/>
                </a:lnTo>
                <a:lnTo>
                  <a:pt x="0" y="3391901"/>
                </a:lnTo>
                <a:lnTo>
                  <a:pt x="3986208" y="3391901"/>
                </a:lnTo>
                <a:lnTo>
                  <a:pt x="3986208"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a:spLocks noGrp="1"/>
          </p:cNvSpPr>
          <p:nvPr/>
        </p:nvSpPr>
        <p:spPr>
          <a:xfrm>
            <a:off x="3013903" y="389222"/>
            <a:ext cx="12748275" cy="1401191"/>
          </a:xfrm>
          <a:prstGeom prst="rect">
            <a:avLst/>
          </a:prstGeom>
        </p:spPr>
        <p:txBody>
          <a:bodyPr lIns="0" tIns="0" rIns="0" bIns="0" anchor="t">
            <a:spAutoFit/>
          </a:bodyPr>
          <a:lstStyle/>
          <a:p>
            <a:pPr algn="ctr">
              <a:lnSpc>
                <a:spcPts val="11035"/>
              </a:lnSpc>
              <a:buNone/>
            </a:pPr>
            <a:endParaRPr sz="9765" b="1">
              <a:solidFill>
                <a:srgbClr val="548CA8"/>
              </a:solidFill>
              <a:latin typeface="Poppins Bold" panose="00000800000000000000"/>
              <a:ea typeface="Poppins Bold" panose="00000800000000000000"/>
              <a:cs typeface="Poppins Bold" panose="00000800000000000000"/>
            </a:endParaRPr>
          </a:p>
        </p:txBody>
      </p:sp>
      <p:sp>
        <p:nvSpPr>
          <p:cNvPr id="5" name="Freeform 5"/>
          <p:cNvSpPr>
            <a:spLocks noGrp="1"/>
          </p:cNvSpPr>
          <p:nvPr/>
        </p:nvSpPr>
        <p:spPr>
          <a:xfrm>
            <a:off x="11796813" y="3571647"/>
            <a:ext cx="4468301" cy="2359726"/>
          </a:xfrm>
          <a:custGeom>
            <a:avLst/>
            <a:gdLst/>
            <a:ahLst/>
            <a:cxnLst/>
            <a:rect l="l" t="t" r="r" b="b"/>
            <a:pathLst>
              <a:path w="763720" h="403323">
                <a:moveTo>
                  <a:pt x="0" y="0"/>
                </a:moveTo>
                <a:lnTo>
                  <a:pt x="763720" y="0"/>
                </a:lnTo>
                <a:lnTo>
                  <a:pt x="763720" y="403323"/>
                </a:lnTo>
                <a:lnTo>
                  <a:pt x="0" y="403323"/>
                </a:lnTo>
                <a:close/>
              </a:path>
            </a:pathLst>
          </a:custGeom>
          <a:blipFill>
            <a:blip r:embed="rId3"/>
            <a:stretch>
              <a:fillRect r="-8037" b="-36554"/>
            </a:stretch>
          </a:blipFill>
        </p:spPr>
      </p:sp>
      <p:sp>
        <p:nvSpPr>
          <p:cNvPr id="7" name="Freeform 7"/>
          <p:cNvSpPr>
            <a:spLocks noGrp="1"/>
          </p:cNvSpPr>
          <p:nvPr/>
        </p:nvSpPr>
        <p:spPr>
          <a:xfrm>
            <a:off x="11796813" y="6349570"/>
            <a:ext cx="4370390" cy="2315518"/>
          </a:xfrm>
          <a:custGeom>
            <a:avLst/>
            <a:gdLst/>
            <a:ahLst/>
            <a:cxnLst/>
            <a:rect l="l" t="t" r="r" b="b"/>
            <a:pathLst>
              <a:path w="1269874" h="672804">
                <a:moveTo>
                  <a:pt x="47829" y="0"/>
                </a:moveTo>
                <a:lnTo>
                  <a:pt x="1222045" y="0"/>
                </a:lnTo>
                <a:cubicBezTo>
                  <a:pt x="1234730" y="0"/>
                  <a:pt x="1246896" y="5039"/>
                  <a:pt x="1255865" y="14009"/>
                </a:cubicBezTo>
                <a:cubicBezTo>
                  <a:pt x="1264835" y="22979"/>
                  <a:pt x="1269874" y="35144"/>
                  <a:pt x="1269874" y="47829"/>
                </a:cubicBezTo>
                <a:lnTo>
                  <a:pt x="1269874" y="624975"/>
                </a:lnTo>
                <a:cubicBezTo>
                  <a:pt x="1269874" y="637660"/>
                  <a:pt x="1264835" y="649826"/>
                  <a:pt x="1255865" y="658795"/>
                </a:cubicBezTo>
                <a:cubicBezTo>
                  <a:pt x="1246896" y="667765"/>
                  <a:pt x="1234730" y="672804"/>
                  <a:pt x="1222045" y="672804"/>
                </a:cubicBezTo>
                <a:lnTo>
                  <a:pt x="47829" y="672804"/>
                </a:lnTo>
                <a:cubicBezTo>
                  <a:pt x="35144" y="672804"/>
                  <a:pt x="22979" y="667765"/>
                  <a:pt x="14009" y="658795"/>
                </a:cubicBezTo>
                <a:cubicBezTo>
                  <a:pt x="5039" y="649826"/>
                  <a:pt x="0" y="637660"/>
                  <a:pt x="0" y="624975"/>
                </a:cubicBezTo>
                <a:lnTo>
                  <a:pt x="0" y="47829"/>
                </a:lnTo>
                <a:cubicBezTo>
                  <a:pt x="0" y="35144"/>
                  <a:pt x="5039" y="22979"/>
                  <a:pt x="14009" y="14009"/>
                </a:cubicBezTo>
                <a:cubicBezTo>
                  <a:pt x="22979" y="5039"/>
                  <a:pt x="35144" y="0"/>
                  <a:pt x="47829" y="0"/>
                </a:cubicBezTo>
                <a:close/>
              </a:path>
            </a:pathLst>
          </a:custGeom>
          <a:solidFill>
            <a:srgbClr val="476072"/>
          </a:solidFill>
        </p:spPr>
      </p:sp>
      <p:sp>
        <p:nvSpPr>
          <p:cNvPr id="8" name="TextBox 8"/>
          <p:cNvSpPr>
            <a:spLocks noGrp="1"/>
          </p:cNvSpPr>
          <p:nvPr/>
        </p:nvSpPr>
        <p:spPr>
          <a:xfrm>
            <a:off x="11796813" y="6218446"/>
            <a:ext cx="4370390" cy="2446642"/>
          </a:xfrm>
          <a:prstGeom prst="rect">
            <a:avLst/>
          </a:prstGeom>
        </p:spPr>
        <p:txBody>
          <a:bodyPr lIns="50800" tIns="50800" rIns="50800" bIns="50800" anchor="ctr"/>
          <a:lstStyle/>
          <a:p>
            <a:pPr algn="ctr">
              <a:lnSpc>
                <a:spcPts val="2660"/>
              </a:lnSpc>
              <a:buNone/>
            </a:pPr>
          </a:p>
        </p:txBody>
      </p:sp>
      <p:sp>
        <p:nvSpPr>
          <p:cNvPr id="10" name="Freeform 10"/>
          <p:cNvSpPr>
            <a:spLocks noGrp="1"/>
          </p:cNvSpPr>
          <p:nvPr/>
        </p:nvSpPr>
        <p:spPr>
          <a:xfrm>
            <a:off x="2022886" y="3571647"/>
            <a:ext cx="4468301" cy="2359726"/>
          </a:xfrm>
          <a:custGeom>
            <a:avLst/>
            <a:gdLst/>
            <a:ahLst/>
            <a:cxnLst/>
            <a:rect l="l" t="t" r="r" b="b"/>
            <a:pathLst>
              <a:path w="763720" h="403323">
                <a:moveTo>
                  <a:pt x="0" y="0"/>
                </a:moveTo>
                <a:lnTo>
                  <a:pt x="763720" y="0"/>
                </a:lnTo>
                <a:lnTo>
                  <a:pt x="763720" y="403323"/>
                </a:lnTo>
                <a:lnTo>
                  <a:pt x="0" y="403323"/>
                </a:lnTo>
                <a:close/>
              </a:path>
            </a:pathLst>
          </a:custGeom>
          <a:blipFill>
            <a:blip r:embed="rId4"/>
            <a:stretch>
              <a:fillRect l="-25635" t="-11587" r="-33659" b="-89753"/>
            </a:stretch>
          </a:blipFill>
        </p:spPr>
      </p:sp>
      <p:sp>
        <p:nvSpPr>
          <p:cNvPr id="12" name="Freeform 12"/>
          <p:cNvSpPr>
            <a:spLocks noGrp="1"/>
          </p:cNvSpPr>
          <p:nvPr/>
        </p:nvSpPr>
        <p:spPr>
          <a:xfrm>
            <a:off x="2120796" y="6349570"/>
            <a:ext cx="4370390" cy="2315518"/>
          </a:xfrm>
          <a:custGeom>
            <a:avLst/>
            <a:gdLst/>
            <a:ahLst/>
            <a:cxnLst/>
            <a:rect l="l" t="t" r="r" b="b"/>
            <a:pathLst>
              <a:path w="1269874" h="672804">
                <a:moveTo>
                  <a:pt x="47829" y="0"/>
                </a:moveTo>
                <a:lnTo>
                  <a:pt x="1222045" y="0"/>
                </a:lnTo>
                <a:cubicBezTo>
                  <a:pt x="1234730" y="0"/>
                  <a:pt x="1246896" y="5039"/>
                  <a:pt x="1255865" y="14009"/>
                </a:cubicBezTo>
                <a:cubicBezTo>
                  <a:pt x="1264835" y="22979"/>
                  <a:pt x="1269874" y="35144"/>
                  <a:pt x="1269874" y="47829"/>
                </a:cubicBezTo>
                <a:lnTo>
                  <a:pt x="1269874" y="624975"/>
                </a:lnTo>
                <a:cubicBezTo>
                  <a:pt x="1269874" y="637660"/>
                  <a:pt x="1264835" y="649826"/>
                  <a:pt x="1255865" y="658795"/>
                </a:cubicBezTo>
                <a:cubicBezTo>
                  <a:pt x="1246896" y="667765"/>
                  <a:pt x="1234730" y="672804"/>
                  <a:pt x="1222045" y="672804"/>
                </a:cubicBezTo>
                <a:lnTo>
                  <a:pt x="47829" y="672804"/>
                </a:lnTo>
                <a:cubicBezTo>
                  <a:pt x="35144" y="672804"/>
                  <a:pt x="22979" y="667765"/>
                  <a:pt x="14009" y="658795"/>
                </a:cubicBezTo>
                <a:cubicBezTo>
                  <a:pt x="5039" y="649826"/>
                  <a:pt x="0" y="637660"/>
                  <a:pt x="0" y="624975"/>
                </a:cubicBezTo>
                <a:lnTo>
                  <a:pt x="0" y="47829"/>
                </a:lnTo>
                <a:cubicBezTo>
                  <a:pt x="0" y="35144"/>
                  <a:pt x="5039" y="22979"/>
                  <a:pt x="14009" y="14009"/>
                </a:cubicBezTo>
                <a:cubicBezTo>
                  <a:pt x="22979" y="5039"/>
                  <a:pt x="35144" y="0"/>
                  <a:pt x="47829" y="0"/>
                </a:cubicBezTo>
                <a:close/>
              </a:path>
            </a:pathLst>
          </a:custGeom>
          <a:solidFill>
            <a:srgbClr val="476072"/>
          </a:solidFill>
        </p:spPr>
      </p:sp>
      <p:sp>
        <p:nvSpPr>
          <p:cNvPr id="13" name="TextBox 13"/>
          <p:cNvSpPr>
            <a:spLocks noGrp="1"/>
          </p:cNvSpPr>
          <p:nvPr/>
        </p:nvSpPr>
        <p:spPr>
          <a:xfrm>
            <a:off x="2120796" y="6218446"/>
            <a:ext cx="4370390" cy="2446642"/>
          </a:xfrm>
          <a:prstGeom prst="rect">
            <a:avLst/>
          </a:prstGeom>
        </p:spPr>
        <p:txBody>
          <a:bodyPr lIns="50800" tIns="50800" rIns="50800" bIns="50800" anchor="ctr"/>
          <a:lstStyle/>
          <a:p>
            <a:pPr algn="ctr">
              <a:lnSpc>
                <a:spcPts val="2660"/>
              </a:lnSpc>
              <a:buNone/>
            </a:pPr>
          </a:p>
        </p:txBody>
      </p:sp>
      <p:sp>
        <p:nvSpPr>
          <p:cNvPr id="15" name="Freeform 15"/>
          <p:cNvSpPr>
            <a:spLocks noGrp="1"/>
          </p:cNvSpPr>
          <p:nvPr/>
        </p:nvSpPr>
        <p:spPr>
          <a:xfrm>
            <a:off x="6909413" y="3571647"/>
            <a:ext cx="4468301" cy="2359726"/>
          </a:xfrm>
          <a:custGeom>
            <a:avLst/>
            <a:gdLst/>
            <a:ahLst/>
            <a:cxnLst/>
            <a:rect l="l" t="t" r="r" b="b"/>
            <a:pathLst>
              <a:path w="763720" h="403323">
                <a:moveTo>
                  <a:pt x="0" y="0"/>
                </a:moveTo>
                <a:lnTo>
                  <a:pt x="763720" y="0"/>
                </a:lnTo>
                <a:lnTo>
                  <a:pt x="763720" y="403323"/>
                </a:lnTo>
                <a:lnTo>
                  <a:pt x="0" y="403323"/>
                </a:lnTo>
                <a:close/>
              </a:path>
            </a:pathLst>
          </a:custGeom>
          <a:blipFill>
            <a:blip r:embed="rId5"/>
            <a:stretch>
              <a:fillRect b="-26158"/>
            </a:stretch>
          </a:blipFill>
        </p:spPr>
      </p:sp>
      <p:sp>
        <p:nvSpPr>
          <p:cNvPr id="17" name="Freeform 17"/>
          <p:cNvSpPr>
            <a:spLocks noGrp="1"/>
          </p:cNvSpPr>
          <p:nvPr/>
        </p:nvSpPr>
        <p:spPr>
          <a:xfrm>
            <a:off x="6909413" y="6393181"/>
            <a:ext cx="4370390" cy="2315518"/>
          </a:xfrm>
          <a:custGeom>
            <a:avLst/>
            <a:gdLst/>
            <a:ahLst/>
            <a:cxnLst/>
            <a:rect l="l" t="t" r="r" b="b"/>
            <a:pathLst>
              <a:path w="1269874" h="672804">
                <a:moveTo>
                  <a:pt x="47829" y="0"/>
                </a:moveTo>
                <a:lnTo>
                  <a:pt x="1222045" y="0"/>
                </a:lnTo>
                <a:cubicBezTo>
                  <a:pt x="1234730" y="0"/>
                  <a:pt x="1246896" y="5039"/>
                  <a:pt x="1255865" y="14009"/>
                </a:cubicBezTo>
                <a:cubicBezTo>
                  <a:pt x="1264835" y="22979"/>
                  <a:pt x="1269874" y="35144"/>
                  <a:pt x="1269874" y="47829"/>
                </a:cubicBezTo>
                <a:lnTo>
                  <a:pt x="1269874" y="624975"/>
                </a:lnTo>
                <a:cubicBezTo>
                  <a:pt x="1269874" y="637660"/>
                  <a:pt x="1264835" y="649826"/>
                  <a:pt x="1255865" y="658795"/>
                </a:cubicBezTo>
                <a:cubicBezTo>
                  <a:pt x="1246896" y="667765"/>
                  <a:pt x="1234730" y="672804"/>
                  <a:pt x="1222045" y="672804"/>
                </a:cubicBezTo>
                <a:lnTo>
                  <a:pt x="47829" y="672804"/>
                </a:lnTo>
                <a:cubicBezTo>
                  <a:pt x="35144" y="672804"/>
                  <a:pt x="22979" y="667765"/>
                  <a:pt x="14009" y="658795"/>
                </a:cubicBezTo>
                <a:cubicBezTo>
                  <a:pt x="5039" y="649826"/>
                  <a:pt x="0" y="637660"/>
                  <a:pt x="0" y="624975"/>
                </a:cubicBezTo>
                <a:lnTo>
                  <a:pt x="0" y="47829"/>
                </a:lnTo>
                <a:cubicBezTo>
                  <a:pt x="0" y="35144"/>
                  <a:pt x="5039" y="22979"/>
                  <a:pt x="14009" y="14009"/>
                </a:cubicBezTo>
                <a:cubicBezTo>
                  <a:pt x="22979" y="5039"/>
                  <a:pt x="35144" y="0"/>
                  <a:pt x="47829" y="0"/>
                </a:cubicBezTo>
                <a:close/>
              </a:path>
            </a:pathLst>
          </a:custGeom>
          <a:solidFill>
            <a:srgbClr val="476072"/>
          </a:solidFill>
        </p:spPr>
      </p:sp>
      <p:sp>
        <p:nvSpPr>
          <p:cNvPr id="18" name="TextBox 18"/>
          <p:cNvSpPr>
            <a:spLocks noGrp="1"/>
          </p:cNvSpPr>
          <p:nvPr/>
        </p:nvSpPr>
        <p:spPr>
          <a:xfrm>
            <a:off x="6909413" y="6262057"/>
            <a:ext cx="4370390" cy="2446642"/>
          </a:xfrm>
          <a:prstGeom prst="rect">
            <a:avLst/>
          </a:prstGeom>
        </p:spPr>
        <p:txBody>
          <a:bodyPr lIns="50800" tIns="50800" rIns="50800" bIns="50800" anchor="ctr"/>
          <a:lstStyle/>
          <a:p>
            <a:pPr algn="ctr">
              <a:lnSpc>
                <a:spcPts val="2660"/>
              </a:lnSpc>
              <a:buNone/>
            </a:pPr>
          </a:p>
        </p:txBody>
      </p:sp>
      <p:sp>
        <p:nvSpPr>
          <p:cNvPr id="20" name="TextBox 20"/>
          <p:cNvSpPr>
            <a:spLocks noGrp="1"/>
          </p:cNvSpPr>
          <p:nvPr/>
        </p:nvSpPr>
        <p:spPr>
          <a:xfrm>
            <a:off x="12592084" y="6867768"/>
            <a:ext cx="2779850" cy="636397"/>
          </a:xfrm>
          <a:prstGeom prst="rect">
            <a:avLst/>
          </a:prstGeom>
        </p:spPr>
        <p:txBody>
          <a:bodyPr lIns="0" tIns="0" rIns="0" bIns="0" anchor="t">
            <a:spAutoFit/>
          </a:bodyPr>
          <a:lstStyle/>
          <a:p>
            <a:pPr algn="ctr">
              <a:lnSpc>
                <a:spcPts val="5010"/>
              </a:lnSpc>
              <a:buNone/>
            </a:pPr>
            <a:endParaRPr sz="3580" b="1">
              <a:solidFill>
                <a:srgbClr val="FFFFFF"/>
              </a:solidFill>
              <a:latin typeface="Poppins Bold" panose="00000800000000000000"/>
              <a:ea typeface="Poppins Bold" panose="00000800000000000000"/>
              <a:cs typeface="Poppins Bold" panose="00000800000000000000"/>
            </a:endParaRPr>
          </a:p>
        </p:txBody>
      </p:sp>
      <p:sp>
        <p:nvSpPr>
          <p:cNvPr id="21" name="TextBox 21"/>
          <p:cNvSpPr>
            <a:spLocks noGrp="1"/>
          </p:cNvSpPr>
          <p:nvPr/>
        </p:nvSpPr>
        <p:spPr>
          <a:xfrm>
            <a:off x="12140674" y="7536921"/>
            <a:ext cx="3682669" cy="496443"/>
          </a:xfrm>
          <a:prstGeom prst="rect">
            <a:avLst/>
          </a:prstGeom>
        </p:spPr>
        <p:txBody>
          <a:bodyPr lIns="0" tIns="0" rIns="0" bIns="0" anchor="t">
            <a:spAutoFit/>
          </a:bodyPr>
          <a:lstStyle/>
          <a:p>
            <a:pPr algn="ctr">
              <a:lnSpc>
                <a:spcPts val="3910"/>
              </a:lnSpc>
              <a:buNone/>
            </a:pPr>
            <a:endParaRPr sz="2790">
              <a:solidFill>
                <a:srgbClr val="FFFFFF"/>
              </a:solidFill>
              <a:latin typeface="Poppins" panose="00000500000000000000"/>
              <a:ea typeface="Poppins" panose="00000500000000000000"/>
              <a:cs typeface="Poppins" panose="00000500000000000000"/>
            </a:endParaRPr>
          </a:p>
        </p:txBody>
      </p:sp>
      <p:sp>
        <p:nvSpPr>
          <p:cNvPr id="22" name="TextBox 22"/>
          <p:cNvSpPr>
            <a:spLocks noGrp="1"/>
          </p:cNvSpPr>
          <p:nvPr/>
        </p:nvSpPr>
        <p:spPr>
          <a:xfrm>
            <a:off x="2690361" y="6822201"/>
            <a:ext cx="3231260" cy="636397"/>
          </a:xfrm>
          <a:prstGeom prst="rect">
            <a:avLst/>
          </a:prstGeom>
        </p:spPr>
        <p:txBody>
          <a:bodyPr lIns="0" tIns="0" rIns="0" bIns="0" anchor="t">
            <a:spAutoFit/>
          </a:bodyPr>
          <a:lstStyle/>
          <a:p>
            <a:pPr algn="ctr">
              <a:lnSpc>
                <a:spcPts val="5010"/>
              </a:lnSpc>
              <a:buNone/>
            </a:pPr>
            <a:endParaRPr sz="3580" b="1">
              <a:solidFill>
                <a:srgbClr val="FFFFFF"/>
              </a:solidFill>
              <a:latin typeface="Poppins Bold" panose="00000800000000000000"/>
              <a:ea typeface="Poppins Bold" panose="00000800000000000000"/>
              <a:cs typeface="Poppins Bold" panose="00000800000000000000"/>
            </a:endParaRPr>
          </a:p>
        </p:txBody>
      </p:sp>
      <p:sp>
        <p:nvSpPr>
          <p:cNvPr id="23" name="TextBox 23"/>
          <p:cNvSpPr>
            <a:spLocks noGrp="1"/>
          </p:cNvSpPr>
          <p:nvPr/>
        </p:nvSpPr>
        <p:spPr>
          <a:xfrm>
            <a:off x="2464657" y="7514817"/>
            <a:ext cx="3682669" cy="496443"/>
          </a:xfrm>
          <a:prstGeom prst="rect">
            <a:avLst/>
          </a:prstGeom>
        </p:spPr>
        <p:txBody>
          <a:bodyPr lIns="0" tIns="0" rIns="0" bIns="0" anchor="t">
            <a:spAutoFit/>
          </a:bodyPr>
          <a:lstStyle/>
          <a:p>
            <a:pPr algn="ctr">
              <a:lnSpc>
                <a:spcPts val="3910"/>
              </a:lnSpc>
              <a:buNone/>
            </a:pPr>
            <a:endParaRPr sz="2790">
              <a:solidFill>
                <a:srgbClr val="FFFFFF"/>
              </a:solidFill>
              <a:latin typeface="Poppins" panose="00000500000000000000"/>
              <a:ea typeface="Poppins" panose="00000500000000000000"/>
              <a:cs typeface="Poppins" panose="00000500000000000000"/>
            </a:endParaRPr>
          </a:p>
        </p:txBody>
      </p:sp>
      <p:sp>
        <p:nvSpPr>
          <p:cNvPr id="24" name="TextBox 24"/>
          <p:cNvSpPr>
            <a:spLocks noGrp="1"/>
          </p:cNvSpPr>
          <p:nvPr/>
        </p:nvSpPr>
        <p:spPr>
          <a:xfrm>
            <a:off x="7194195" y="6864823"/>
            <a:ext cx="3800825" cy="636397"/>
          </a:xfrm>
          <a:prstGeom prst="rect">
            <a:avLst/>
          </a:prstGeom>
        </p:spPr>
        <p:txBody>
          <a:bodyPr lIns="0" tIns="0" rIns="0" bIns="0" anchor="t">
            <a:spAutoFit/>
          </a:bodyPr>
          <a:lstStyle/>
          <a:p>
            <a:pPr algn="ctr">
              <a:lnSpc>
                <a:spcPts val="5010"/>
              </a:lnSpc>
              <a:buNone/>
            </a:pPr>
            <a:endParaRPr sz="3580" b="1">
              <a:solidFill>
                <a:srgbClr val="FFFFFF"/>
              </a:solidFill>
              <a:latin typeface="Poppins Bold" panose="00000800000000000000"/>
              <a:ea typeface="Poppins Bold" panose="00000800000000000000"/>
              <a:cs typeface="Poppins Bold" panose="00000800000000000000"/>
            </a:endParaRPr>
          </a:p>
        </p:txBody>
      </p:sp>
      <p:sp>
        <p:nvSpPr>
          <p:cNvPr id="25" name="TextBox 25"/>
          <p:cNvSpPr>
            <a:spLocks noGrp="1"/>
          </p:cNvSpPr>
          <p:nvPr/>
        </p:nvSpPr>
        <p:spPr>
          <a:xfrm>
            <a:off x="7253273" y="7605063"/>
            <a:ext cx="3682669" cy="496443"/>
          </a:xfrm>
          <a:prstGeom prst="rect">
            <a:avLst/>
          </a:prstGeom>
        </p:spPr>
        <p:txBody>
          <a:bodyPr lIns="0" tIns="0" rIns="0" bIns="0" anchor="t">
            <a:spAutoFit/>
          </a:bodyPr>
          <a:lstStyle/>
          <a:p>
            <a:pPr algn="ctr">
              <a:lnSpc>
                <a:spcPts val="3910"/>
              </a:lnSpc>
              <a:buNone/>
            </a:pPr>
            <a:endParaRPr sz="2790">
              <a:solidFill>
                <a:srgbClr val="FFFFFF"/>
              </a:solidFill>
              <a:latin typeface="Poppins" panose="00000500000000000000"/>
              <a:ea typeface="Poppins" panose="00000500000000000000"/>
              <a:cs typeface="Poppins" panose="00000500000000000000"/>
            </a:endParaRPr>
          </a:p>
        </p:txBody>
      </p:sp>
      <p:sp>
        <p:nvSpPr>
          <p:cNvPr id="26" name="Rectangles 25"/>
          <p:cNvSpPr>
            <a:spLocks noGrp="1"/>
          </p:cNvSpPr>
          <p:nvPr/>
        </p:nvSpPr>
        <p:spPr>
          <a:xfrm>
            <a:off x="685800" y="2333625"/>
            <a:ext cx="15859125" cy="6286500"/>
          </a:xfrm>
          <a:prstGeom prst="rect">
            <a:avLst/>
          </a:prstGeom>
          <a:solidFill>
            <a:srgbClr val="FFFFFF"/>
          </a:solidFill>
          <a:ln w="0">
            <a:solidFill>
              <a:srgbClr val="FFFFFF"/>
            </a:solidFill>
            <a:prstDash val="solid"/>
          </a:ln>
        </p:spPr>
      </p:sp>
      <p:sp>
        <p:nvSpPr>
          <p:cNvPr id="27" name="Rectangles 26"/>
          <p:cNvSpPr>
            <a:spLocks noGrp="1"/>
          </p:cNvSpPr>
          <p:nvPr/>
        </p:nvSpPr>
        <p:spPr>
          <a:xfrm>
            <a:off x="1047750" y="647700"/>
            <a:ext cx="762000" cy="342900"/>
          </a:xfrm>
          <a:prstGeom prst="rect">
            <a:avLst/>
          </a:prstGeom>
          <a:noFill/>
          <a:ln w="0">
            <a:noFill/>
            <a:prstDash val="solid"/>
          </a:ln>
        </p:spPr>
        <p:txBody>
          <a:bodyPr/>
          <a:lstStyle>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a:pPr>
              <a:defRPr sz="1200" b="1">
                <a:solidFill>
                  <a:srgbClr val="2686C5"/>
                </a:solidFill>
              </a:defRPr>
            </a:pPr>
            <a:r>
              <a:rPr sz="1200" b="1">
                <a:solidFill>
                  <a:srgbClr val="2686C5"/>
                </a:solidFill>
              </a:rPr>
              <a:t>11</a:t>
            </a:r>
            <a:endParaRPr sz="1200" b="1">
              <a:solidFill>
                <a:srgbClr val="2686C5"/>
              </a:solidFill>
            </a:endParaRPr>
          </a:p>
        </p:txBody>
      </p:sp>
      <p:sp>
        <p:nvSpPr>
          <p:cNvPr id="28" name="Rectangles 27"/>
          <p:cNvSpPr>
            <a:spLocks noGrp="1"/>
          </p:cNvSpPr>
          <p:nvPr/>
        </p:nvSpPr>
        <p:spPr>
          <a:xfrm>
            <a:off x="1047750" y="990600"/>
            <a:ext cx="15240000" cy="781050"/>
          </a:xfrm>
          <a:prstGeom prst="rect">
            <a:avLst/>
          </a:prstGeom>
          <a:noFill/>
          <a:ln w="0">
            <a:noFill/>
            <a:prstDash val="solid"/>
          </a:ln>
        </p:spPr>
        <p:txBody>
          <a:bodyPr/>
          <a:lstStyle>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a:pPr>
              <a:defRPr sz="3750" b="1">
                <a:solidFill>
                  <a:srgbClr val="1E5AA8"/>
                </a:solidFill>
              </a:defRPr>
            </a:pPr>
            <a:r>
              <a:rPr sz="3750" b="1">
                <a:solidFill>
                  <a:srgbClr val="1E5AA8"/>
                </a:solidFill>
              </a:rPr>
              <a:t>Live prototype</a:t>
            </a:r>
            <a:endParaRPr sz="3750" b="1">
              <a:solidFill>
                <a:srgbClr val="1E5AA8"/>
              </a:solidFill>
            </a:endParaRPr>
          </a:p>
        </p:txBody>
      </p:sp>
      <p:sp>
        <p:nvSpPr>
          <p:cNvPr id="29" name="Rectangles 28"/>
          <p:cNvSpPr>
            <a:spLocks noGrp="1"/>
          </p:cNvSpPr>
          <p:nvPr/>
        </p:nvSpPr>
        <p:spPr>
          <a:xfrm>
            <a:off x="1066800" y="1866900"/>
            <a:ext cx="14287500" cy="438150"/>
          </a:xfrm>
          <a:prstGeom prst="rect">
            <a:avLst/>
          </a:prstGeom>
          <a:noFill/>
          <a:ln w="0">
            <a:noFill/>
            <a:prstDash val="solid"/>
          </a:ln>
        </p:spPr>
        <p:txBody>
          <a:bodyPr/>
          <a:lstStyle>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a:pPr>
              <a:defRPr sz="1575">
                <a:solidFill>
                  <a:srgbClr val="536878"/>
                </a:solidFill>
              </a:defRPr>
            </a:pPr>
            <a:r>
              <a:rPr sz="1575">
                <a:solidFill>
                  <a:srgbClr val="536878"/>
                </a:solidFill>
              </a:rPr>
              <a:t>Kịch bản demo đã xác định; cần nối liên kết trong Figma trước khi trình bày.</a:t>
            </a:r>
            <a:endParaRPr sz="1575">
              <a:solidFill>
                <a:srgbClr val="536878"/>
              </a:solidFill>
            </a:endParaRPr>
          </a:p>
        </p:txBody>
      </p:sp>
      <p:sp>
        <p:nvSpPr>
          <p:cNvPr id="30" name="Rounded Rectangle 29"/>
          <p:cNvSpPr>
            <a:spLocks noGrp="1"/>
          </p:cNvSpPr>
          <p:nvPr/>
        </p:nvSpPr>
        <p:spPr>
          <a:xfrm>
            <a:off x="1428750" y="2857500"/>
            <a:ext cx="4095750" cy="2286000"/>
          </a:xfrm>
          <a:prstGeom prst="roundRect">
            <a:avLst>
              <a:gd name="adj" fmla="val 5000"/>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31" name="Rectangles 30"/>
          <p:cNvSpPr>
            <a:spLocks noGrp="1"/>
          </p:cNvSpPr>
          <p:nvPr/>
        </p:nvSpPr>
        <p:spPr>
          <a:xfrm>
            <a:off x="1428750" y="2857500"/>
            <a:ext cx="95250" cy="2286000"/>
          </a:xfrm>
          <a:prstGeom prst="rect">
            <a:avLst/>
          </a:prstGeom>
          <a:solidFill>
            <a:srgbClr val="2686C5"/>
          </a:solidFill>
          <a:ln w="0">
            <a:solidFill>
              <a:srgbClr val="2686C5"/>
            </a:solidFill>
            <a:prstDash val="solid"/>
          </a:ln>
        </p:spPr>
      </p:sp>
      <p:sp>
        <p:nvSpPr>
          <p:cNvPr id="32" name="Rectangles 31"/>
          <p:cNvSpPr>
            <a:spLocks noGrp="1"/>
          </p:cNvSpPr>
          <p:nvPr/>
        </p:nvSpPr>
        <p:spPr>
          <a:xfrm>
            <a:off x="1714500" y="3067050"/>
            <a:ext cx="356235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Demo 1</a:t>
            </a:r>
            <a:endParaRPr sz="2025" b="1">
              <a:solidFill>
                <a:srgbClr val="1E5AA8"/>
              </a:solidFill>
            </a:endParaRPr>
          </a:p>
        </p:txBody>
      </p:sp>
      <p:sp>
        <p:nvSpPr>
          <p:cNvPr id="33" name="Rectangles 32"/>
          <p:cNvSpPr>
            <a:spLocks noGrp="1"/>
          </p:cNvSpPr>
          <p:nvPr/>
        </p:nvSpPr>
        <p:spPr>
          <a:xfrm>
            <a:off x="1714500" y="3600450"/>
            <a:ext cx="3562350" cy="137160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Mở Hôm nay → Khám phá → xem Chi tiết → thêm “Thở chậm” vào hôm nay.</a:t>
            </a:r>
            <a:endParaRPr sz="1500">
              <a:solidFill>
                <a:srgbClr val="334155"/>
              </a:solidFill>
            </a:endParaRPr>
          </a:p>
        </p:txBody>
      </p:sp>
      <p:sp>
        <p:nvSpPr>
          <p:cNvPr id="34" name="Rounded Rectangle 33"/>
          <p:cNvSpPr>
            <a:spLocks noGrp="1"/>
          </p:cNvSpPr>
          <p:nvPr/>
        </p:nvSpPr>
        <p:spPr>
          <a:xfrm>
            <a:off x="7096125" y="2857500"/>
            <a:ext cx="4095750" cy="2286000"/>
          </a:xfrm>
          <a:prstGeom prst="roundRect">
            <a:avLst>
              <a:gd name="adj" fmla="val 5000"/>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35" name="Rectangles 34"/>
          <p:cNvSpPr>
            <a:spLocks noGrp="1"/>
          </p:cNvSpPr>
          <p:nvPr/>
        </p:nvSpPr>
        <p:spPr>
          <a:xfrm>
            <a:off x="7096125" y="2857500"/>
            <a:ext cx="95250" cy="2286000"/>
          </a:xfrm>
          <a:prstGeom prst="rect">
            <a:avLst/>
          </a:prstGeom>
          <a:solidFill>
            <a:srgbClr val="2686C5"/>
          </a:solidFill>
          <a:ln w="0">
            <a:solidFill>
              <a:srgbClr val="2686C5"/>
            </a:solidFill>
            <a:prstDash val="solid"/>
          </a:ln>
        </p:spPr>
      </p:sp>
      <p:sp>
        <p:nvSpPr>
          <p:cNvPr id="36" name="Rectangles 35"/>
          <p:cNvSpPr>
            <a:spLocks noGrp="1"/>
          </p:cNvSpPr>
          <p:nvPr/>
        </p:nvSpPr>
        <p:spPr>
          <a:xfrm>
            <a:off x="7381875" y="3067050"/>
            <a:ext cx="356235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Demo 2</a:t>
            </a:r>
            <a:endParaRPr sz="2025" b="1">
              <a:solidFill>
                <a:srgbClr val="1E5AA8"/>
              </a:solidFill>
            </a:endParaRPr>
          </a:p>
        </p:txBody>
      </p:sp>
      <p:sp>
        <p:nvSpPr>
          <p:cNvPr id="37" name="Rectangles 36"/>
          <p:cNvSpPr>
            <a:spLocks noGrp="1"/>
          </p:cNvSpPr>
          <p:nvPr/>
        </p:nvSpPr>
        <p:spPr>
          <a:xfrm>
            <a:off x="7381875" y="3600450"/>
            <a:ext cx="3562350" cy="137160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Từ Hôm nay đánh dấu hoàn thành → xem phản hồi → mở Lịch sử &amp; tiến độ.</a:t>
            </a:r>
            <a:endParaRPr sz="1500">
              <a:solidFill>
                <a:srgbClr val="334155"/>
              </a:solidFill>
            </a:endParaRPr>
          </a:p>
        </p:txBody>
      </p:sp>
      <p:sp>
        <p:nvSpPr>
          <p:cNvPr id="38" name="Rounded Rectangle 37"/>
          <p:cNvSpPr>
            <a:spLocks noGrp="1"/>
          </p:cNvSpPr>
          <p:nvPr/>
        </p:nvSpPr>
        <p:spPr>
          <a:xfrm>
            <a:off x="12763500" y="2857500"/>
            <a:ext cx="4095750" cy="2286000"/>
          </a:xfrm>
          <a:prstGeom prst="roundRect">
            <a:avLst>
              <a:gd name="adj" fmla="val 5000"/>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39" name="Rectangles 38"/>
          <p:cNvSpPr>
            <a:spLocks noGrp="1"/>
          </p:cNvSpPr>
          <p:nvPr/>
        </p:nvSpPr>
        <p:spPr>
          <a:xfrm>
            <a:off x="12763500" y="2857500"/>
            <a:ext cx="95250" cy="2286000"/>
          </a:xfrm>
          <a:prstGeom prst="rect">
            <a:avLst/>
          </a:prstGeom>
          <a:solidFill>
            <a:srgbClr val="2686C5"/>
          </a:solidFill>
          <a:ln w="0">
            <a:solidFill>
              <a:srgbClr val="2686C5"/>
            </a:solidFill>
            <a:prstDash val="solid"/>
          </a:ln>
        </p:spPr>
      </p:sp>
      <p:sp>
        <p:nvSpPr>
          <p:cNvPr id="40" name="Rectangles 39"/>
          <p:cNvSpPr>
            <a:spLocks noGrp="1"/>
          </p:cNvSpPr>
          <p:nvPr/>
        </p:nvSpPr>
        <p:spPr>
          <a:xfrm>
            <a:off x="13049250" y="3067050"/>
            <a:ext cx="356235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Demo 3</a:t>
            </a:r>
            <a:endParaRPr sz="2025" b="1">
              <a:solidFill>
                <a:srgbClr val="1E5AA8"/>
              </a:solidFill>
            </a:endParaRPr>
          </a:p>
        </p:txBody>
      </p:sp>
      <p:sp>
        <p:nvSpPr>
          <p:cNvPr id="41" name="Rectangles 40"/>
          <p:cNvSpPr>
            <a:spLocks noGrp="1"/>
          </p:cNvSpPr>
          <p:nvPr/>
        </p:nvSpPr>
        <p:spPr>
          <a:xfrm>
            <a:off x="13049250" y="3600450"/>
            <a:ext cx="3562350" cy="137160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Mở Lịch thói quen → đổi ngày/giờ → lưu; thử thiếu dữ liệu để xem lỗi.</a:t>
            </a:r>
            <a:endParaRPr sz="1500">
              <a:solidFill>
                <a:srgbClr val="334155"/>
              </a:solidFill>
            </a:endParaRPr>
          </a:p>
        </p:txBody>
      </p:sp>
      <p:sp>
        <p:nvSpPr>
          <p:cNvPr id="42" name="Rectangles 41"/>
          <p:cNvSpPr>
            <a:spLocks noGrp="1"/>
          </p:cNvSpPr>
          <p:nvPr/>
        </p:nvSpPr>
        <p:spPr>
          <a:xfrm>
            <a:off x="3333750" y="6667500"/>
            <a:ext cx="11620500" cy="619125"/>
          </a:xfrm>
          <a:prstGeom prst="rect">
            <a:avLst/>
          </a:prstGeom>
          <a:noFill/>
          <a:ln w="0">
            <a:noFill/>
            <a:prstDash val="solid"/>
          </a:ln>
        </p:spPr>
        <p:txBody>
          <a:bodyPr/>
          <a:lstStyle>
            <a:defPPr>
              <a:defRPr sz="2175" b="1">
                <a:solidFill>
                  <a:srgbClr val="1E5AA8"/>
                </a:solidFill>
              </a:defRPr>
            </a:defPPr>
            <a:lvl1pPr>
              <a:defRPr sz="2175" b="1">
                <a:solidFill>
                  <a:srgbClr val="1E5AA8"/>
                </a:solidFill>
              </a:defRPr>
            </a:lvl1pPr>
            <a:lvl2pPr>
              <a:defRPr sz="2175" b="1">
                <a:solidFill>
                  <a:srgbClr val="1E5AA8"/>
                </a:solidFill>
              </a:defRPr>
            </a:lvl2pPr>
            <a:lvl3pPr>
              <a:defRPr sz="2175" b="1">
                <a:solidFill>
                  <a:srgbClr val="1E5AA8"/>
                </a:solidFill>
              </a:defRPr>
            </a:lvl3pPr>
            <a:lvl4pPr>
              <a:defRPr sz="2175" b="1">
                <a:solidFill>
                  <a:srgbClr val="1E5AA8"/>
                </a:solidFill>
              </a:defRPr>
            </a:lvl4pPr>
            <a:lvl5pPr>
              <a:defRPr sz="2175" b="1">
                <a:solidFill>
                  <a:srgbClr val="1E5AA8"/>
                </a:solidFill>
              </a:defRPr>
            </a:lvl5pPr>
            <a:lvl6pPr>
              <a:defRPr sz="2175" b="1">
                <a:solidFill>
                  <a:srgbClr val="1E5AA8"/>
                </a:solidFill>
              </a:defRPr>
            </a:lvl6pPr>
            <a:lvl7pPr>
              <a:defRPr sz="2175" b="1">
                <a:solidFill>
                  <a:srgbClr val="1E5AA8"/>
                </a:solidFill>
              </a:defRPr>
            </a:lvl7pPr>
            <a:lvl8pPr>
              <a:defRPr sz="2175" b="1">
                <a:solidFill>
                  <a:srgbClr val="1E5AA8"/>
                </a:solidFill>
              </a:defRPr>
            </a:lvl8pPr>
            <a:lvl9pPr>
              <a:defRPr sz="2175" b="1">
                <a:solidFill>
                  <a:srgbClr val="1E5AA8"/>
                </a:solidFill>
              </a:defRPr>
            </a:lvl9pPr>
          </a:lstStyle>
          <a:p>
            <a:pPr>
              <a:defRPr sz="2175" b="1">
                <a:solidFill>
                  <a:srgbClr val="1E5AA8"/>
                </a:solidFill>
              </a:defRPr>
            </a:pPr>
            <a:r>
              <a:rPr sz="2175" b="1">
                <a:solidFill>
                  <a:srgbClr val="1E5AA8"/>
                </a:solidFill>
              </a:rPr>
              <a:t>Vị trí bổ sung: ảnh hoặc video prototype đã nối trong Figma</a:t>
            </a:r>
            <a:endParaRPr sz="2175" b="1">
              <a:solidFill>
                <a:srgbClr val="1E5AA8"/>
              </a:solidFill>
            </a:endParaRPr>
          </a:p>
        </p:txBody>
      </p:sp>
      <p:sp>
        <p:nvSpPr>
          <p:cNvPr id="43" name="Rectangles 42"/>
          <p:cNvSpPr>
            <a:spLocks noGrp="1"/>
          </p:cNvSpPr>
          <p:nvPr/>
        </p:nvSpPr>
        <p:spPr>
          <a:xfrm>
            <a:off x="3333750" y="7477125"/>
            <a:ext cx="11620500" cy="419100"/>
          </a:xfrm>
          <a:prstGeom prst="rect">
            <a:avLst/>
          </a:prstGeom>
          <a:noFill/>
          <a:ln w="0">
            <a:noFill/>
            <a:prstDash val="solid"/>
          </a:ln>
        </p:spPr>
        <p:txBody>
          <a:bodyPr/>
          <a:lstStyle>
            <a:defPPr>
              <a:defRPr sz="1425">
                <a:solidFill>
                  <a:srgbClr val="536878"/>
                </a:solidFill>
              </a:defRPr>
            </a:defPPr>
            <a:lvl1pPr>
              <a:defRPr sz="1425">
                <a:solidFill>
                  <a:srgbClr val="536878"/>
                </a:solidFill>
              </a:defRPr>
            </a:lvl1pPr>
            <a:lvl2pPr>
              <a:defRPr sz="1425">
                <a:solidFill>
                  <a:srgbClr val="536878"/>
                </a:solidFill>
              </a:defRPr>
            </a:lvl2pPr>
            <a:lvl3pPr>
              <a:defRPr sz="1425">
                <a:solidFill>
                  <a:srgbClr val="536878"/>
                </a:solidFill>
              </a:defRPr>
            </a:lvl3pPr>
            <a:lvl4pPr>
              <a:defRPr sz="1425">
                <a:solidFill>
                  <a:srgbClr val="536878"/>
                </a:solidFill>
              </a:defRPr>
            </a:lvl4pPr>
            <a:lvl5pPr>
              <a:defRPr sz="1425">
                <a:solidFill>
                  <a:srgbClr val="536878"/>
                </a:solidFill>
              </a:defRPr>
            </a:lvl5pPr>
            <a:lvl6pPr>
              <a:defRPr sz="1425">
                <a:solidFill>
                  <a:srgbClr val="536878"/>
                </a:solidFill>
              </a:defRPr>
            </a:lvl6pPr>
            <a:lvl7pPr>
              <a:defRPr sz="1425">
                <a:solidFill>
                  <a:srgbClr val="536878"/>
                </a:solidFill>
              </a:defRPr>
            </a:lvl7pPr>
            <a:lvl8pPr>
              <a:defRPr sz="1425">
                <a:solidFill>
                  <a:srgbClr val="536878"/>
                </a:solidFill>
              </a:defRPr>
            </a:lvl8pPr>
            <a:lvl9pPr>
              <a:defRPr sz="1425">
                <a:solidFill>
                  <a:srgbClr val="536878"/>
                </a:solidFill>
              </a:defRPr>
            </a:lvl9pPr>
          </a:lstStyle>
          <a:p>
            <a:pPr>
              <a:defRPr sz="1425">
                <a:solidFill>
                  <a:srgbClr val="536878"/>
                </a:solidFill>
              </a:defRPr>
            </a:pPr>
            <a:r>
              <a:rPr sz="1425">
                <a:solidFill>
                  <a:srgbClr val="536878"/>
                </a:solidFill>
              </a:rPr>
              <a:t>Trạng thái hiện tại: màn hình nguồn đã có; liên kết prototype và kiểm tra không dead-end cần hoàn tất.</a:t>
            </a:r>
            <a:endParaRPr sz="1425">
              <a:solidFill>
                <a:srgbClr val="53687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p:sp>
        <p:nvSpPr>
          <p:cNvPr id="3" name="Freeform 3"/>
          <p:cNvSpPr>
            <a:spLocks noGrp="1"/>
          </p:cNvSpPr>
          <p:nvPr/>
        </p:nvSpPr>
        <p:spPr>
          <a:xfrm>
            <a:off x="0" y="7424595"/>
            <a:ext cx="18691453" cy="2862405"/>
          </a:xfrm>
          <a:custGeom>
            <a:avLst/>
            <a:gdLst/>
            <a:ahLst/>
            <a:cxnLst/>
            <a:rect l="l" t="t" r="r" b="b"/>
            <a:pathLst>
              <a:path w="2895795" h="443461">
                <a:moveTo>
                  <a:pt x="0" y="0"/>
                </a:moveTo>
                <a:lnTo>
                  <a:pt x="2895795" y="0"/>
                </a:lnTo>
                <a:lnTo>
                  <a:pt x="2895795" y="443461"/>
                </a:lnTo>
                <a:lnTo>
                  <a:pt x="0" y="443461"/>
                </a:lnTo>
                <a:close/>
              </a:path>
            </a:pathLst>
          </a:custGeom>
          <a:blipFill>
            <a:blip r:embed="rId1"/>
            <a:stretch>
              <a:fillRect t="-95836" b="-95836"/>
            </a:stretch>
          </a:blipFill>
        </p:spPr>
      </p:sp>
      <p:sp>
        <p:nvSpPr>
          <p:cNvPr id="5" name="TextBox 5"/>
          <p:cNvSpPr>
            <a:spLocks noGrp="1"/>
          </p:cNvSpPr>
          <p:nvPr/>
        </p:nvSpPr>
        <p:spPr>
          <a:xfrm>
            <a:off x="4496270" y="4718447"/>
            <a:ext cx="9295459" cy="647065"/>
          </a:xfrm>
          <a:prstGeom prst="rect">
            <a:avLst/>
          </a:prstGeom>
        </p:spPr>
        <p:txBody>
          <a:bodyPr lIns="0" tIns="0" rIns="0" bIns="0" anchor="t">
            <a:spAutoFit/>
          </a:bodyPr>
          <a:lstStyle/>
          <a:p>
            <a:pPr algn="ctr">
              <a:lnSpc>
                <a:spcPts val="5095"/>
              </a:lnSpc>
              <a:buNone/>
            </a:pPr>
            <a:endParaRPr sz="3640">
              <a:solidFill>
                <a:srgbClr val="000000"/>
              </a:solidFill>
              <a:latin typeface="Poppins" panose="00000500000000000000"/>
              <a:ea typeface="Poppins" panose="00000500000000000000"/>
              <a:cs typeface="Poppins" panose="00000500000000000000"/>
            </a:endParaRPr>
          </a:p>
        </p:txBody>
      </p:sp>
      <p:sp>
        <p:nvSpPr>
          <p:cNvPr id="6" name="Freeform 6"/>
          <p:cNvSpPr>
            <a:spLocks noGrp="1"/>
          </p:cNvSpPr>
          <p:nvPr/>
        </p:nvSpPr>
        <p:spPr>
          <a:xfrm rot="-5400000" flipH="1">
            <a:off x="14621799" y="-263150"/>
            <a:ext cx="3881568" cy="3881568"/>
          </a:xfrm>
          <a:custGeom>
            <a:avLst/>
            <a:gdLst/>
            <a:ahLst/>
            <a:cxnLst/>
            <a:rect l="l" t="t" r="r" b="b"/>
            <a:pathLst>
              <a:path w="3881568" h="3881568">
                <a:moveTo>
                  <a:pt x="3881569" y="0"/>
                </a:moveTo>
                <a:lnTo>
                  <a:pt x="0" y="0"/>
                </a:lnTo>
                <a:lnTo>
                  <a:pt x="0" y="3881568"/>
                </a:lnTo>
                <a:lnTo>
                  <a:pt x="3881569" y="3881568"/>
                </a:lnTo>
                <a:lnTo>
                  <a:pt x="388156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a:spLocks noGrp="1"/>
          </p:cNvSpPr>
          <p:nvPr/>
        </p:nvSpPr>
        <p:spPr>
          <a:xfrm>
            <a:off x="2729597" y="714137"/>
            <a:ext cx="12828806" cy="1291463"/>
          </a:xfrm>
          <a:prstGeom prst="rect">
            <a:avLst/>
          </a:prstGeom>
        </p:spPr>
        <p:txBody>
          <a:bodyPr lIns="0" tIns="0" rIns="0" bIns="0" anchor="t">
            <a:spAutoFit/>
          </a:bodyPr>
          <a:lstStyle/>
          <a:p>
            <a:pPr algn="ctr">
              <a:lnSpc>
                <a:spcPts val="10170"/>
              </a:lnSpc>
              <a:buNone/>
            </a:pPr>
            <a:endParaRPr sz="9000" b="1">
              <a:solidFill>
                <a:srgbClr val="548CA8"/>
              </a:solidFill>
              <a:latin typeface="Poppins Bold" panose="00000800000000000000"/>
              <a:ea typeface="Poppins Bold" panose="00000800000000000000"/>
              <a:cs typeface="Poppins Bold" panose="00000800000000000000"/>
            </a:endParaRPr>
          </a:p>
        </p:txBody>
      </p:sp>
      <p:sp>
        <p:nvSpPr>
          <p:cNvPr id="8" name="Rectangles 7"/>
          <p:cNvSpPr>
            <a:spLocks noGrp="1"/>
          </p:cNvSpPr>
          <p:nvPr/>
        </p:nvSpPr>
        <p:spPr>
          <a:xfrm>
            <a:off x="685800" y="2333625"/>
            <a:ext cx="15859125" cy="6286500"/>
          </a:xfrm>
          <a:prstGeom prst="rect">
            <a:avLst/>
          </a:prstGeom>
          <a:solidFill>
            <a:srgbClr val="FFFFFF"/>
          </a:solidFill>
          <a:ln w="0">
            <a:solidFill>
              <a:srgbClr val="FFFFFF"/>
            </a:solidFill>
            <a:prstDash val="solid"/>
          </a:ln>
        </p:spPr>
      </p:sp>
      <p:sp>
        <p:nvSpPr>
          <p:cNvPr id="9" name="Rectangles 8"/>
          <p:cNvSpPr>
            <a:spLocks noGrp="1"/>
          </p:cNvSpPr>
          <p:nvPr/>
        </p:nvSpPr>
        <p:spPr>
          <a:xfrm>
            <a:off x="1047750" y="647700"/>
            <a:ext cx="762000" cy="342900"/>
          </a:xfrm>
          <a:prstGeom prst="rect">
            <a:avLst/>
          </a:prstGeom>
          <a:noFill/>
          <a:ln w="0">
            <a:noFill/>
            <a:prstDash val="solid"/>
          </a:ln>
        </p:spPr>
        <p:txBody>
          <a:bodyPr/>
          <a:lstStyle>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a:pPr>
              <a:defRPr sz="1200" b="1">
                <a:solidFill>
                  <a:srgbClr val="2686C5"/>
                </a:solidFill>
              </a:defRPr>
            </a:pPr>
            <a:r>
              <a:rPr sz="1200" b="1">
                <a:solidFill>
                  <a:srgbClr val="2686C5"/>
                </a:solidFill>
              </a:rPr>
              <a:t>12</a:t>
            </a:r>
            <a:endParaRPr sz="1200" b="1">
              <a:solidFill>
                <a:srgbClr val="2686C5"/>
              </a:solidFill>
            </a:endParaRPr>
          </a:p>
        </p:txBody>
      </p:sp>
      <p:sp>
        <p:nvSpPr>
          <p:cNvPr id="10" name="Rectangles 9"/>
          <p:cNvSpPr>
            <a:spLocks noGrp="1"/>
          </p:cNvSpPr>
          <p:nvPr/>
        </p:nvSpPr>
        <p:spPr>
          <a:xfrm>
            <a:off x="1047750" y="990600"/>
            <a:ext cx="15240000" cy="781050"/>
          </a:xfrm>
          <a:prstGeom prst="rect">
            <a:avLst/>
          </a:prstGeom>
          <a:noFill/>
          <a:ln w="0">
            <a:noFill/>
            <a:prstDash val="solid"/>
          </a:ln>
        </p:spPr>
        <p:txBody>
          <a:bodyPr/>
          <a:lstStyle>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a:pPr>
              <a:defRPr sz="3750" b="1">
                <a:solidFill>
                  <a:srgbClr val="1E5AA8"/>
                </a:solidFill>
              </a:defRPr>
            </a:pPr>
            <a:r>
              <a:rPr sz="3750" b="1">
                <a:solidFill>
                  <a:srgbClr val="1E5AA8"/>
                </a:solidFill>
              </a:rPr>
              <a:t>Handoff và tổng kết</a:t>
            </a:r>
            <a:endParaRPr sz="3750" b="1">
              <a:solidFill>
                <a:srgbClr val="1E5AA8"/>
              </a:solidFill>
            </a:endParaRPr>
          </a:p>
        </p:txBody>
      </p:sp>
      <p:sp>
        <p:nvSpPr>
          <p:cNvPr id="11" name="Rectangles 10"/>
          <p:cNvSpPr>
            <a:spLocks noGrp="1"/>
          </p:cNvSpPr>
          <p:nvPr/>
        </p:nvSpPr>
        <p:spPr>
          <a:xfrm>
            <a:off x="1066800" y="1866900"/>
            <a:ext cx="14287500" cy="438150"/>
          </a:xfrm>
          <a:prstGeom prst="rect">
            <a:avLst/>
          </a:prstGeom>
          <a:noFill/>
          <a:ln w="0">
            <a:noFill/>
            <a:prstDash val="solid"/>
          </a:ln>
        </p:spPr>
        <p:txBody>
          <a:bodyPr/>
          <a:lstStyle>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a:pPr>
              <a:defRPr sz="1575">
                <a:solidFill>
                  <a:srgbClr val="536878"/>
                </a:solidFill>
              </a:defRPr>
            </a:pPr>
            <a:r>
              <a:rPr sz="1575">
                <a:solidFill>
                  <a:srgbClr val="536878"/>
                </a:solidFill>
              </a:rPr>
              <a:t>Tài liệu bàn giao được tổ chức theo từng màn hình và mapping sang Flutter.</a:t>
            </a:r>
            <a:endParaRPr sz="1575">
              <a:solidFill>
                <a:srgbClr val="536878"/>
              </a:solidFill>
            </a:endParaRPr>
          </a:p>
        </p:txBody>
      </p:sp>
      <p:sp>
        <p:nvSpPr>
          <p:cNvPr id="12" name="Rounded Rectangle 11"/>
          <p:cNvSpPr>
            <a:spLocks noGrp="1"/>
          </p:cNvSpPr>
          <p:nvPr/>
        </p:nvSpPr>
        <p:spPr>
          <a:xfrm>
            <a:off x="1714500" y="3000375"/>
            <a:ext cx="6191250" cy="2571750"/>
          </a:xfrm>
          <a:prstGeom prst="roundRect">
            <a:avLst>
              <a:gd name="adj" fmla="val 4444"/>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13" name="Rectangles 12"/>
          <p:cNvSpPr>
            <a:spLocks noGrp="1"/>
          </p:cNvSpPr>
          <p:nvPr/>
        </p:nvSpPr>
        <p:spPr>
          <a:xfrm>
            <a:off x="1714500" y="3000375"/>
            <a:ext cx="95250" cy="2571750"/>
          </a:xfrm>
          <a:prstGeom prst="rect">
            <a:avLst/>
          </a:prstGeom>
          <a:solidFill>
            <a:srgbClr val="2686C5"/>
          </a:solidFill>
          <a:ln w="0">
            <a:solidFill>
              <a:srgbClr val="2686C5"/>
            </a:solidFill>
            <a:prstDash val="solid"/>
          </a:ln>
        </p:spPr>
      </p:sp>
      <p:sp>
        <p:nvSpPr>
          <p:cNvPr id="14" name="Rectangles 13"/>
          <p:cNvSpPr>
            <a:spLocks noGrp="1"/>
          </p:cNvSpPr>
          <p:nvPr/>
        </p:nvSpPr>
        <p:spPr>
          <a:xfrm>
            <a:off x="2000250" y="3209925"/>
            <a:ext cx="565785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Handoff hiện có</a:t>
            </a:r>
            <a:endParaRPr sz="2025" b="1">
              <a:solidFill>
                <a:srgbClr val="1E5AA8"/>
              </a:solidFill>
            </a:endParaRPr>
          </a:p>
        </p:txBody>
      </p:sp>
      <p:sp>
        <p:nvSpPr>
          <p:cNvPr id="15" name="Rectangles 14"/>
          <p:cNvSpPr>
            <a:spLocks noGrp="1"/>
          </p:cNvSpPr>
          <p:nvPr/>
        </p:nvSpPr>
        <p:spPr>
          <a:xfrm>
            <a:off x="2000250" y="3743325"/>
            <a:ext cx="5657850" cy="165735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8 màn hình × 6 trường: mục tiêu, entry, component, state, interaction, navigation.</a:t>
            </a:r>
            <a:endParaRPr sz="1500">
              <a:solidFill>
                <a:srgbClr val="334155"/>
              </a:solidFill>
            </a:endParaRPr>
          </a:p>
          <a:p>
            <a:pPr>
              <a:defRPr sz="1500">
                <a:solidFill>
                  <a:srgbClr val="334155"/>
                </a:solidFill>
              </a:defRPr>
            </a:pPr>
            <a:r>
              <a:rPr sz="1500">
                <a:solidFill>
                  <a:srgbClr val="334155"/>
                </a:solidFill>
              </a:rPr>
              <a:t>2 bảng mapping Token → Flutter và Component → Widget.</a:t>
            </a:r>
            <a:endParaRPr sz="1500">
              <a:solidFill>
                <a:srgbClr val="334155"/>
              </a:solidFill>
            </a:endParaRPr>
          </a:p>
        </p:txBody>
      </p:sp>
      <p:sp>
        <p:nvSpPr>
          <p:cNvPr id="16" name="Rounded Rectangle 15"/>
          <p:cNvSpPr>
            <a:spLocks noGrp="1"/>
          </p:cNvSpPr>
          <p:nvPr/>
        </p:nvSpPr>
        <p:spPr>
          <a:xfrm>
            <a:off x="10096500" y="3000375"/>
            <a:ext cx="6191250" cy="2571750"/>
          </a:xfrm>
          <a:prstGeom prst="roundRect">
            <a:avLst>
              <a:gd name="adj" fmla="val 4444"/>
            </a:avLst>
          </a:prstGeom>
          <a:solidFill>
            <a:srgbClr val="FFFFFF"/>
          </a:solidFill>
          <a:ln w="9525">
            <a:solidFill>
              <a:srgbClr val="D6E3ED"/>
            </a:solidFill>
            <a:prstDash val="solid"/>
          </a:ln>
        </p:spPr>
        <p:style>
          <a:lnRef idx="0">
            <a:srgbClr val="FFFFFF"/>
          </a:lnRef>
          <a:fillRef idx="0">
            <a:srgbClr val="FFFFFF"/>
          </a:fillRef>
          <a:effectRef idx="4">
            <a:srgbClr val="FFFFFF"/>
          </a:effectRef>
          <a:fontRef idx="major"/>
        </p:style>
      </p:sp>
      <p:sp>
        <p:nvSpPr>
          <p:cNvPr id="17" name="Rectangles 16"/>
          <p:cNvSpPr>
            <a:spLocks noGrp="1"/>
          </p:cNvSpPr>
          <p:nvPr/>
        </p:nvSpPr>
        <p:spPr>
          <a:xfrm>
            <a:off x="10096500" y="3000375"/>
            <a:ext cx="95250" cy="2571750"/>
          </a:xfrm>
          <a:prstGeom prst="rect">
            <a:avLst/>
          </a:prstGeom>
          <a:solidFill>
            <a:srgbClr val="2686C5"/>
          </a:solidFill>
          <a:ln w="0">
            <a:solidFill>
              <a:srgbClr val="2686C5"/>
            </a:solidFill>
            <a:prstDash val="solid"/>
          </a:ln>
        </p:spPr>
      </p:sp>
      <p:sp>
        <p:nvSpPr>
          <p:cNvPr id="18" name="Rectangles 17"/>
          <p:cNvSpPr>
            <a:spLocks noGrp="1"/>
          </p:cNvSpPr>
          <p:nvPr/>
        </p:nvSpPr>
        <p:spPr>
          <a:xfrm>
            <a:off x="10382250" y="3209925"/>
            <a:ext cx="5657850" cy="400050"/>
          </a:xfrm>
          <a:prstGeom prst="rect">
            <a:avLst/>
          </a:prstGeom>
          <a:noFill/>
          <a:ln w="0">
            <a:noFill/>
            <a:prstDash val="solid"/>
          </a:ln>
        </p:spPr>
        <p:txBody>
          <a:bodyPr/>
          <a:lstStyle>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a:pPr>
              <a:defRPr sz="2025" b="1">
                <a:solidFill>
                  <a:srgbClr val="1E5AA8"/>
                </a:solidFill>
              </a:defRPr>
            </a:pPr>
            <a:r>
              <a:rPr sz="2025" b="1">
                <a:solidFill>
                  <a:srgbClr val="1E5AA8"/>
                </a:solidFill>
              </a:rPr>
              <a:t>Cần bổ sung trước nộp</a:t>
            </a:r>
            <a:endParaRPr sz="2025" b="1">
              <a:solidFill>
                <a:srgbClr val="1E5AA8"/>
              </a:solidFill>
            </a:endParaRPr>
          </a:p>
        </p:txBody>
      </p:sp>
      <p:sp>
        <p:nvSpPr>
          <p:cNvPr id="19" name="Rectangles 18"/>
          <p:cNvSpPr>
            <a:spLocks noGrp="1"/>
          </p:cNvSpPr>
          <p:nvPr/>
        </p:nvSpPr>
        <p:spPr>
          <a:xfrm>
            <a:off x="10382250" y="3743325"/>
            <a:ext cx="5657850" cy="1657350"/>
          </a:xfrm>
          <a:prstGeom prst="rect">
            <a:avLst/>
          </a:prstGeom>
          <a:noFill/>
          <a:ln w="0">
            <a:noFill/>
            <a:prstDash val="solid"/>
          </a:ln>
        </p:spPr>
        <p:txBody>
          <a:bodyPr/>
          <a:lstStyle>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a:pPr>
              <a:defRPr sz="1500">
                <a:solidFill>
                  <a:srgbClr val="334155"/>
                </a:solidFill>
              </a:defRPr>
            </a:pPr>
            <a:r>
              <a:rPr sz="1500">
                <a:solidFill>
                  <a:srgbClr val="334155"/>
                </a:solidFill>
              </a:rPr>
              <a:t>Đồng bộ 8 Final UI nguồn gốc vào Figma; liên kết 3 flow; kiểm tra 412 dp; chụp ảnh bằng chứng theo checklist.</a:t>
            </a:r>
            <a:endParaRPr sz="1500">
              <a:solidFill>
                <a:srgbClr val="334155"/>
              </a:solidFill>
            </a:endParaRPr>
          </a:p>
        </p:txBody>
      </p:sp>
      <p:sp>
        <p:nvSpPr>
          <p:cNvPr id="20" name="Rectangles 19"/>
          <p:cNvSpPr>
            <a:spLocks noGrp="1"/>
          </p:cNvSpPr>
          <p:nvPr/>
        </p:nvSpPr>
        <p:spPr>
          <a:xfrm>
            <a:off x="2381250" y="6715125"/>
            <a:ext cx="13525500" cy="381000"/>
          </a:xfrm>
          <a:prstGeom prst="rect">
            <a:avLst/>
          </a:prstGeom>
          <a:noFill/>
          <a:ln w="0">
            <a:noFill/>
            <a:prstDash val="solid"/>
          </a:ln>
        </p:spPr>
        <p:txBody>
          <a:bodyPr/>
          <a:lstStyle>
            <a:defPPr>
              <a:defRPr sz="1500">
                <a:solidFill>
                  <a:srgbClr val="1E5AA8"/>
                </a:solidFill>
              </a:defRPr>
            </a:defPPr>
            <a:lvl1pPr>
              <a:defRPr sz="1500">
                <a:solidFill>
                  <a:srgbClr val="1E5AA8"/>
                </a:solidFill>
              </a:defRPr>
            </a:lvl1pPr>
            <a:lvl2pPr>
              <a:defRPr sz="1500">
                <a:solidFill>
                  <a:srgbClr val="1E5AA8"/>
                </a:solidFill>
              </a:defRPr>
            </a:lvl2pPr>
            <a:lvl3pPr>
              <a:defRPr sz="1500">
                <a:solidFill>
                  <a:srgbClr val="1E5AA8"/>
                </a:solidFill>
              </a:defRPr>
            </a:lvl3pPr>
            <a:lvl4pPr>
              <a:defRPr sz="1500">
                <a:solidFill>
                  <a:srgbClr val="1E5AA8"/>
                </a:solidFill>
              </a:defRPr>
            </a:lvl4pPr>
            <a:lvl5pPr>
              <a:defRPr sz="1500">
                <a:solidFill>
                  <a:srgbClr val="1E5AA8"/>
                </a:solidFill>
              </a:defRPr>
            </a:lvl5pPr>
            <a:lvl6pPr>
              <a:defRPr sz="1500">
                <a:solidFill>
                  <a:srgbClr val="1E5AA8"/>
                </a:solidFill>
              </a:defRPr>
            </a:lvl6pPr>
            <a:lvl7pPr>
              <a:defRPr sz="1500">
                <a:solidFill>
                  <a:srgbClr val="1E5AA8"/>
                </a:solidFill>
              </a:defRPr>
            </a:lvl7pPr>
            <a:lvl8pPr>
              <a:defRPr sz="1500">
                <a:solidFill>
                  <a:srgbClr val="1E5AA8"/>
                </a:solidFill>
              </a:defRPr>
            </a:lvl8pPr>
            <a:lvl9pPr>
              <a:defRPr sz="1500">
                <a:solidFill>
                  <a:srgbClr val="1E5AA8"/>
                </a:solidFill>
              </a:defRPr>
            </a:lvl9pPr>
          </a:lstStyle>
          <a:p>
            <a:pPr>
              <a:defRPr sz="1500">
                <a:solidFill>
                  <a:srgbClr val="1E5AA8"/>
                </a:solidFill>
              </a:defRPr>
            </a:pPr>
            <a:r>
              <a:rPr sz="1500">
                <a:solidFill>
                  <a:srgbClr val="1E5AA8"/>
                </a:solidFill>
              </a:rPr>
              <a:t>Tài liệu: handoff/flutter-handoff.md · design/design-decisions.md · ux/user-flow.md</a:t>
            </a:r>
            <a:endParaRPr sz="1500">
              <a:solidFill>
                <a:srgbClr val="1E5AA8"/>
              </a:solidFill>
            </a:endParaRPr>
          </a:p>
        </p:txBody>
      </p:sp>
      <p:sp>
        <p:nvSpPr>
          <p:cNvPr id="21" name="Rectangles 20"/>
          <p:cNvSpPr>
            <a:spLocks noGrp="1"/>
          </p:cNvSpPr>
          <p:nvPr/>
        </p:nvSpPr>
        <p:spPr>
          <a:xfrm>
            <a:off x="4953000" y="7953375"/>
            <a:ext cx="8858250" cy="571500"/>
          </a:xfrm>
          <a:prstGeom prst="rect">
            <a:avLst/>
          </a:prstGeom>
          <a:noFill/>
          <a:ln w="0">
            <a:noFill/>
            <a:prstDash val="solid"/>
          </a:ln>
        </p:spPr>
        <p:txBody>
          <a:bodyPr/>
          <a:lstStyle>
            <a:defPPr>
              <a:defRPr sz="2550" b="1">
                <a:solidFill>
                  <a:srgbClr val="1E5AA8"/>
                </a:solidFill>
              </a:defRPr>
            </a:defPPr>
            <a:lvl1pPr>
              <a:defRPr sz="2550" b="1">
                <a:solidFill>
                  <a:srgbClr val="1E5AA8"/>
                </a:solidFill>
              </a:defRPr>
            </a:lvl1pPr>
            <a:lvl2pPr>
              <a:defRPr sz="2550" b="1">
                <a:solidFill>
                  <a:srgbClr val="1E5AA8"/>
                </a:solidFill>
              </a:defRPr>
            </a:lvl2pPr>
            <a:lvl3pPr>
              <a:defRPr sz="2550" b="1">
                <a:solidFill>
                  <a:srgbClr val="1E5AA8"/>
                </a:solidFill>
              </a:defRPr>
            </a:lvl3pPr>
            <a:lvl4pPr>
              <a:defRPr sz="2550" b="1">
                <a:solidFill>
                  <a:srgbClr val="1E5AA8"/>
                </a:solidFill>
              </a:defRPr>
            </a:lvl4pPr>
            <a:lvl5pPr>
              <a:defRPr sz="2550" b="1">
                <a:solidFill>
                  <a:srgbClr val="1E5AA8"/>
                </a:solidFill>
              </a:defRPr>
            </a:lvl5pPr>
            <a:lvl6pPr>
              <a:defRPr sz="2550" b="1">
                <a:solidFill>
                  <a:srgbClr val="1E5AA8"/>
                </a:solidFill>
              </a:defRPr>
            </a:lvl6pPr>
            <a:lvl7pPr>
              <a:defRPr sz="2550" b="1">
                <a:solidFill>
                  <a:srgbClr val="1E5AA8"/>
                </a:solidFill>
              </a:defRPr>
            </a:lvl7pPr>
            <a:lvl8pPr>
              <a:defRPr sz="2550" b="1">
                <a:solidFill>
                  <a:srgbClr val="1E5AA8"/>
                </a:solidFill>
              </a:defRPr>
            </a:lvl8pPr>
            <a:lvl9pPr>
              <a:defRPr sz="2550" b="1">
                <a:solidFill>
                  <a:srgbClr val="1E5AA8"/>
                </a:solidFill>
              </a:defRPr>
            </a:lvl9pPr>
          </a:lstStyle>
          <a:p>
            <a:pPr>
              <a:defRPr sz="2550" b="1">
                <a:solidFill>
                  <a:srgbClr val="1E5AA8"/>
                </a:solidFill>
              </a:defRPr>
            </a:pPr>
            <a:r>
              <a:rPr sz="2550" b="1">
                <a:solidFill>
                  <a:srgbClr val="1E5AA8"/>
                </a:solidFill>
              </a:rPr>
              <a:t>Cảm ơn thầy/cô và các bạn</a:t>
            </a:r>
            <a:endParaRPr sz="2550" b="1">
              <a:solidFill>
                <a:srgbClr val="1E5AA8"/>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5934</Words>
  <Application>WPS Presentation</Application>
  <PresentationFormat>Converted Presentation</PresentationFormat>
  <Paragraphs>285</Paragraphs>
  <Slides>12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SimSun</vt:lpstr>
      <vt:lpstr>Wingdings</vt:lpstr>
      <vt:lpstr>Arial</vt:lpstr>
      <vt:lpstr>Poppins</vt:lpstr>
      <vt:lpstr>Poppins Bold</vt:lpstr>
      <vt:lpstr>Noto Sans Bold</vt:lpstr>
      <vt:lpstr>Noto Sans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PC</cp:lastModifiedBy>
  <cp:revision>1</cp:revision>
  <dcterms:created xsi:type="dcterms:W3CDTF">2026-10-24T21:34:01Z</dcterms:created>
  <dcterms:modified xsi:type="dcterms:W3CDTF">2026-10-24T21:34:04Z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3682ED0002DF4BCB8C8DCD2F1B71982B_12</vt:lpwstr>
  </property>
  <property fmtid="{D5CDD505-2E9C-101B-9397-08002B2CF9AE}" pid="3" name="KSOProductBuildVer">
    <vt:lpwstr>1033-12.2.0.23206</vt:lpwstr>
  </property>
</Properties>
</file>