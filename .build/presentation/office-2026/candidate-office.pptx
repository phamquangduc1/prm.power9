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c52690205fd42a2" /><Relationship Type="http://schemas.openxmlformats.org/officeDocument/2006/relationships/extended-properties" Target="/docProps/app.xml" Id="R292cb24053174f2f" /><Relationship Type="http://schemas.openxmlformats.org/officeDocument/2006/relationships/officeDocument" Target="/ppt/presentation.xml" Id="R852775e3fd93445b" /></Relationships>
</file>

<file path=ppt/presentation.xml><?xml version="1.0" encoding="utf-8"?>
<p:presentation xmlns:p="http://schemas.openxmlformats.org/presentationml/2006/main">
  <p:sldMasterIdLst>
    <p:sldMasterId xmlns:r="http://schemas.openxmlformats.org/officeDocument/2006/relationships" id="2147483648" r:id="R3c46b76b0cc34227"/>
  </p:sldMasterIdLst>
  <p:notesMasterIdLst>
    <p:notesMasterId xmlns:r="http://schemas.openxmlformats.org/officeDocument/2006/relationships" r:id="R62284e0cfa5c408d"/>
  </p:notesMasterIdLst>
  <p:sldIdLst>
    <p:sldId xmlns:r="http://schemas.openxmlformats.org/officeDocument/2006/relationships" id="256" r:id="R8ee3d26385d54eeb"/>
    <p:sldId xmlns:r="http://schemas.openxmlformats.org/officeDocument/2006/relationships" id="257" r:id="R9ea0552288614654"/>
    <p:sldId xmlns:r="http://schemas.openxmlformats.org/officeDocument/2006/relationships" id="258" r:id="R32a8fa536e4b434c"/>
    <p:sldId xmlns:r="http://schemas.openxmlformats.org/officeDocument/2006/relationships" id="259" r:id="Rb47d802876b74450"/>
    <p:sldId xmlns:r="http://schemas.openxmlformats.org/officeDocument/2006/relationships" id="260" r:id="R29fd6d784e214f9b"/>
    <p:sldId xmlns:r="http://schemas.openxmlformats.org/officeDocument/2006/relationships" id="261" r:id="Rfdc10bd9afee4eab"/>
    <p:sldId xmlns:r="http://schemas.openxmlformats.org/officeDocument/2006/relationships" id="262" r:id="Rc7d7b02ffdc1475b"/>
    <p:sldId xmlns:r="http://schemas.openxmlformats.org/officeDocument/2006/relationships" id="263" r:id="R2e81141eb700433b"/>
    <p:sldId xmlns:r="http://schemas.openxmlformats.org/officeDocument/2006/relationships" id="264" r:id="R0ae1bcfb86cd4de2"/>
    <p:sldId xmlns:r="http://schemas.openxmlformats.org/officeDocument/2006/relationships" id="265" r:id="R0800c2e77a1c4a7d"/>
    <p:sldId xmlns:r="http://schemas.openxmlformats.org/officeDocument/2006/relationships" id="266" r:id="R4dfa24cf67e04e22"/>
    <p:sldId xmlns:r="http://schemas.openxmlformats.org/officeDocument/2006/relationships" id="267" r:id="R9a86e81f127e4d11"/>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6fee72ec71840e4" /><Relationship Type="http://schemas.openxmlformats.org/officeDocument/2006/relationships/slideMaster" Target="/ppt/slideMasters/slideMaster1.xml" Id="R3c46b76b0cc34227" /><Relationship Type="http://schemas.openxmlformats.org/officeDocument/2006/relationships/notesMaster" Target="/ppt/notesMasters/notesMaster1.xml" Id="R62284e0cfa5c408d" /><Relationship Type="http://schemas.openxmlformats.org/officeDocument/2006/relationships/presProps" Target="/ppt/presProps.xml" Id="Rbf449ba831834e64" /><Relationship Type="http://schemas.openxmlformats.org/officeDocument/2006/relationships/tableStyles" Target="/ppt/tableStyles.xml" Id="Rec0bb294d79342ad" /><Relationship Type="http://schemas.openxmlformats.org/officeDocument/2006/relationships/slide" Target="/ppt/slides/slide1.xml" Id="R8ee3d26385d54eeb" /><Relationship Type="http://schemas.openxmlformats.org/officeDocument/2006/relationships/slide" Target="/ppt/slides/slide2.xml" Id="R9ea0552288614654" /><Relationship Type="http://schemas.openxmlformats.org/officeDocument/2006/relationships/slide" Target="/ppt/slides/slide3.xml" Id="R32a8fa536e4b434c" /><Relationship Type="http://schemas.openxmlformats.org/officeDocument/2006/relationships/slide" Target="/ppt/slides/slide4.xml" Id="Rb47d802876b74450" /><Relationship Type="http://schemas.openxmlformats.org/officeDocument/2006/relationships/slide" Target="/ppt/slides/slide5.xml" Id="R29fd6d784e214f9b" /><Relationship Type="http://schemas.openxmlformats.org/officeDocument/2006/relationships/slide" Target="/ppt/slides/slide6.xml" Id="Rfdc10bd9afee4eab" /><Relationship Type="http://schemas.openxmlformats.org/officeDocument/2006/relationships/slide" Target="/ppt/slides/slide7.xml" Id="Rc7d7b02ffdc1475b" /><Relationship Type="http://schemas.openxmlformats.org/officeDocument/2006/relationships/slide" Target="/ppt/slides/slide8.xml" Id="R2e81141eb700433b" /><Relationship Type="http://schemas.openxmlformats.org/officeDocument/2006/relationships/slide" Target="/ppt/slides/slide9.xml" Id="R0ae1bcfb86cd4de2" /><Relationship Type="http://schemas.openxmlformats.org/officeDocument/2006/relationships/slide" Target="/ppt/slides/slide10.xml" Id="R0800c2e77a1c4a7d" /><Relationship Type="http://schemas.openxmlformats.org/officeDocument/2006/relationships/slide" Target="/ppt/slides/slide11.xml" Id="R4dfa24cf67e04e22" /><Relationship Type="http://schemas.openxmlformats.org/officeDocument/2006/relationships/slide" Target="/ppt/slides/slide12.xml" Id="R9a86e81f127e4d1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911befccb1b452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384157025b54d43" /><Relationship Type="http://schemas.openxmlformats.org/officeDocument/2006/relationships/notesMaster" Target="/ppt/notesMasters/notesMaster1.xml" Id="R7596410015104e9d" /></Relationships>
</file>

<file path=ppt/notesSlides/_rels/notesSlide2.xml.rels>&#65279;<?xml version="1.0" encoding="utf-8"?><Relationships xmlns="http://schemas.openxmlformats.org/package/2006/relationships"><Relationship Type="http://schemas.openxmlformats.org/officeDocument/2006/relationships/slide" Target="/ppt/slides/slide2.xml" Id="R2868b931217e428f" /><Relationship Type="http://schemas.openxmlformats.org/officeDocument/2006/relationships/notesMaster" Target="/ppt/notesMasters/notesMaster1.xml" Id="Rb9aa64f6dbab4875" /></Relationships>
</file>

<file path=ppt/notesSlides/_rels/notesSlide3.xml.rels>&#65279;<?xml version="1.0" encoding="utf-8"?><Relationships xmlns="http://schemas.openxmlformats.org/package/2006/relationships"><Relationship Type="http://schemas.openxmlformats.org/officeDocument/2006/relationships/slide" Target="/ppt/slides/slide3.xml" Id="R8d356dd518a44b6a" /><Relationship Type="http://schemas.openxmlformats.org/officeDocument/2006/relationships/notesMaster" Target="/ppt/notesMasters/notesMaster1.xml" Id="R5dbb35c7f7424478" /></Relationships>
</file>

<file path=ppt/notesSlides/_rels/notesSlide4.xml.rels>&#65279;<?xml version="1.0" encoding="utf-8"?><Relationships xmlns="http://schemas.openxmlformats.org/package/2006/relationships"><Relationship Type="http://schemas.openxmlformats.org/officeDocument/2006/relationships/slide" Target="/ppt/slides/slide4.xml" Id="Rac2ca48681c34105" /><Relationship Type="http://schemas.openxmlformats.org/officeDocument/2006/relationships/notesMaster" Target="/ppt/notesMasters/notesMaster1.xml" Id="R5730de80d3cd466c" /></Relationships>
</file>

<file path=ppt/notesSlides/_rels/notesSlide5.xml.rels>&#65279;<?xml version="1.0" encoding="utf-8"?><Relationships xmlns="http://schemas.openxmlformats.org/package/2006/relationships"><Relationship Type="http://schemas.openxmlformats.org/officeDocument/2006/relationships/slide" Target="/ppt/slides/slide5.xml" Id="Ra8490f2739c44540" /><Relationship Type="http://schemas.openxmlformats.org/officeDocument/2006/relationships/notesMaster" Target="/ppt/notesMasters/notesMaster1.xml" Id="R0e8edf9786894f10" /></Relationships>
</file>

<file path=ppt/notesSlides/_rels/notesSlide6.xml.rels>&#65279;<?xml version="1.0" encoding="utf-8"?><Relationships xmlns="http://schemas.openxmlformats.org/package/2006/relationships"><Relationship Type="http://schemas.openxmlformats.org/officeDocument/2006/relationships/slide" Target="/ppt/slides/slide6.xml" Id="R36b421604dc84aa9" /><Relationship Type="http://schemas.openxmlformats.org/officeDocument/2006/relationships/notesMaster" Target="/ppt/notesMasters/notesMaster1.xml" Id="R183f76c744c84027" /></Relationships>
</file>

<file path=ppt/notesSlides/_rels/notesSlide7.xml.rels>&#65279;<?xml version="1.0" encoding="utf-8"?><Relationships xmlns="http://schemas.openxmlformats.org/package/2006/relationships"><Relationship Type="http://schemas.openxmlformats.org/officeDocument/2006/relationships/slide" Target="/ppt/slides/slide7.xml" Id="R7ce87fb23b7e44c3" /><Relationship Type="http://schemas.openxmlformats.org/officeDocument/2006/relationships/notesMaster" Target="/ppt/notesMasters/notesMaster1.xml" Id="R9ddf7d5dab5d40d1" /></Relationships>
</file>

<file path=ppt/notesSlides/_rels/notesSlide8.xml.rels>&#65279;<?xml version="1.0" encoding="utf-8"?><Relationships xmlns="http://schemas.openxmlformats.org/package/2006/relationships"><Relationship Type="http://schemas.openxmlformats.org/officeDocument/2006/relationships/slide" Target="/ppt/slides/slide8.xml" Id="Rc7046e4fe0964d7b" /><Relationship Type="http://schemas.openxmlformats.org/officeDocument/2006/relationships/notesMaster" Target="/ppt/notesMasters/notesMaster1.xml" Id="Rac0576d37f2c4978" /></Relationships>
</file>

<file path=ppt/notesSlides/_rels/notesSlide9.xml.rels>&#65279;<?xml version="1.0" encoding="utf-8"?><Relationships xmlns="http://schemas.openxmlformats.org/package/2006/relationships"><Relationship Type="http://schemas.openxmlformats.org/officeDocument/2006/relationships/slide" Target="/ppt/slides/slide9.xml" Id="R3615ed52ed8b48aa" /><Relationship Type="http://schemas.openxmlformats.org/officeDocument/2006/relationships/notesMaster" Target="/ppt/notesMasters/notesMaster1.xml" Id="R65cdd550695d43e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6d22bb3d6bb4277" /><Relationship Type="http://schemas.openxmlformats.org/officeDocument/2006/relationships/notesMaster" Target="/ppt/notesMasters/notesMaster1.xml" Id="R62b181c873dd4e5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9dd7cbad1d74268" /><Relationship Type="http://schemas.openxmlformats.org/officeDocument/2006/relationships/notesMaster" Target="/ppt/notesMasters/notesMaster1.xml" Id="R6f9192146ca84a5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55f904503444d24" /><Relationship Type="http://schemas.openxmlformats.org/officeDocument/2006/relationships/notesMaster" Target="/ppt/notesMasters/notesMaster1.xml" Id="R4422a80f3c7a49a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Power9 Office Routine giúp nhân viên văn phòng tự chọn những hoạt động ngắn phù hợp khoảng nghỉ. Sản phẩm phục vụ ba persona chính ngang nhau là Huy, Mai và Linh. Nhóm phân tích nhu cầu, tạo UI bằng Stitch, phản biện, tinh chỉnh, dựng prototype trong Figma và bàn giao Flutter. Chín nhóm nội dung là hướng văn phòng theo gợi ý của giảng viên, không phải nguyên văn chín tên Power 9 gốc. Lab này bàn giao thiết kế và prototype, chưa triển khai ứng dụng hay backend.</a:t>
            </a:r>
          </a:p>
          <a:p xmlns:a="http://schemas.openxmlformats.org/drawingml/2006/main">
            <a:r>
              <a:t/>
            </a:r>
          </a:p>
          <a:p xmlns:a="http://schemas.openxmlformats.org/drawingml/2006/main">
            <a:r>
              <a:t>NGUỒN</a:t>
            </a:r>
          </a:p>
          <a:p xmlns:a="http://schemas.openxmlformats.org/drawingml/2006/main">
            <a:r>
              <a:t>Hướng dẫn trình bày, mục 2: https://github.com/PhamQuangDuc1/PRM.POWER9/blob/aed77f1ccd9b8721816932cc7471992fbb7b7be8/output/presentation/Power9_Office_Lab2/sources/guidelines/PRM323_Lab2_HuongDan_Slide_Presentation_Demo.docx</a:t>
            </a:r>
          </a:p>
          <a:p xmlns:a="http://schemas.openxmlformats.org/drawingml/2006/main">
            <a:r>
              <a:t>Figma hiện hành: https://www.figma.com/design/MTv5qJbn065VYJQIXausoq</a:t>
            </a:r>
          </a:p>
          <a:p xmlns:a="http://schemas.openxmlformats.org/drawingml/2006/main">
            <a:r>
              <a:t>GitHub dự án: https://github.com/PhamQuangDuc1/PRM.POWER9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Khoảng nghỉ ngắn dễ bị công việc lấn át. Huy thường ngồi lâu, quên nghỉ và cần thao tác ít bước. Mai muốn hoạt động dễ bắt đầu, giảm căng thẳng và kết nối tự nguyện. Linh hay bị ngắt quãng bởi lịch họp, nên cần đổi lịch và chủ động giờ yên lặng. Ba người có ưu tiên ngang nhau trong cùng một ứng dụng. Những ngưỡng thời gian trên slide chỉ là mục tiêu kiểm thử. Nhóm chưa khảo sát persona hoặc đo các chỉ số này với người dùng thực.</a:t>
            </a:r>
          </a:p>
          <a:p xmlns:a="http://schemas.openxmlformats.org/drawingml/2006/main">
            <a:r>
              <a:t/>
            </a:r>
          </a:p>
          <a:p xmlns:a="http://schemas.openxmlformats.org/drawingml/2006/main">
            <a:r>
              <a:t>NGUỒN</a:t>
            </a:r>
          </a:p>
          <a:p xmlns:a="http://schemas.openxmlformats.org/drawingml/2006/main">
            <a:r>
              <a:t>Ba persona và nhu cầu: https://github.com/PhamQuangDuc1/PRM.POWER9/blob/aed77f1ccd9b8721816932cc7471992fbb7b7be8/ux/persona.md</a:t>
            </a:r>
          </a:p>
          <a:p xmlns:a="http://schemas.openxmlformats.org/drawingml/2006/main">
            <a:r>
              <a:t>Phạm vi thiết kế Office: https://github.com/PhamQuangDuc1/PRM.POWER9/blob/aed77f1ccd9b8721816932cc7471992fbb7b7be8/design/DESIGN.md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Mười màn chức năng chia thành bốn tab cấp cao và sáu màn cấp con. Từ Hôm nay mở Khám phá hoặc Tiến độ. Khám phá chứa đủ chín nhóm, mỗi nhóm mở và thu gọn được. Chọn một hoạt động sẽ vào Chi tiết rồi đặt Lịch. Góc làm việc và Ngủ là các màn hướng dẫn chuyên biệt trong những nhóm tương ứng. Mỗi màn có đường truy cập trong prototype. Dialog, bộ lọc và snapshot dữ liệu không được tính thêm vào số màn chức năng.</a:t>
            </a:r>
          </a:p>
          <a:p xmlns:a="http://schemas.openxmlformats.org/drawingml/2006/main">
            <a:r>
              <a:t/>
            </a:r>
          </a:p>
          <a:p xmlns:a="http://schemas.openxmlformats.org/drawingml/2006/main">
            <a:r>
              <a:t>NGUỒN</a:t>
            </a:r>
          </a:p>
          <a:p xmlns:a="http://schemas.openxmlformats.org/drawingml/2006/main">
            <a:r>
              <a:t>IA và mapping flow: https://github.com/PhamQuangDuc1/PRM.POWER9/blob/aed77f1ccd9b8721816932cc7471992fbb7b7be8/ux/user-flow.md</a:t>
            </a:r>
          </a:p>
          <a:p xmlns:a="http://schemas.openxmlformats.org/drawingml/2006/main">
            <a:r>
              <a:t>Figma 01 User Flow: https://www.figma.com/design/MTv5qJbn065VYJQIXausoq?node-id=7-4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F01 đại diện Mai: lọc hoạt động tối đa năm phút, xem chi tiết, đặt lịch, gặp lỗi lưu và thử lại. Đích là Home có việc mới và tiến độ một trên bốn. F02 đại diện Huy: bắt đầu phiên nghỉ, tạm dừng, thử overlay rời phiên, rồi kết thúc và ghi nhận. Demo dùng nhánh kết thúc sớm 45 giây để không phải chờ ba phút. F03 đại diện Linh: đổi Tổng kết công việc từ 17:30 sang 18:00. Lỗi giữ form và giờ cũ trên Home. Sau lưu thành công, Home hiện giờ mới nhưng không tăng số hoạt động.</a:t>
            </a:r>
          </a:p>
          <a:p xmlns:a="http://schemas.openxmlformats.org/drawingml/2006/main">
            <a:r>
              <a:t/>
            </a:r>
          </a:p>
          <a:p xmlns:a="http://schemas.openxmlformats.org/drawingml/2006/main">
            <a:r>
              <a:t>NGUỒN</a:t>
            </a:r>
          </a:p>
          <a:p xmlns:a="http://schemas.openxmlformats.org/drawingml/2006/main">
            <a:r>
              <a:t>Đặc tả ba flow: https://github.com/PhamQuangDuc1/PRM.POWER9/blob/aed77f1ccd9b8721816932cc7471992fbb7b7be8/ux/user-flow.md</a:t>
            </a:r>
          </a:p>
          <a:p xmlns:a="http://schemas.openxmlformats.org/drawingml/2006/main">
            <a:r>
              <a:t>Figma 06 Prototype: https://www.figma.com/design/MTv5qJbn065VYJQIXausoq?node-id=10-14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Nhóm dùng Google Stitch để tạo UI từ mười wireframe Office đã chốt. Prompt quy định ba persona, Android, chín nhóm nội dung, màu xanh biển, font Be Vietnam Pro và hai chiều rộng 360, 412. Người dùng đã xác nhận gửi nguyên văn 100% các prompt Office do trợ lý cung cấp trên dự án Stitch mới. Bên phải là ảnh output Stitch thật. Toàn văn prompt giữ trong notes và nguồn GitHub. Codex hỗ trợ phân tích, phản biện, kiểm tra và biên soạn tài liệu. Nhóm quyết định giữ, sửa hoặc loại đề xuất dựa trên nhiệm vụ và bằng chứng.</a:t>
            </a:r>
          </a:p>
          <a:p xmlns:a="http://schemas.openxmlformats.org/drawingml/2006/main">
            <a:r>
              <a:t/>
            </a:r>
          </a:p>
          <a:p xmlns:a="http://schemas.openxmlformats.org/drawingml/2006/main">
            <a:r>
              <a:t>TOÀN VĂN PROMPT LƯU</a:t>
            </a:r>
          </a:p>
          <a:p xmlns:a="http://schemas.openxmlformats.org/drawingml/2006/main">
            <a:r>
              <a:t>Từ đúng 10 wireframe Power9 Office Routine đang chọn, tạo 1 bộ UI hoàn chỉnh đầu tiên gồm 10 màn tương ứng. Giữ nguyên bộ wireframe để đối chiếu. Bộ UI mới đặt tên OFFICE-UI01-S01 đến OFFICE-UI01-S10 trên canvas, không ghi mã trong giao diện.</a:t>
            </a:r>
          </a:p>
          <a:p xmlns:a="http://schemas.openxmlformats.org/drawingml/2006/main">
            <a:r>
              <a:t/>
            </a:r>
          </a:p>
          <a:p xmlns:a="http://schemas.openxmlformats.org/drawingml/2006/main">
            <a:r>
              <a:t>ĐÂY LÀ GIAI ĐOẠN UI, KHÔNG PHẢI LÀM LẠI WIREFRAME.</a:t>
            </a:r>
          </a:p>
          <a:p xmlns:a="http://schemas.openxmlformats.org/drawingml/2006/main">
            <a:r>
              <a:t>Giữ nhiệm vụ, thứ tự nội dung chính, điều hướng và dữ liệu mẫu đã chốt. Không tự thêm login, onboarding, tài khoản, chuông, chat, HR hoặc màn chức năng khác. Không tạo bảng style riêng ở lượt này.</a:t>
            </a:r>
          </a:p>
          <a:p xmlns:a="http://schemas.openxmlformats.org/drawingml/2006/main">
            <a:r>
              <a:t/>
            </a:r>
          </a:p>
          <a:p xmlns:a="http://schemas.openxmlformats.org/drawingml/2006/main">
            <a:r>
              <a:t>SẢN PHẨM</a:t>
            </a:r>
          </a:p>
          <a:p xmlns:a="http://schemas.openxmlformats.org/drawingml/2006/main">
            <a:r>
              <a:t>3 persona chính ngang nhau: Huy 28 (vận động/tư thế/góc làm việc/lịch linh hoạt), Mai 24 (ăn uống/giảm căng thẳng/kết nối), Linh 39 (phục hồi/mục tiêu/cân bằng). Không chọn persona trong app. Giữ đủ 9 nhóm văn phòng qua Khám phá; không đổi về 9 tên nguyên tắc Blue Zones gốc; không ép 9/9 mỗi ngày. Số lượng, thứ tự và thời lượng dùng chữ số.</a:t>
            </a:r>
          </a:p>
          <a:p xmlns:a="http://schemas.openxmlformats.org/drawingml/2006/main">
            <a:r>
              <a:t/>
            </a:r>
          </a:p>
          <a:p xmlns:a="http://schemas.openxmlformats.org/drawingml/2006/main">
            <a:r>
              <a:t>PHONG CÁCH UI</a:t>
            </a:r>
          </a:p>
          <a:p xmlns:a="http://schemas.openxmlformats.org/drawingml/2006/main">
            <a:r>
              <a:t>Kế thừa phong cách xanh biển bình tĩnh của UI tham chiếu tôi cung cấp. Nếu không có ảnh tham chiếu, theo chính xác bảng màu và thông số dưới, không tự nhận đã xem UI cũ.</a:t>
            </a:r>
          </a:p>
          <a:p xmlns:a="http://schemas.openxmlformats.org/drawingml/2006/main">
            <a:r>
              <a:t>- Nền #F5F8FD, surface/card #FFFFFF.</a:t>
            </a:r>
          </a:p>
          <a:p xmlns:a="http://schemas.openxmlformats.org/drawingml/2006/main">
            <a:r>
              <a:t>- Chữ chính #152C46, chữ phụ #4C627A.</a:t>
            </a:r>
          </a:p>
          <a:p xmlns:a="http://schemas.openxmlformats.org/drawingml/2006/main">
            <a:r>
              <a:t>- Nút/action chính #1E5AA8, chữ trên nút #FFFFFF.</a:t>
            </a:r>
          </a:p>
          <a:p xmlns:a="http://schemas.openxmlformats.org/drawingml/2006/main">
            <a:r>
              <a:t>- Nền selected #EAF2FC, viền điều khiển #71839A.</a:t>
            </a:r>
          </a:p>
          <a:p xmlns:a="http://schemas.openxmlformats.org/drawingml/2006/main">
            <a:r>
              <a:t>- Đỏ #A7332A chỉ khi có lỗi, đi cùng nhãn; chưa tạo error state ở lượt này.</a:t>
            </a:r>
          </a:p>
          <a:p xmlns:a="http://schemas.openxmlformats.org/drawingml/2006/main">
            <a:r>
              <a:t>- Font Be Vietnam Pro, Roboto fallback; title 24/32, heading 20/28, body 16/24, label/navigation/trợ giúp tối thiểu 14/20.</a:t>
            </a:r>
          </a:p>
          <a:p xmlns:a="http://schemas.openxmlformats.org/drawingml/2006/main">
            <a:r>
              <a:t>- Spacing 4/8/12/16/24/32; lề 16.</a:t>
            </a:r>
          </a:p>
          <a:p xmlns:a="http://schemas.openxmlformats.org/drawingml/2006/main">
            <a:r>
              <a:t>- Radius input 8, button 12, card 16. Bóng nhẹ khi cần phân cấp, không lạm dụng card lồng nhau.</a:t>
            </a:r>
          </a:p>
          <a:p xmlns:a="http://schemas.openxmlformats.org/drawingml/2006/main">
            <a:r>
              <a:t>- Không gradient neon, glow, ảnh nền lớn hoặc dashboard dày thông tin. Không tự thêm ảnh trang trí vào các màn.</a:t>
            </a:r>
          </a:p>
          <a:p xmlns:a="http://schemas.openxmlformats.org/drawingml/2006/main">
            <a:r>
              <a:t>- Không mang quy tắc góc vuông/grayscale của low-fi sang UI: có thể bo góc và dùng màu theo token trên, nhưng không đổi cấu trúc nhiệm vụ.</a:t>
            </a:r>
          </a:p>
          <a:p xmlns:a="http://schemas.openxmlformats.org/drawingml/2006/main">
            <a:r>
              <a:t/>
            </a:r>
          </a:p>
          <a:p xmlns:a="http://schemas.openxmlformats.org/drawingml/2006/main">
            <a:r>
              <a:t>LOGO</a:t>
            </a:r>
          </a:p>
          <a:p xmlns:a="http://schemas.openxmlformats.org/drawingml/2006/main">
            <a:r>
              <a:t>Dùng nguyên ảnh power9-logo-3d.png tôi đính kèm do tôi tự thiết kế. Đặt vùng 40×40 tại header Home, giữ tỉ lệ và màu, cạnh tên Power9 Office Routine. Bỏ dòng Hệ thống đồng hành và v1.0 nếu còn trong wireframe. Không vẽ lại/recolor/crop logo, không dùng gradient logo làm nền toàn UI. Nếu không chèn đúng asset, giữ placeholder rồi báo rõ để thay file thật trong Figma; không tạo logo gần giống.</a:t>
            </a:r>
          </a:p>
          <a:p xmlns:a="http://schemas.openxmlformats.org/drawingml/2006/main">
            <a:r>
              <a:t/>
            </a:r>
          </a:p>
          <a:p xmlns:a="http://schemas.openxmlformats.org/drawingml/2006/main">
            <a:r>
              <a:t>10 MÀN VÀ ĐIỀU HƯỚNG</a:t>
            </a:r>
          </a:p>
          <a:p xmlns:a="http://schemas.openxmlformats.org/drawingml/2006/main">
            <a:r>
              <a:t>S01 Hôm nay: giữ 3 việc/giờ, 1/3 hoàn thành, Khám phá/Tiến độ; check-in tách với chạm tên mở chi tiết. Không cào bằng nhu cầu 3 persona bằng cách tạo 3 hồ sơ trên Home.</a:t>
            </a:r>
          </a:p>
          <a:p xmlns:a="http://schemas.openxmlformats.org/drawingml/2006/main">
            <a:r>
              <a:t>S02 Ăn uống: bữa trưa có chú ý, 3 bước ngắn, Đã thực hiện, Xem tiến độ.</a:t>
            </a:r>
          </a:p>
          <a:p xmlns:a="http://schemas.openxmlformats.org/drawingml/2006/main">
            <a:r>
              <a:t>S03 Thư giãn: Nghỉ sau cuộc họp, timer 03:00 và Bắt đầu; chưa bắt đầu thì chưa hoàn thành.</a:t>
            </a:r>
          </a:p>
          <a:p xmlns:a="http://schemas.openxmlformats.org/drawingml/2006/main">
            <a:r>
              <a:t>S04 Kết nối: 2 hoạt động đồng nghiệp tự nguyện, chọn hoạt động tới Chi tiết; không tự gửi lời mời.</a:t>
            </a:r>
          </a:p>
          <a:p xmlns:a="http://schemas.openxmlformats.org/drawingml/2006/main">
            <a:r>
              <a:t>S05 Khám phá: đủ 9 nhóm, tìm kiếm/filter thời lượng áp dụng hoạt động, mở nhóm Kết nối với 2 hoạt động, danh mục cuộn.</a:t>
            </a:r>
          </a:p>
          <a:p xmlns:a="http://schemas.openxmlformats.org/drawingml/2006/main">
            <a:r>
              <a:t>S06 Chi tiết thói quen: Rủ đồng nghiệp đi bộ, 5 phút, mục đích/3 bước, tự nguyện, Chọn lịch thực hiện. Trạng thái chưa thêm, không Đổi lịch hoặc Hoàn thành trên màn này.</a:t>
            </a:r>
          </a:p>
          <a:p xmlns:a="http://schemas.openxmlformats.org/drawingml/2006/main">
            <a:r>
              <a:t>S07 Lịch thói quen: đúng tên hoạt động, ngày 26/10/2026, nhắc bật 12:00, giờ yên lặng 18:00–08:00 hôm sau, Lưu lịch/Hủy. Giờ 24h. Tắt nhắc không bắt giờ; lưu không đồng nghĩa hoàn thành; không tự dời giờ nhắc vào lúc khác.</a:t>
            </a:r>
          </a:p>
          <a:p xmlns:a="http://schemas.openxmlformats.org/drawingml/2006/main">
            <a:r>
              <a:t>S08 Tiến độ: khớp Home 1/3 và đúng tên/giờ 3 hoạt động; riêng tư, không ranking/điểm tuổi thọ.</a:t>
            </a:r>
          </a:p>
          <a:p xmlns:a="http://schemas.openxmlformats.org/drawingml/2006/main">
            <a:r>
              <a:t>S09 Góc làm việc: checklist 3 mục và Đã kiểm tra; đây là 1 hoạt động, không tự tính 2 nhóm hoàn thành. Không cảm biến/chẩn đoán.</a:t>
            </a:r>
          </a:p>
          <a:p xmlns:a="http://schemas.openxmlformats.org/drawingml/2006/main">
            <a:r>
              <a:t>S10 Ngủ &amp; phục hồi: Chuẩn bị nghỉ tối, 2 gợi ý, Chọn giờ nhắc tới S07 với đúng dữ liệu. Không đo giấc ngủ hoặc xác nhận Đã ngủ đủ.</a:t>
            </a:r>
          </a:p>
          <a:p xmlns:a="http://schemas.openxmlformats.org/drawingml/2006/main">
            <a:r>
              <a:t/>
            </a:r>
          </a:p>
          <a:p xmlns:a="http://schemas.openxmlformats.org/drawingml/2006/main">
            <a:r>
              <a:t>Chỉ S01–S04 có 4 tab Hôm nay/Ăn uống/Thư giãn/Kết nối; chọn đúng tab bằng icon, nhãn và chỉ báo ngoài màu.</a:t>
            </a:r>
          </a:p>
          <a:p xmlns:a="http://schemas.openxmlformats.org/drawingml/2006/main">
            <a:r>
              <a:t>S05–S10 có Back và đúng tên chức năng, không bottom navigation. Back trở về đúng nguồn, giữ nhóm/bộ lọc khi cần; Hủy không lưu. S06/S07 là template dùng chung theo dữ liệu hoạt động; chưa tạo thêm frame biến thể.</a:t>
            </a:r>
          </a:p>
          <a:p xmlns:a="http://schemas.openxmlformats.org/drawingml/2006/main">
            <a:r>
              <a:t/>
            </a:r>
          </a:p>
          <a:p xmlns:a="http://schemas.openxmlformats.org/drawingml/2006/main">
            <a:r>
              <a:t>CHUẨN HÓA TỪ KIỂM TRA ZIP</a:t>
            </a:r>
          </a:p>
          <a:p xmlns:a="http://schemas.openxmlformats.org/drawingml/2006/main">
            <a:r>
              <a:t>- Frame gốc 360×800 cho cả 10, không desktop wrapper có khoảng trắng 2 bên; kiểm tra thêm rộng 412.</a:t>
            </a:r>
          </a:p>
          <a:p xmlns:a="http://schemas.openxmlformats.org/drawingml/2006/main">
            <a:r>
              <a:t>- Nội dung dài cuộn trong vùng giữa app bar và footer/navigation, không cắt CTA ở S05/S07/S10 hoặc thu nhỏ chữ để ép vừa.</a:t>
            </a:r>
          </a:p>
          <a:p xmlns:a="http://schemas.openxmlformats.org/drawingml/2006/main">
            <a:r>
              <a:t>- Tất cả chữ nhãn/trợ giúp/navigation ≥14, sửa các chữ 11–13 còn sót từ nguồn. Body ưu tiên 16.</a:t>
            </a:r>
          </a:p>
          <a:p xmlns:a="http://schemas.openxmlformats.org/drawingml/2006/main">
            <a:r>
              <a:t>- Vùng chạm thật ≥48×48 cho Back, checkbox, switch, filter và link phụ; hình icon có thể nhỏ hơn nhưng hit area phải đủ.</a:t>
            </a:r>
          </a:p>
          <a:p xmlns:a="http://schemas.openxmlformats.org/drawingml/2006/main">
            <a:r>
              <a:t>- Text thông thường tương phản ≥4.5:1; chữ lớn/điều khiển theo yêu cầu ≥3:1. Không chỉ dựa màu truyền đạt trạng thái.</a:t>
            </a:r>
          </a:p>
          <a:p xmlns:a="http://schemas.openxmlformats.org/drawingml/2006/main">
            <a:r>
              <a:t>- Không đưa mã S01–S10 vào app bar, nội dung hoặc nút. Tên frame bên ngoài ví dụ OFFICE-UI01-S07 — Lịch thói quen; bên trong chỉ Lịch thói quen.</a:t>
            </a:r>
          </a:p>
          <a:p xmlns:a="http://schemas.openxmlformats.org/drawingml/2006/main">
            <a:r>
              <a:t/>
            </a:r>
          </a:p>
          <a:p xmlns:a="http://schemas.openxmlformats.org/drawingml/2006/main">
            <a:r>
              <a:t>ĐẦU RA</a:t>
            </a:r>
          </a:p>
          <a:p xmlns:a="http://schemas.openxmlformats.org/drawingml/2006/main">
            <a:r>
              <a:t>Đúng 10 màn UI mặc định trong 1 bộ riêng, xếp 2 hàng × 5 màn theo S01–S10. Giữ wireframe gốc. Chưa tạo empty/loading/error/dialog hoặc màn chức năng khác trong lượt này. Chưa coi prototype hoặc accessibility đã đạt nếu chưa kiểm tra thật.</a:t>
            </a:r>
          </a:p>
          <a:p xmlns:a="http://schemas.openxmlformats.org/drawingml/2006/main">
            <a:r>
              <a:t>Dừng sau bộ UI đầu tiên để tôi chụp và phản biện tổng thể trước các vòng cải tiến.</a:t>
            </a:r>
          </a:p>
          <a:p xmlns:a="http://schemas.openxmlformats.org/drawingml/2006/main">
            <a:r>
              <a:t/>
            </a:r>
          </a:p>
          <a:p xmlns:a="http://schemas.openxmlformats.org/drawingml/2006/main">
            <a:r>
              <a:t/>
            </a:r>
          </a:p>
          <a:p xmlns:a="http://schemas.openxmlformats.org/drawingml/2006/main">
            <a:r>
              <a:t>NGUỒN</a:t>
            </a:r>
          </a:p>
          <a:p xmlns:a="http://schemas.openxmlformats.org/drawingml/2006/main">
            <a:r>
              <a:t>Prompt UI01 lưu trong dự án: https://github.com/PhamQuangDuc1/PRM.POWER9/blob/aed77f1ccd9b8721816932cc7471992fbb7b7be8/ai/prompts/OFFICE-UI01-from-final-wireframe.md</a:t>
            </a:r>
          </a:p>
          <a:p xmlns:a="http://schemas.openxmlformats.org/drawingml/2006/main">
            <a:r>
              <a:t>Brief và AI log: https://github.com/PhamQuangDuc1/PRM.POWER9/blob/aed77f1ccd9b8721816932cc7471992fbb7b7be8/ai/ai-design-log.md</a:t>
            </a:r>
          </a:p>
          <a:p xmlns:a="http://schemas.openxmlformats.org/drawingml/2006/main">
            <a:r>
              <a:t>Dự án Stitch: https://stitch.withgoogle.com/projects/2176700449127941467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 vòng có mục tiêu khác nhau. Vòng một sửa typography: cấu hình fallback khiến trình duyệt render Times New Roman, khác brief. Cặp ảnh là kiểm chứng Chrome cục bộ, không phải ảnh sửa trực tiếp trên Stitch. Vòng hai giảm nội dung phụ, giữ rõ tên hoạt động và hành động chính. Vòng ba xử lý tính liên tục của nhiệm vụ: state lỗi từng đổi sang Thiền và Thở sâu, với ngày giờ và thời lượng khác. Bản Figma đã chuẩn hóa cùng dữ liệu form và có đường Thử lại. Ảnh nguồn được giữ riêng để không ghi đè lịch sử.</a:t>
            </a:r>
          </a:p>
          <a:p xmlns:a="http://schemas.openxmlformats.org/drawingml/2006/main">
            <a:r>
              <a:t/>
            </a:r>
          </a:p>
          <a:p xmlns:a="http://schemas.openxmlformats.org/drawingml/2006/main">
            <a:r>
              <a:t>NGUỒN</a:t>
            </a:r>
          </a:p>
          <a:p xmlns:a="http://schemas.openxmlformats.org/drawingml/2006/main">
            <a:r>
              <a:t>3 vòng và bộ ảnh nguồn: https://github.com/PhamQuangDuc1/PRM.POWER9/blob/aed77f1ccd9b8721816932cc7471992fbb7b7be8/docs/SLIDE-3-VONG-PHAN-BIEN.md</a:t>
            </a:r>
          </a:p>
          <a:p xmlns:a="http://schemas.openxmlformats.org/drawingml/2006/main">
            <a:r>
              <a:t>Phản biện C01–C03: https://github.com/PhamQuangDuc1/PRM.POWER9/blob/aed77f1ccd9b8721816932cc7471992fbb7b7be8/ai/critiques/OFFICE-3-MAIN-CRITIQUES.md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Nhóm chấp nhận sửa font theo Nielsen 4 về tính nhất quán. Nhóm chấp nhận giảm banner và hiện đủ tên để Mai tìm hoạt động trong giờ nghỉ. Với lỗi lưu, nhóm điều chỉnh output AI để Linh không mất tên hoạt động, ngày và giờ khi bị ngắt quãng. Nhóm từ chối nhịp tim và điểm sức khỏe vì chưa có dữ liệu đo. Nhóm sửa mở và thu gọn cho cả chín nhóm Khám phá theo quyền kiểm soát và tính nhất quán. Năm phát hiện, quyết định và lý do đều có ngay trên slide.</a:t>
            </a:r>
          </a:p>
          <a:p xmlns:a="http://schemas.openxmlformats.org/drawingml/2006/main">
            <a:r>
              <a:t/>
            </a:r>
          </a:p>
          <a:p xmlns:a="http://schemas.openxmlformats.org/drawingml/2006/main">
            <a:r>
              <a:t>NGUỒN</a:t>
            </a:r>
          </a:p>
          <a:p xmlns:a="http://schemas.openxmlformats.org/drawingml/2006/main">
            <a:r>
              <a:t>Quyết định và lý do: https://github.com/PhamQuangDuc1/PRM.POWER9/blob/aed77f1ccd9b8721816932cc7471992fbb7b7be8/design/design-decisions.md</a:t>
            </a:r>
          </a:p>
          <a:p xmlns:a="http://schemas.openxmlformats.org/drawingml/2006/main">
            <a:r>
              <a:t>Review trạng thái OI03: https://github.com/PhamQuangDuc1/PRM.POWER9/blob/aed77f1ccd9b8721816932cc7471992fbb7b7be8/ai/critiques/OFFICE-OI03-expanded-review.md</a:t>
            </a:r>
          </a:p>
          <a:p xmlns:a="http://schemas.openxmlformats.org/drawingml/2006/main">
            <a:r>
              <a:t>Figma UI hiện hành: https://www.figma.com/design/MTv5qJbn065VYJQIXausoq?node-id=27-3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Bên trái là wireframe S07 render từ HTML nguồn Stitch đã chốt; bên cạnh là S07 native trong Figma. Nhóm giữ cấu trúc nhiệm vụ rồi bổ sung màu, phân cấp và component. Bên phải là ảnh bộ mười màn native ở mốc hoàn thiện UI, trước bổ sung tương tác accordion. Phần mới nhất thể hiện ở slide prototype và link Figma. State empty, loading, error và dialog nằm cạnh màn cha. Chúng phục vụ hành vi nhưng không tăng số màn chức năng. Ảnh có nhãn xuất xứ để không nhầm Stitch với Figma.</a:t>
            </a:r>
          </a:p>
          <a:p xmlns:a="http://schemas.openxmlformats.org/drawingml/2006/main">
            <a:r>
              <a:t/>
            </a:r>
          </a:p>
          <a:p xmlns:a="http://schemas.openxmlformats.org/drawingml/2006/main">
            <a:r>
              <a:t>NGUỒN</a:t>
            </a:r>
          </a:p>
          <a:p xmlns:a="http://schemas.openxmlformats.org/drawingml/2006/main">
            <a:r>
              <a:t>Wireframe nguồn Stitch S07: https://github.com/PhamQuangDuc1/PRM.POWER9/blob/aed77f1ccd9b8721816932cc7471992fbb7b7be8/output/presentation/Power9_Office_Lab2/sources/evidence/WIREFRAME-S07.png</a:t>
            </a:r>
          </a:p>
          <a:p xmlns:a="http://schemas.openxmlformats.org/drawingml/2006/main">
            <a:r>
              <a:t>Figma 03 Final UI: https://www.figma.com/design/MTv5qJbn065VYJQIXausoq?node-id=27-3</a:t>
            </a:r>
          </a:p>
          <a:p xmlns:a="http://schemas.openxmlformats.org/drawingml/2006/main">
            <a:r>
              <a:t>Nguồn ảnh và node: https://github.com/PhamQuangDuc1/PRM.POWER9/blob/aed77f1ccd9b8721816932cc7471992fbb7b7be8/output/presentation/Power9_Office_Lab2/sources/evidence-provenance.json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Design system có 37 biến: 12 màu primitive, 12 semantic alias, tám biến kích thước và khoảng cách, năm biến bo góc. Có sáu text style dùng Be Vietnam Pro và một effect style bóng card. Chín nhóm component bắt buộc có 35 biến thể. Accordion thêm 18 biến thể, thành mười nhóm với 53 biến thể. Các màn dùng instance, còn màu, padding, gap và radius có binding. Trong demo, nhóm sẽ chọn Button để chỉ Auto Layout và token thực tế, thay vì chỉ mở ảnh bảng màu.</a:t>
            </a:r>
          </a:p>
          <a:p xmlns:a="http://schemas.openxmlformats.org/drawingml/2006/main">
            <a:r>
              <a:t/>
            </a:r>
          </a:p>
          <a:p xmlns:a="http://schemas.openxmlformats.org/drawingml/2006/main">
            <a:r>
              <a:t>NGUỒN</a:t>
            </a:r>
          </a:p>
          <a:p xmlns:a="http://schemas.openxmlformats.org/drawingml/2006/main">
            <a:r>
              <a:t>Figma 04 Design System: https://www.figma.com/design/MTv5qJbn065VYJQIXausoq?node-id=15-48</a:t>
            </a:r>
          </a:p>
          <a:p xmlns:a="http://schemas.openxmlformats.org/drawingml/2006/main">
            <a:r>
              <a:t>Figma 05 Components: https://www.figma.com/design/MTv5qJbn065VYJQIXausoq?node-id=16-28</a:t>
            </a:r>
          </a:p>
          <a:p xmlns:a="http://schemas.openxmlformats.org/drawingml/2006/main">
            <a:r>
              <a:t>Audit thư viện và accordion: https://github.com/PhamQuangDuc1/PRM.POWER9/blob/aed77f1ccd9b8721816932cc7471992fbb7b7be8/assets/figma/office-checkpoint.json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W3C quy định tương phản chữ thông thường tối thiểu 4.5 trên 1 và chữ lớn 3 trên 1. Bảng tính từ những cặp màu cụ thể, không phải chứng nhận toàn bộ WCAG. Android khuyến nghị vùng chạm ít nhất 48 dp. Nút chính cao 52, Back và header accordion có vùng chạm 48, chữ nội dung 16 và nhãn 14. Hai bản 360 và 412 đã kiểm tra bố cục và text overflow. Trạng thái dùng nhãn, dấu kiểm và chỉ báo ngoài màu. Nhóm chưa kiểm thử TalkBack, chữ phóng lớn hoặc người dùng thực.</a:t>
            </a:r>
          </a:p>
          <a:p xmlns:a="http://schemas.openxmlformats.org/drawingml/2006/main">
            <a:r>
              <a:t/>
            </a:r>
          </a:p>
          <a:p xmlns:a="http://schemas.openxmlformats.org/drawingml/2006/main">
            <a:r>
              <a:t>NGUỒN</a:t>
            </a:r>
          </a:p>
          <a:p xmlns:a="http://schemas.openxmlformats.org/drawingml/2006/main">
            <a:r>
              <a:t>WCAG Contrast Minimum: https://www.w3.org/WAI/WCAG22/Understanding/contrast-minimum.html</a:t>
            </a:r>
          </a:p>
          <a:p xmlns:a="http://schemas.openxmlformats.org/drawingml/2006/main">
            <a:r>
              <a:t>Android touch targets: https://support.google.com/accessibility/android/answer/7101858?hl=en</a:t>
            </a:r>
          </a:p>
          <a:p xmlns:a="http://schemas.openxmlformats.org/drawingml/2006/main">
            <a:r>
              <a:t>Audit 360 / 412: https://github.com/PhamQuangDuc1/PRM.POWER9/blob/aed77f1ccd9b8721816932cc7471992fbb7b7be8/assets/figma/office-six-page-audit.json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Prototype có ba starting point cho Mai, Huy và Linh. Nhóm chạy đúng đường của từng nhiệm vụ, gồm ít nhất một lỗi và phục hồi. Cả chín nhóm đã mở và thu gọn được; thẻ hoặc mũi tên dẫn đúng chi tiết. Kiểm tra cuối có 323 phản ứng và không có đích liên kết hỏng. Con số này gồm điều hướng và tương tác nội bộ, không phải số nhiệm vụ. Timer, tìm kiếm và giờ nhắc dùng trạng thái mẫu. Demo sẽ giải thích điều này để không tạo cảm giác có đồng hồ, backend hoặc thông báo thật.</a:t>
            </a:r>
          </a:p>
          <a:p xmlns:a="http://schemas.openxmlformats.org/drawingml/2006/main">
            <a:r>
              <a:t/>
            </a:r>
          </a:p>
          <a:p xmlns:a="http://schemas.openxmlformats.org/drawingml/2006/main">
            <a:r>
              <a:t>NGUỒN</a:t>
            </a:r>
          </a:p>
          <a:p xmlns:a="http://schemas.openxmlformats.org/drawingml/2006/main">
            <a:r>
              <a:t>Figma 06 Prototype: https://www.figma.com/design/MTv5qJbn065VYJQIXausoq?node-id=10-14</a:t>
            </a:r>
          </a:p>
          <a:p xmlns:a="http://schemas.openxmlformats.org/drawingml/2006/main">
            <a:r>
              <a:t>Kiểm tra dữ liệu flow: https://github.com/PhamQuangDuc1/PRM.POWER9/blob/aed77f1ccd9b8721816932cc7471992fbb7b7be8/assets/figma/office-behavior-audit.json</a:t>
            </a:r>
          </a:p>
          <a:p xmlns:a="http://schemas.openxmlformats.org/drawingml/2006/main">
            <a:r>
              <a:t>Kiểm tra accordion: https://github.com/PhamQuangDuc1/PRM.POWER9/blob/aed77f1ccd9b8721816932cc7471992fbb7b7be8/assets/figma/office-accordion-audit.json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Handoff Office có sáu mục cho mỗi màn: bố cục, component, trạng thái, tương tác, điều hướng và ràng buộc UI. Hai bảng mapping nối token sang Flutter và component sang widget. Ví dụ màu dùng ColorScheme, chữ dùng TextTheme và accordion dùng ExpansionTile hoặc widget tùy chỉnh. Lập trình viên cần triển khai thời gian thực, draft riêng dữ liệu đã lưu và chống ghi nhận trùng. Nhóm bàn giao thiết kế, chưa có ứng dụng Flutter hoặc backend. Trước buổi trình bày cần mở thử quyền Figma và tập ba flow. Tiếp theo là kiểm thử với người dùng, TalkBack và chữ phóng lớn.</a:t>
            </a:r>
          </a:p>
          <a:p xmlns:a="http://schemas.openxmlformats.org/drawingml/2006/main">
            <a:r>
              <a:t/>
            </a:r>
          </a:p>
          <a:p xmlns:a="http://schemas.openxmlformats.org/drawingml/2006/main">
            <a:r>
              <a:t>NGUỒN</a:t>
            </a:r>
          </a:p>
          <a:p xmlns:a="http://schemas.openxmlformats.org/drawingml/2006/main">
            <a:r>
              <a:t>Handoff 10 màn, 6 mục/màn: https://github.com/PhamQuangDuc1/PRM.POWER9/blob/aed77f1ccd9b8721816932cc7471992fbb7b7be8/handoff/flutter-handoff.md</a:t>
            </a:r>
          </a:p>
          <a:p xmlns:a="http://schemas.openxmlformats.org/drawingml/2006/main">
            <a:r>
              <a:t>Flutter ThemeData: https://docs.flutter.dev/cookbook/design/themes</a:t>
            </a:r>
          </a:p>
          <a:p xmlns:a="http://schemas.openxmlformats.org/drawingml/2006/main">
            <a:r>
              <a:t>GitHub dự án: https://github.com/PhamQuangDuc1/PRM.POWER9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37475d52d4b475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d95660fb57d446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a88d940cd994b8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f0ac01c0ce647b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0b767c11cd349e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367b72abeab4f2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949263B-86CE-4C25-8631-DE02D11F9481}"/>
              </a:ext>
            </a:extLst>
          </p:cNvPr>
          <p:cNvSpPr>
            <a:spLocks xmlns:a="http://schemas.openxmlformats.org/drawingml/2006/main" noGrp="1"/>
          </p:cNvSpPr>
          <p:nvPr>
            <p:ph type="title" idx="0"/>
          </p:nvPr>
        </p:nvSpPr>
        <p:spPr>
          <a:xfrm xmlns:a="http://schemas.openxmlformats.org/drawingml/2006/main">
            <a:off x="1828800" y="3886200"/>
            <a:ext cx="14630400" cy="14859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7200" b="1">
                <a:solidFill>
                  <a:schemeClr val="tx1"/>
                </a:solidFill>
                <a:latin typeface="+mj-lt"/>
                <a:ea typeface="+mj-lt"/>
                <a:cs typeface="+mj-lt"/>
              </a:defRPr>
            </a:defPPr>
            <a:lvl1pPr marL="0" indent="0" algn="ctr">
              <a:lnSpc>
                <a:spcPct val="110000"/>
              </a:lnSpc>
              <a:spcBef>
                <a:spcPts val="0"/>
              </a:spcBef>
              <a:spcAft>
                <a:spcPts val="0"/>
              </a:spcAft>
              <a:buNone/>
              <a:defRPr sz="7200" b="1">
                <a:solidFill>
                  <a:schemeClr val="tx1"/>
                </a:solidFill>
                <a:latin typeface="+mj-lt"/>
                <a:ea typeface="+mj-lt"/>
                <a:cs typeface="+mj-lt"/>
              </a:defRPr>
            </a:lvl1pPr>
            <a:lvl2pPr marL="0" indent="0" algn="ctr">
              <a:lnSpc>
                <a:spcPct val="110000"/>
              </a:lnSpc>
              <a:spcBef>
                <a:spcPts val="0"/>
              </a:spcBef>
              <a:spcAft>
                <a:spcPts val="0"/>
              </a:spcAft>
              <a:buNone/>
              <a:defRPr sz="7200" b="1">
                <a:solidFill>
                  <a:schemeClr val="tx1"/>
                </a:solidFill>
                <a:latin typeface="+mj-lt"/>
                <a:ea typeface="+mj-lt"/>
                <a:cs typeface="+mj-lt"/>
              </a:defRPr>
            </a:lvl2pPr>
            <a:lvl3pPr marL="0" indent="0" algn="ctr">
              <a:lnSpc>
                <a:spcPct val="110000"/>
              </a:lnSpc>
              <a:spcBef>
                <a:spcPts val="0"/>
              </a:spcBef>
              <a:spcAft>
                <a:spcPts val="0"/>
              </a:spcAft>
              <a:buNone/>
              <a:defRPr sz="7200" b="1">
                <a:solidFill>
                  <a:schemeClr val="tx1"/>
                </a:solidFill>
                <a:latin typeface="+mj-lt"/>
                <a:ea typeface="+mj-lt"/>
                <a:cs typeface="+mj-lt"/>
              </a:defRPr>
            </a:lvl3pPr>
            <a:lvl4pPr marL="0" indent="0" algn="ctr">
              <a:lnSpc>
                <a:spcPct val="110000"/>
              </a:lnSpc>
              <a:spcBef>
                <a:spcPts val="0"/>
              </a:spcBef>
              <a:spcAft>
                <a:spcPts val="0"/>
              </a:spcAft>
              <a:buNone/>
              <a:defRPr sz="7200" b="1">
                <a:solidFill>
                  <a:schemeClr val="tx1"/>
                </a:solidFill>
                <a:latin typeface="+mj-lt"/>
                <a:ea typeface="+mj-lt"/>
                <a:cs typeface="+mj-lt"/>
              </a:defRPr>
            </a:lvl4pPr>
            <a:lvl5pPr marL="0" indent="0" algn="ctr">
              <a:lnSpc>
                <a:spcPct val="110000"/>
              </a:lnSpc>
              <a:spcBef>
                <a:spcPts val="0"/>
              </a:spcBef>
              <a:spcAft>
                <a:spcPts val="0"/>
              </a:spcAft>
              <a:buNone/>
              <a:defRPr sz="7200" b="1">
                <a:solidFill>
                  <a:schemeClr val="tx1"/>
                </a:solidFill>
                <a:latin typeface="+mj-lt"/>
                <a:ea typeface="+mj-lt"/>
                <a:cs typeface="+mj-lt"/>
              </a:defRPr>
            </a:lvl5pPr>
            <a:lvl6pPr marL="0" indent="0" algn="ctr">
              <a:lnSpc>
                <a:spcPct val="110000"/>
              </a:lnSpc>
              <a:spcBef>
                <a:spcPts val="0"/>
              </a:spcBef>
              <a:spcAft>
                <a:spcPts val="0"/>
              </a:spcAft>
              <a:buNone/>
              <a:defRPr sz="7200" b="1">
                <a:solidFill>
                  <a:schemeClr val="tx1"/>
                </a:solidFill>
                <a:latin typeface="+mj-lt"/>
                <a:ea typeface="+mj-lt"/>
                <a:cs typeface="+mj-lt"/>
              </a:defRPr>
            </a:lvl6pPr>
            <a:lvl7pPr marL="0" indent="0" algn="ctr">
              <a:lnSpc>
                <a:spcPct val="110000"/>
              </a:lnSpc>
              <a:spcBef>
                <a:spcPts val="0"/>
              </a:spcBef>
              <a:spcAft>
                <a:spcPts val="0"/>
              </a:spcAft>
              <a:buNone/>
              <a:defRPr sz="7200" b="1">
                <a:solidFill>
                  <a:schemeClr val="tx1"/>
                </a:solidFill>
                <a:latin typeface="+mj-lt"/>
                <a:ea typeface="+mj-lt"/>
                <a:cs typeface="+mj-lt"/>
              </a:defRPr>
            </a:lvl7pPr>
            <a:lvl8pPr marL="0" indent="0" algn="ctr">
              <a:lnSpc>
                <a:spcPct val="110000"/>
              </a:lnSpc>
              <a:spcBef>
                <a:spcPts val="0"/>
              </a:spcBef>
              <a:spcAft>
                <a:spcPts val="0"/>
              </a:spcAft>
              <a:buNone/>
              <a:defRPr sz="7200" b="1">
                <a:solidFill>
                  <a:schemeClr val="tx1"/>
                </a:solidFill>
                <a:latin typeface="+mj-lt"/>
                <a:ea typeface="+mj-lt"/>
                <a:cs typeface="+mj-lt"/>
              </a:defRPr>
            </a:lvl8pPr>
            <a:lvl9pPr marL="0" indent="0" algn="ctr">
              <a:lnSpc>
                <a:spcPct val="110000"/>
              </a:lnSpc>
              <a:spcBef>
                <a:spcPts val="0"/>
              </a:spcBef>
              <a:spcAft>
                <a:spcPts val="0"/>
              </a:spcAft>
              <a:buNone/>
              <a:defRPr sz="72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60F4120-B5B0-4416-BAAA-A7E0EF9230B6}"/>
              </a:ext>
            </a:extLst>
          </p:cNvPr>
          <p:cNvSpPr>
            <a:spLocks xmlns:a="http://schemas.openxmlformats.org/drawingml/2006/main" noGrp="1"/>
          </p:cNvSpPr>
          <p:nvPr>
            <p:ph type="subTitle" idx="1"/>
          </p:nvPr>
        </p:nvSpPr>
        <p:spPr>
          <a:xfrm xmlns:a="http://schemas.openxmlformats.org/drawingml/2006/main">
            <a:off x="2743200" y="5657850"/>
            <a:ext cx="12801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150" b="0">
                <a:solidFill>
                  <a:schemeClr val="tx1"/>
                </a:solidFill>
                <a:latin typeface="+mn-lt"/>
                <a:ea typeface="+mn-lt"/>
                <a:cs typeface="+mn-lt"/>
              </a:defRPr>
            </a:defPPr>
            <a:lvl1pPr marL="0" indent="0" algn="ctr">
              <a:lnSpc>
                <a:spcPct val="110000"/>
              </a:lnSpc>
              <a:spcBef>
                <a:spcPts val="0"/>
              </a:spcBef>
              <a:spcAft>
                <a:spcPts val="0"/>
              </a:spcAft>
              <a:buNone/>
              <a:defRPr sz="3150" b="0">
                <a:solidFill>
                  <a:schemeClr val="tx1"/>
                </a:solidFill>
                <a:latin typeface="+mn-lt"/>
                <a:ea typeface="+mn-lt"/>
                <a:cs typeface="+mn-lt"/>
              </a:defRPr>
            </a:lvl1pPr>
            <a:lvl2pPr marL="0" indent="0" algn="ctr">
              <a:lnSpc>
                <a:spcPct val="110000"/>
              </a:lnSpc>
              <a:spcBef>
                <a:spcPts val="0"/>
              </a:spcBef>
              <a:spcAft>
                <a:spcPts val="0"/>
              </a:spcAft>
              <a:buNone/>
              <a:defRPr sz="3150" b="0">
                <a:solidFill>
                  <a:schemeClr val="tx1"/>
                </a:solidFill>
                <a:latin typeface="+mn-lt"/>
                <a:ea typeface="+mn-lt"/>
                <a:cs typeface="+mn-lt"/>
              </a:defRPr>
            </a:lvl2pPr>
            <a:lvl3pPr marL="0" indent="0" algn="ctr">
              <a:lnSpc>
                <a:spcPct val="110000"/>
              </a:lnSpc>
              <a:spcBef>
                <a:spcPts val="0"/>
              </a:spcBef>
              <a:spcAft>
                <a:spcPts val="0"/>
              </a:spcAft>
              <a:buNone/>
              <a:defRPr sz="3150" b="0">
                <a:solidFill>
                  <a:schemeClr val="tx1"/>
                </a:solidFill>
                <a:latin typeface="+mn-lt"/>
                <a:ea typeface="+mn-lt"/>
                <a:cs typeface="+mn-lt"/>
              </a:defRPr>
            </a:lvl3pPr>
            <a:lvl4pPr marL="0" indent="0" algn="ctr">
              <a:lnSpc>
                <a:spcPct val="110000"/>
              </a:lnSpc>
              <a:spcBef>
                <a:spcPts val="0"/>
              </a:spcBef>
              <a:spcAft>
                <a:spcPts val="0"/>
              </a:spcAft>
              <a:buNone/>
              <a:defRPr sz="3150" b="0">
                <a:solidFill>
                  <a:schemeClr val="tx1"/>
                </a:solidFill>
                <a:latin typeface="+mn-lt"/>
                <a:ea typeface="+mn-lt"/>
                <a:cs typeface="+mn-lt"/>
              </a:defRPr>
            </a:lvl4pPr>
            <a:lvl5pPr marL="0" indent="0" algn="ctr">
              <a:lnSpc>
                <a:spcPct val="110000"/>
              </a:lnSpc>
              <a:spcBef>
                <a:spcPts val="0"/>
              </a:spcBef>
              <a:spcAft>
                <a:spcPts val="0"/>
              </a:spcAft>
              <a:buNone/>
              <a:defRPr sz="3150" b="0">
                <a:solidFill>
                  <a:schemeClr val="tx1"/>
                </a:solidFill>
                <a:latin typeface="+mn-lt"/>
                <a:ea typeface="+mn-lt"/>
                <a:cs typeface="+mn-lt"/>
              </a:defRPr>
            </a:lvl5pPr>
            <a:lvl6pPr marL="0" indent="0" algn="ctr">
              <a:lnSpc>
                <a:spcPct val="110000"/>
              </a:lnSpc>
              <a:spcBef>
                <a:spcPts val="0"/>
              </a:spcBef>
              <a:spcAft>
                <a:spcPts val="0"/>
              </a:spcAft>
              <a:buNone/>
              <a:defRPr sz="3150" b="0">
                <a:solidFill>
                  <a:schemeClr val="tx1"/>
                </a:solidFill>
                <a:latin typeface="+mn-lt"/>
                <a:ea typeface="+mn-lt"/>
                <a:cs typeface="+mn-lt"/>
              </a:defRPr>
            </a:lvl6pPr>
            <a:lvl7pPr marL="0" indent="0" algn="ctr">
              <a:lnSpc>
                <a:spcPct val="110000"/>
              </a:lnSpc>
              <a:spcBef>
                <a:spcPts val="0"/>
              </a:spcBef>
              <a:spcAft>
                <a:spcPts val="0"/>
              </a:spcAft>
              <a:buNone/>
              <a:defRPr sz="3150" b="0">
                <a:solidFill>
                  <a:schemeClr val="tx1"/>
                </a:solidFill>
                <a:latin typeface="+mn-lt"/>
                <a:ea typeface="+mn-lt"/>
                <a:cs typeface="+mn-lt"/>
              </a:defRPr>
            </a:lvl7pPr>
            <a:lvl8pPr marL="0" indent="0" algn="ctr">
              <a:lnSpc>
                <a:spcPct val="110000"/>
              </a:lnSpc>
              <a:spcBef>
                <a:spcPts val="0"/>
              </a:spcBef>
              <a:spcAft>
                <a:spcPts val="0"/>
              </a:spcAft>
              <a:buNone/>
              <a:defRPr sz="3150" b="0">
                <a:solidFill>
                  <a:schemeClr val="tx1"/>
                </a:solidFill>
                <a:latin typeface="+mn-lt"/>
                <a:ea typeface="+mn-lt"/>
                <a:cs typeface="+mn-lt"/>
              </a:defRPr>
            </a:lvl8pPr>
            <a:lvl9pPr marL="0" indent="0" algn="ctr">
              <a:lnSpc>
                <a:spcPct val="110000"/>
              </a:lnSpc>
              <a:spcBef>
                <a:spcPts val="0"/>
              </a:spcBef>
              <a:spcAft>
                <a:spcPts val="0"/>
              </a:spcAft>
              <a:buNone/>
              <a:defRPr sz="315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D6E572F-B812-47AA-A7CA-E54AD8A7983D}"/>
              </a:ext>
            </a:extLst>
          </p:cNvPr>
          <p:cNvSpPr>
            <a:spLocks xmlns:a="http://schemas.openxmlformats.org/drawingml/2006/main" noGrp="1"/>
          </p:cNvSpPr>
          <p:nvPr>
            <p:ph type="title" idx="0"/>
          </p:nvPr>
        </p:nvSpPr>
        <p:spPr>
          <a:xfrm xmlns:a="http://schemas.openxmlformats.org/drawingml/2006/main">
            <a:off x="1828800" y="4286250"/>
            <a:ext cx="14630400" cy="1714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300" b="1">
                <a:solidFill>
                  <a:schemeClr val="tx1"/>
                </a:solidFill>
                <a:latin typeface="+mj-lt"/>
                <a:ea typeface="+mj-lt"/>
                <a:cs typeface="+mj-lt"/>
              </a:defRPr>
            </a:defPPr>
            <a:lvl1pPr marL="0" indent="0" algn="ctr">
              <a:lnSpc>
                <a:spcPct val="110000"/>
              </a:lnSpc>
              <a:spcBef>
                <a:spcPts val="0"/>
              </a:spcBef>
              <a:spcAft>
                <a:spcPts val="0"/>
              </a:spcAft>
              <a:buNone/>
              <a:defRPr sz="6300" b="1">
                <a:solidFill>
                  <a:schemeClr val="tx1"/>
                </a:solidFill>
                <a:latin typeface="+mj-lt"/>
                <a:ea typeface="+mj-lt"/>
                <a:cs typeface="+mj-lt"/>
              </a:defRPr>
            </a:lvl1pPr>
            <a:lvl2pPr marL="0" indent="0" algn="ctr">
              <a:lnSpc>
                <a:spcPct val="110000"/>
              </a:lnSpc>
              <a:spcBef>
                <a:spcPts val="0"/>
              </a:spcBef>
              <a:spcAft>
                <a:spcPts val="0"/>
              </a:spcAft>
              <a:buNone/>
              <a:defRPr sz="6300" b="1">
                <a:solidFill>
                  <a:schemeClr val="tx1"/>
                </a:solidFill>
                <a:latin typeface="+mj-lt"/>
                <a:ea typeface="+mj-lt"/>
                <a:cs typeface="+mj-lt"/>
              </a:defRPr>
            </a:lvl2pPr>
            <a:lvl3pPr marL="0" indent="0" algn="ctr">
              <a:lnSpc>
                <a:spcPct val="110000"/>
              </a:lnSpc>
              <a:spcBef>
                <a:spcPts val="0"/>
              </a:spcBef>
              <a:spcAft>
                <a:spcPts val="0"/>
              </a:spcAft>
              <a:buNone/>
              <a:defRPr sz="6300" b="1">
                <a:solidFill>
                  <a:schemeClr val="tx1"/>
                </a:solidFill>
                <a:latin typeface="+mj-lt"/>
                <a:ea typeface="+mj-lt"/>
                <a:cs typeface="+mj-lt"/>
              </a:defRPr>
            </a:lvl3pPr>
            <a:lvl4pPr marL="0" indent="0" algn="ctr">
              <a:lnSpc>
                <a:spcPct val="110000"/>
              </a:lnSpc>
              <a:spcBef>
                <a:spcPts val="0"/>
              </a:spcBef>
              <a:spcAft>
                <a:spcPts val="0"/>
              </a:spcAft>
              <a:buNone/>
              <a:defRPr sz="6300" b="1">
                <a:solidFill>
                  <a:schemeClr val="tx1"/>
                </a:solidFill>
                <a:latin typeface="+mj-lt"/>
                <a:ea typeface="+mj-lt"/>
                <a:cs typeface="+mj-lt"/>
              </a:defRPr>
            </a:lvl4pPr>
            <a:lvl5pPr marL="0" indent="0" algn="ctr">
              <a:lnSpc>
                <a:spcPct val="110000"/>
              </a:lnSpc>
              <a:spcBef>
                <a:spcPts val="0"/>
              </a:spcBef>
              <a:spcAft>
                <a:spcPts val="0"/>
              </a:spcAft>
              <a:buNone/>
              <a:defRPr sz="6300" b="1">
                <a:solidFill>
                  <a:schemeClr val="tx1"/>
                </a:solidFill>
                <a:latin typeface="+mj-lt"/>
                <a:ea typeface="+mj-lt"/>
                <a:cs typeface="+mj-lt"/>
              </a:defRPr>
            </a:lvl5pPr>
            <a:lvl6pPr marL="0" indent="0" algn="ctr">
              <a:lnSpc>
                <a:spcPct val="110000"/>
              </a:lnSpc>
              <a:spcBef>
                <a:spcPts val="0"/>
              </a:spcBef>
              <a:spcAft>
                <a:spcPts val="0"/>
              </a:spcAft>
              <a:buNone/>
              <a:defRPr sz="6300" b="1">
                <a:solidFill>
                  <a:schemeClr val="tx1"/>
                </a:solidFill>
                <a:latin typeface="+mj-lt"/>
                <a:ea typeface="+mj-lt"/>
                <a:cs typeface="+mj-lt"/>
              </a:defRPr>
            </a:lvl6pPr>
            <a:lvl7pPr marL="0" indent="0" algn="ctr">
              <a:lnSpc>
                <a:spcPct val="110000"/>
              </a:lnSpc>
              <a:spcBef>
                <a:spcPts val="0"/>
              </a:spcBef>
              <a:spcAft>
                <a:spcPts val="0"/>
              </a:spcAft>
              <a:buNone/>
              <a:defRPr sz="6300" b="1">
                <a:solidFill>
                  <a:schemeClr val="tx1"/>
                </a:solidFill>
                <a:latin typeface="+mj-lt"/>
                <a:ea typeface="+mj-lt"/>
                <a:cs typeface="+mj-lt"/>
              </a:defRPr>
            </a:lvl7pPr>
            <a:lvl8pPr marL="0" indent="0" algn="ctr">
              <a:lnSpc>
                <a:spcPct val="110000"/>
              </a:lnSpc>
              <a:spcBef>
                <a:spcPts val="0"/>
              </a:spcBef>
              <a:spcAft>
                <a:spcPts val="0"/>
              </a:spcAft>
              <a:buNone/>
              <a:defRPr sz="6300" b="1">
                <a:solidFill>
                  <a:schemeClr val="tx1"/>
                </a:solidFill>
                <a:latin typeface="+mj-lt"/>
                <a:ea typeface="+mj-lt"/>
                <a:cs typeface="+mj-lt"/>
              </a:defRPr>
            </a:lvl8pPr>
            <a:lvl9pPr marL="0" indent="0" algn="ctr">
              <a:lnSpc>
                <a:spcPct val="110000"/>
              </a:lnSpc>
              <a:spcBef>
                <a:spcPts val="0"/>
              </a:spcBef>
              <a:spcAft>
                <a:spcPts val="0"/>
              </a:spcAft>
              <a:buNone/>
              <a:defRPr sz="63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D2A177B-4911-4CB0-AF45-2575C33D333A}"/>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gn="l">
              <a:lnSpc>
                <a:spcPct val="110000"/>
              </a:lnSpc>
              <a:spcBef>
                <a:spcPts val="0"/>
              </a:spcBef>
              <a:spcAft>
                <a:spcPts val="0"/>
              </a:spcAft>
              <a:buNone/>
              <a:defRPr sz="4950" b="1">
                <a:solidFill>
                  <a:schemeClr val="tx1"/>
                </a:solidFill>
                <a:latin typeface="+mj-lt"/>
                <a:ea typeface="+mj-lt"/>
                <a:cs typeface="+mj-lt"/>
              </a:defRPr>
            </a:lvl1pPr>
            <a:lvl2pPr marL="0" indent="0" algn="l">
              <a:lnSpc>
                <a:spcPct val="110000"/>
              </a:lnSpc>
              <a:spcBef>
                <a:spcPts val="0"/>
              </a:spcBef>
              <a:spcAft>
                <a:spcPts val="0"/>
              </a:spcAft>
              <a:buNone/>
              <a:defRPr sz="4950" b="1">
                <a:solidFill>
                  <a:schemeClr val="tx1"/>
                </a:solidFill>
                <a:latin typeface="+mj-lt"/>
                <a:ea typeface="+mj-lt"/>
                <a:cs typeface="+mj-lt"/>
              </a:defRPr>
            </a:lvl2pPr>
            <a:lvl3pPr marL="0" indent="0" algn="l">
              <a:lnSpc>
                <a:spcPct val="110000"/>
              </a:lnSpc>
              <a:spcBef>
                <a:spcPts val="0"/>
              </a:spcBef>
              <a:spcAft>
                <a:spcPts val="0"/>
              </a:spcAft>
              <a:buNone/>
              <a:defRPr sz="4950" b="1">
                <a:solidFill>
                  <a:schemeClr val="tx1"/>
                </a:solidFill>
                <a:latin typeface="+mj-lt"/>
                <a:ea typeface="+mj-lt"/>
                <a:cs typeface="+mj-lt"/>
              </a:defRPr>
            </a:lvl3pPr>
            <a:lvl4pPr marL="0" indent="0" algn="l">
              <a:lnSpc>
                <a:spcPct val="110000"/>
              </a:lnSpc>
              <a:spcBef>
                <a:spcPts val="0"/>
              </a:spcBef>
              <a:spcAft>
                <a:spcPts val="0"/>
              </a:spcAft>
              <a:buNone/>
              <a:defRPr sz="4950" b="1">
                <a:solidFill>
                  <a:schemeClr val="tx1"/>
                </a:solidFill>
                <a:latin typeface="+mj-lt"/>
                <a:ea typeface="+mj-lt"/>
                <a:cs typeface="+mj-lt"/>
              </a:defRPr>
            </a:lvl4pPr>
            <a:lvl5pPr marL="0" indent="0" algn="l">
              <a:lnSpc>
                <a:spcPct val="110000"/>
              </a:lnSpc>
              <a:spcBef>
                <a:spcPts val="0"/>
              </a:spcBef>
              <a:spcAft>
                <a:spcPts val="0"/>
              </a:spcAft>
              <a:buNone/>
              <a:defRPr sz="4950" b="1">
                <a:solidFill>
                  <a:schemeClr val="tx1"/>
                </a:solidFill>
                <a:latin typeface="+mj-lt"/>
                <a:ea typeface="+mj-lt"/>
                <a:cs typeface="+mj-lt"/>
              </a:defRPr>
            </a:lvl5pPr>
            <a:lvl6pPr marL="0" indent="0" algn="l">
              <a:lnSpc>
                <a:spcPct val="110000"/>
              </a:lnSpc>
              <a:spcBef>
                <a:spcPts val="0"/>
              </a:spcBef>
              <a:spcAft>
                <a:spcPts val="0"/>
              </a:spcAft>
              <a:buNone/>
              <a:defRPr sz="4950" b="1">
                <a:solidFill>
                  <a:schemeClr val="tx1"/>
                </a:solidFill>
                <a:latin typeface="+mj-lt"/>
                <a:ea typeface="+mj-lt"/>
                <a:cs typeface="+mj-lt"/>
              </a:defRPr>
            </a:lvl6pPr>
            <a:lvl7pPr marL="0" indent="0" algn="l">
              <a:lnSpc>
                <a:spcPct val="110000"/>
              </a:lnSpc>
              <a:spcBef>
                <a:spcPts val="0"/>
              </a:spcBef>
              <a:spcAft>
                <a:spcPts val="0"/>
              </a:spcAft>
              <a:buNone/>
              <a:defRPr sz="4950" b="1">
                <a:solidFill>
                  <a:schemeClr val="tx1"/>
                </a:solidFill>
                <a:latin typeface="+mj-lt"/>
                <a:ea typeface="+mj-lt"/>
                <a:cs typeface="+mj-lt"/>
              </a:defRPr>
            </a:lvl7pPr>
            <a:lvl8pPr marL="0" indent="0" algn="l">
              <a:lnSpc>
                <a:spcPct val="110000"/>
              </a:lnSpc>
              <a:spcBef>
                <a:spcPts val="0"/>
              </a:spcBef>
              <a:spcAft>
                <a:spcPts val="0"/>
              </a:spcAft>
              <a:buNone/>
              <a:defRPr sz="4950" b="1">
                <a:solidFill>
                  <a:schemeClr val="tx1"/>
                </a:solidFill>
                <a:latin typeface="+mj-lt"/>
                <a:ea typeface="+mj-lt"/>
                <a:cs typeface="+mj-lt"/>
              </a:defRPr>
            </a:lvl8pPr>
            <a:lvl9pPr marL="0" indent="0" algn="l">
              <a:lnSpc>
                <a:spcPct val="110000"/>
              </a:lnSpc>
              <a:spcBef>
                <a:spcPts val="0"/>
              </a:spcBef>
              <a:spcAft>
                <a:spcPts val="0"/>
              </a:spcAft>
              <a:buNone/>
              <a:defRPr sz="495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C11A2BF-DDD7-49AD-8D6E-38EEEEAF951A}"/>
              </a:ext>
            </a:extLst>
          </p:cNvPr>
          <p:cNvSpPr>
            <a:spLocks xmlns:a="http://schemas.openxmlformats.org/drawingml/2006/main" noGrp="1"/>
          </p:cNvSpPr>
          <p:nvPr>
            <p:ph type="body" idx="1"/>
          </p:nvPr>
        </p:nvSpPr>
        <p:spPr>
          <a:xfrm xmlns:a="http://schemas.openxmlformats.org/drawingml/2006/main">
            <a:off x="1028700" y="2857500"/>
            <a:ext cx="162306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gn="l">
              <a:lnSpc>
                <a:spcPct val="110000"/>
              </a:lnSpc>
              <a:spcBef>
                <a:spcPts val="0"/>
              </a:spcBef>
              <a:spcAft>
                <a:spcPts val="1800"/>
              </a:spcAft>
              <a:buChar char="•"/>
              <a:defRPr sz="3375" b="0">
                <a:solidFill>
                  <a:schemeClr val="tx1"/>
                </a:solidFill>
                <a:latin typeface="+mn-lt"/>
                <a:ea typeface="+mn-lt"/>
                <a:cs typeface="+mn-lt"/>
              </a:defRPr>
            </a:lvl1pPr>
            <a:lvl2pPr marL="800100" indent="-342900" algn="l">
              <a:lnSpc>
                <a:spcPct val="110000"/>
              </a:lnSpc>
              <a:spcBef>
                <a:spcPts val="0"/>
              </a:spcBef>
              <a:spcAft>
                <a:spcPts val="1800"/>
              </a:spcAft>
              <a:buChar char="•"/>
              <a:defRPr sz="3375" b="0">
                <a:solidFill>
                  <a:schemeClr val="tx1"/>
                </a:solidFill>
                <a:latin typeface="+mn-lt"/>
                <a:ea typeface="+mn-lt"/>
                <a:cs typeface="+mn-lt"/>
              </a:defRPr>
            </a:lvl2pPr>
            <a:lvl3pPr marL="1257300" indent="-342900" algn="l">
              <a:lnSpc>
                <a:spcPct val="110000"/>
              </a:lnSpc>
              <a:spcBef>
                <a:spcPts val="0"/>
              </a:spcBef>
              <a:spcAft>
                <a:spcPts val="1800"/>
              </a:spcAft>
              <a:buChar char="•"/>
              <a:defRPr sz="3375" b="0">
                <a:solidFill>
                  <a:schemeClr val="tx1"/>
                </a:solidFill>
                <a:latin typeface="+mn-lt"/>
                <a:ea typeface="+mn-lt"/>
                <a:cs typeface="+mn-lt"/>
              </a:defRPr>
            </a:lvl3pPr>
            <a:lvl4pPr marL="1714500" indent="-342900" algn="l">
              <a:lnSpc>
                <a:spcPct val="110000"/>
              </a:lnSpc>
              <a:spcBef>
                <a:spcPts val="0"/>
              </a:spcBef>
              <a:spcAft>
                <a:spcPts val="1800"/>
              </a:spcAft>
              <a:buChar char="•"/>
              <a:defRPr sz="3375" b="0">
                <a:solidFill>
                  <a:schemeClr val="tx1"/>
                </a:solidFill>
                <a:latin typeface="+mn-lt"/>
                <a:ea typeface="+mn-lt"/>
                <a:cs typeface="+mn-lt"/>
              </a:defRPr>
            </a:lvl4pPr>
            <a:lvl5pPr marL="2171700" indent="-342900" algn="l">
              <a:lnSpc>
                <a:spcPct val="110000"/>
              </a:lnSpc>
              <a:spcBef>
                <a:spcPts val="0"/>
              </a:spcBef>
              <a:spcAft>
                <a:spcPts val="1800"/>
              </a:spcAft>
              <a:buChar char="•"/>
              <a:defRPr sz="3375" b="0">
                <a:solidFill>
                  <a:schemeClr val="tx1"/>
                </a:solidFill>
                <a:latin typeface="+mn-lt"/>
                <a:ea typeface="+mn-lt"/>
                <a:cs typeface="+mn-lt"/>
              </a:defRPr>
            </a:lvl5pPr>
            <a:lvl6pPr marL="2628900" indent="-342900" algn="l">
              <a:lnSpc>
                <a:spcPct val="110000"/>
              </a:lnSpc>
              <a:spcBef>
                <a:spcPts val="0"/>
              </a:spcBef>
              <a:spcAft>
                <a:spcPts val="1800"/>
              </a:spcAft>
              <a:buChar char="•"/>
              <a:defRPr sz="3375" b="0">
                <a:solidFill>
                  <a:schemeClr val="tx1"/>
                </a:solidFill>
                <a:latin typeface="+mn-lt"/>
                <a:ea typeface="+mn-lt"/>
                <a:cs typeface="+mn-lt"/>
              </a:defRPr>
            </a:lvl6pPr>
            <a:lvl7pPr marL="3086100" indent="-342900" algn="l">
              <a:lnSpc>
                <a:spcPct val="110000"/>
              </a:lnSpc>
              <a:spcBef>
                <a:spcPts val="0"/>
              </a:spcBef>
              <a:spcAft>
                <a:spcPts val="1800"/>
              </a:spcAft>
              <a:buChar char="•"/>
              <a:defRPr sz="3375" b="0">
                <a:solidFill>
                  <a:schemeClr val="tx1"/>
                </a:solidFill>
                <a:latin typeface="+mn-lt"/>
                <a:ea typeface="+mn-lt"/>
                <a:cs typeface="+mn-lt"/>
              </a:defRPr>
            </a:lvl7pPr>
            <a:lvl8pPr marL="3543300" indent="-342900" algn="l">
              <a:lnSpc>
                <a:spcPct val="110000"/>
              </a:lnSpc>
              <a:spcBef>
                <a:spcPts val="0"/>
              </a:spcBef>
              <a:spcAft>
                <a:spcPts val="1800"/>
              </a:spcAft>
              <a:buChar char="•"/>
              <a:defRPr sz="3375" b="0">
                <a:solidFill>
                  <a:schemeClr val="tx1"/>
                </a:solidFill>
                <a:latin typeface="+mn-lt"/>
                <a:ea typeface="+mn-lt"/>
                <a:cs typeface="+mn-lt"/>
              </a:defRPr>
            </a:lvl8pPr>
            <a:lvl9pPr marL="4000500" indent="-342900" algn="l">
              <a:lnSpc>
                <a:spcPct val="110000"/>
              </a:lnSpc>
              <a:spcBef>
                <a:spcPts val="0"/>
              </a:spcBef>
              <a:spcAft>
                <a:spcPts val="1800"/>
              </a:spcAft>
              <a:buChar char="•"/>
              <a:defRPr sz="3375"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D829607-F28A-4DC6-B1C1-B339454BFB00}"/>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gn="l">
              <a:lnSpc>
                <a:spcPct val="110000"/>
              </a:lnSpc>
              <a:spcBef>
                <a:spcPts val="0"/>
              </a:spcBef>
              <a:spcAft>
                <a:spcPts val="0"/>
              </a:spcAft>
              <a:buNone/>
              <a:defRPr sz="4950" b="1">
                <a:solidFill>
                  <a:schemeClr val="tx1"/>
                </a:solidFill>
                <a:latin typeface="+mj-lt"/>
                <a:ea typeface="+mj-lt"/>
                <a:cs typeface="+mj-lt"/>
              </a:defRPr>
            </a:lvl1pPr>
            <a:lvl2pPr marL="0" indent="0" algn="l">
              <a:lnSpc>
                <a:spcPct val="110000"/>
              </a:lnSpc>
              <a:spcBef>
                <a:spcPts val="0"/>
              </a:spcBef>
              <a:spcAft>
                <a:spcPts val="0"/>
              </a:spcAft>
              <a:buNone/>
              <a:defRPr sz="4950" b="1">
                <a:solidFill>
                  <a:schemeClr val="tx1"/>
                </a:solidFill>
                <a:latin typeface="+mj-lt"/>
                <a:ea typeface="+mj-lt"/>
                <a:cs typeface="+mj-lt"/>
              </a:defRPr>
            </a:lvl2pPr>
            <a:lvl3pPr marL="0" indent="0" algn="l">
              <a:lnSpc>
                <a:spcPct val="110000"/>
              </a:lnSpc>
              <a:spcBef>
                <a:spcPts val="0"/>
              </a:spcBef>
              <a:spcAft>
                <a:spcPts val="0"/>
              </a:spcAft>
              <a:buNone/>
              <a:defRPr sz="4950" b="1">
                <a:solidFill>
                  <a:schemeClr val="tx1"/>
                </a:solidFill>
                <a:latin typeface="+mj-lt"/>
                <a:ea typeface="+mj-lt"/>
                <a:cs typeface="+mj-lt"/>
              </a:defRPr>
            </a:lvl3pPr>
            <a:lvl4pPr marL="0" indent="0" algn="l">
              <a:lnSpc>
                <a:spcPct val="110000"/>
              </a:lnSpc>
              <a:spcBef>
                <a:spcPts val="0"/>
              </a:spcBef>
              <a:spcAft>
                <a:spcPts val="0"/>
              </a:spcAft>
              <a:buNone/>
              <a:defRPr sz="4950" b="1">
                <a:solidFill>
                  <a:schemeClr val="tx1"/>
                </a:solidFill>
                <a:latin typeface="+mj-lt"/>
                <a:ea typeface="+mj-lt"/>
                <a:cs typeface="+mj-lt"/>
              </a:defRPr>
            </a:lvl4pPr>
            <a:lvl5pPr marL="0" indent="0" algn="l">
              <a:lnSpc>
                <a:spcPct val="110000"/>
              </a:lnSpc>
              <a:spcBef>
                <a:spcPts val="0"/>
              </a:spcBef>
              <a:spcAft>
                <a:spcPts val="0"/>
              </a:spcAft>
              <a:buNone/>
              <a:defRPr sz="4950" b="1">
                <a:solidFill>
                  <a:schemeClr val="tx1"/>
                </a:solidFill>
                <a:latin typeface="+mj-lt"/>
                <a:ea typeface="+mj-lt"/>
                <a:cs typeface="+mj-lt"/>
              </a:defRPr>
            </a:lvl5pPr>
            <a:lvl6pPr marL="0" indent="0" algn="l">
              <a:lnSpc>
                <a:spcPct val="110000"/>
              </a:lnSpc>
              <a:spcBef>
                <a:spcPts val="0"/>
              </a:spcBef>
              <a:spcAft>
                <a:spcPts val="0"/>
              </a:spcAft>
              <a:buNone/>
              <a:defRPr sz="4950" b="1">
                <a:solidFill>
                  <a:schemeClr val="tx1"/>
                </a:solidFill>
                <a:latin typeface="+mj-lt"/>
                <a:ea typeface="+mj-lt"/>
                <a:cs typeface="+mj-lt"/>
              </a:defRPr>
            </a:lvl6pPr>
            <a:lvl7pPr marL="0" indent="0" algn="l">
              <a:lnSpc>
                <a:spcPct val="110000"/>
              </a:lnSpc>
              <a:spcBef>
                <a:spcPts val="0"/>
              </a:spcBef>
              <a:spcAft>
                <a:spcPts val="0"/>
              </a:spcAft>
              <a:buNone/>
              <a:defRPr sz="4950" b="1">
                <a:solidFill>
                  <a:schemeClr val="tx1"/>
                </a:solidFill>
                <a:latin typeface="+mj-lt"/>
                <a:ea typeface="+mj-lt"/>
                <a:cs typeface="+mj-lt"/>
              </a:defRPr>
            </a:lvl7pPr>
            <a:lvl8pPr marL="0" indent="0" algn="l">
              <a:lnSpc>
                <a:spcPct val="110000"/>
              </a:lnSpc>
              <a:spcBef>
                <a:spcPts val="0"/>
              </a:spcBef>
              <a:spcAft>
                <a:spcPts val="0"/>
              </a:spcAft>
              <a:buNone/>
              <a:defRPr sz="4950" b="1">
                <a:solidFill>
                  <a:schemeClr val="tx1"/>
                </a:solidFill>
                <a:latin typeface="+mj-lt"/>
                <a:ea typeface="+mj-lt"/>
                <a:cs typeface="+mj-lt"/>
              </a:defRPr>
            </a:lvl8pPr>
            <a:lvl9pPr marL="0" indent="0" algn="l">
              <a:lnSpc>
                <a:spcPct val="110000"/>
              </a:lnSpc>
              <a:spcBef>
                <a:spcPts val="0"/>
              </a:spcBef>
              <a:spcAft>
                <a:spcPts val="0"/>
              </a:spcAft>
              <a:buNone/>
              <a:defRPr sz="495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548D8D4-BC43-4838-BCC8-FAA60920A337}"/>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gn="l">
              <a:lnSpc>
                <a:spcPct val="110000"/>
              </a:lnSpc>
              <a:spcBef>
                <a:spcPts val="0"/>
              </a:spcBef>
              <a:spcAft>
                <a:spcPts val="1800"/>
              </a:spcAft>
              <a:buChar char="•"/>
              <a:defRPr sz="3150" b="0">
                <a:solidFill>
                  <a:schemeClr val="tx1"/>
                </a:solidFill>
                <a:latin typeface="+mn-lt"/>
                <a:ea typeface="+mn-lt"/>
                <a:cs typeface="+mn-lt"/>
              </a:defRPr>
            </a:lvl1pPr>
            <a:lvl2pPr marL="800100" indent="-342900" algn="l">
              <a:lnSpc>
                <a:spcPct val="110000"/>
              </a:lnSpc>
              <a:spcBef>
                <a:spcPts val="0"/>
              </a:spcBef>
              <a:spcAft>
                <a:spcPts val="1800"/>
              </a:spcAft>
              <a:buChar char="•"/>
              <a:defRPr sz="3150" b="0">
                <a:solidFill>
                  <a:schemeClr val="tx1"/>
                </a:solidFill>
                <a:latin typeface="+mn-lt"/>
                <a:ea typeface="+mn-lt"/>
                <a:cs typeface="+mn-lt"/>
              </a:defRPr>
            </a:lvl2pPr>
            <a:lvl3pPr marL="1257300" indent="-342900" algn="l">
              <a:lnSpc>
                <a:spcPct val="110000"/>
              </a:lnSpc>
              <a:spcBef>
                <a:spcPts val="0"/>
              </a:spcBef>
              <a:spcAft>
                <a:spcPts val="1800"/>
              </a:spcAft>
              <a:buChar char="•"/>
              <a:defRPr sz="3150" b="0">
                <a:solidFill>
                  <a:schemeClr val="tx1"/>
                </a:solidFill>
                <a:latin typeface="+mn-lt"/>
                <a:ea typeface="+mn-lt"/>
                <a:cs typeface="+mn-lt"/>
              </a:defRPr>
            </a:lvl3pPr>
            <a:lvl4pPr marL="1714500" indent="-342900" algn="l">
              <a:lnSpc>
                <a:spcPct val="110000"/>
              </a:lnSpc>
              <a:spcBef>
                <a:spcPts val="0"/>
              </a:spcBef>
              <a:spcAft>
                <a:spcPts val="1800"/>
              </a:spcAft>
              <a:buChar char="•"/>
              <a:defRPr sz="3150" b="0">
                <a:solidFill>
                  <a:schemeClr val="tx1"/>
                </a:solidFill>
                <a:latin typeface="+mn-lt"/>
                <a:ea typeface="+mn-lt"/>
                <a:cs typeface="+mn-lt"/>
              </a:defRPr>
            </a:lvl4pPr>
            <a:lvl5pPr marL="2171700" indent="-342900" algn="l">
              <a:lnSpc>
                <a:spcPct val="110000"/>
              </a:lnSpc>
              <a:spcBef>
                <a:spcPts val="0"/>
              </a:spcBef>
              <a:spcAft>
                <a:spcPts val="1800"/>
              </a:spcAft>
              <a:buChar char="•"/>
              <a:defRPr sz="3150" b="0">
                <a:solidFill>
                  <a:schemeClr val="tx1"/>
                </a:solidFill>
                <a:latin typeface="+mn-lt"/>
                <a:ea typeface="+mn-lt"/>
                <a:cs typeface="+mn-lt"/>
              </a:defRPr>
            </a:lvl5pPr>
            <a:lvl6pPr marL="2628900" indent="-342900" algn="l">
              <a:lnSpc>
                <a:spcPct val="110000"/>
              </a:lnSpc>
              <a:spcBef>
                <a:spcPts val="0"/>
              </a:spcBef>
              <a:spcAft>
                <a:spcPts val="1800"/>
              </a:spcAft>
              <a:buChar char="•"/>
              <a:defRPr sz="3150" b="0">
                <a:solidFill>
                  <a:schemeClr val="tx1"/>
                </a:solidFill>
                <a:latin typeface="+mn-lt"/>
                <a:ea typeface="+mn-lt"/>
                <a:cs typeface="+mn-lt"/>
              </a:defRPr>
            </a:lvl6pPr>
            <a:lvl7pPr marL="3086100" indent="-342900" algn="l">
              <a:lnSpc>
                <a:spcPct val="110000"/>
              </a:lnSpc>
              <a:spcBef>
                <a:spcPts val="0"/>
              </a:spcBef>
              <a:spcAft>
                <a:spcPts val="1800"/>
              </a:spcAft>
              <a:buChar char="•"/>
              <a:defRPr sz="3150" b="0">
                <a:solidFill>
                  <a:schemeClr val="tx1"/>
                </a:solidFill>
                <a:latin typeface="+mn-lt"/>
                <a:ea typeface="+mn-lt"/>
                <a:cs typeface="+mn-lt"/>
              </a:defRPr>
            </a:lvl7pPr>
            <a:lvl8pPr marL="3543300" indent="-342900" algn="l">
              <a:lnSpc>
                <a:spcPct val="110000"/>
              </a:lnSpc>
              <a:spcBef>
                <a:spcPts val="0"/>
              </a:spcBef>
              <a:spcAft>
                <a:spcPts val="1800"/>
              </a:spcAft>
              <a:buChar char="•"/>
              <a:defRPr sz="3150" b="0">
                <a:solidFill>
                  <a:schemeClr val="tx1"/>
                </a:solidFill>
                <a:latin typeface="+mn-lt"/>
                <a:ea typeface="+mn-lt"/>
                <a:cs typeface="+mn-lt"/>
              </a:defRPr>
            </a:lvl8pPr>
            <a:lvl9pPr marL="4000500" indent="-342900" algn="l">
              <a:lnSpc>
                <a:spcPct val="110000"/>
              </a:lnSpc>
              <a:spcBef>
                <a:spcPts val="0"/>
              </a:spcBef>
              <a:spcAft>
                <a:spcPts val="1800"/>
              </a:spcAft>
              <a:buChar char="•"/>
              <a:defRPr sz="315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4BBA63C-AD3F-41E1-8038-21064B2B3409}"/>
              </a:ext>
            </a:extLst>
          </p:cNvPr>
          <p:cNvSpPr>
            <a:spLocks xmlns:a="http://schemas.openxmlformats.org/drawingml/2006/main" noGrp="1"/>
          </p:cNvSpPr>
          <p:nvPr>
            <p:ph type="body" idx="2"/>
          </p:nvPr>
        </p:nvSpPr>
        <p:spPr>
          <a:xfrm xmlns:a="http://schemas.openxmlformats.org/drawingml/2006/main">
            <a:off x="97155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gn="l">
              <a:lnSpc>
                <a:spcPct val="110000"/>
              </a:lnSpc>
              <a:spcBef>
                <a:spcPts val="0"/>
              </a:spcBef>
              <a:spcAft>
                <a:spcPts val="1800"/>
              </a:spcAft>
              <a:buChar char="•"/>
              <a:defRPr sz="3150" b="0">
                <a:solidFill>
                  <a:schemeClr val="tx1"/>
                </a:solidFill>
                <a:latin typeface="+mn-lt"/>
                <a:ea typeface="+mn-lt"/>
                <a:cs typeface="+mn-lt"/>
              </a:defRPr>
            </a:lvl1pPr>
            <a:lvl2pPr marL="800100" indent="-342900" algn="l">
              <a:lnSpc>
                <a:spcPct val="110000"/>
              </a:lnSpc>
              <a:spcBef>
                <a:spcPts val="0"/>
              </a:spcBef>
              <a:spcAft>
                <a:spcPts val="1800"/>
              </a:spcAft>
              <a:buChar char="•"/>
              <a:defRPr sz="3150" b="0">
                <a:solidFill>
                  <a:schemeClr val="tx1"/>
                </a:solidFill>
                <a:latin typeface="+mn-lt"/>
                <a:ea typeface="+mn-lt"/>
                <a:cs typeface="+mn-lt"/>
              </a:defRPr>
            </a:lvl2pPr>
            <a:lvl3pPr marL="1257300" indent="-342900" algn="l">
              <a:lnSpc>
                <a:spcPct val="110000"/>
              </a:lnSpc>
              <a:spcBef>
                <a:spcPts val="0"/>
              </a:spcBef>
              <a:spcAft>
                <a:spcPts val="1800"/>
              </a:spcAft>
              <a:buChar char="•"/>
              <a:defRPr sz="3150" b="0">
                <a:solidFill>
                  <a:schemeClr val="tx1"/>
                </a:solidFill>
                <a:latin typeface="+mn-lt"/>
                <a:ea typeface="+mn-lt"/>
                <a:cs typeface="+mn-lt"/>
              </a:defRPr>
            </a:lvl3pPr>
            <a:lvl4pPr marL="1714500" indent="-342900" algn="l">
              <a:lnSpc>
                <a:spcPct val="110000"/>
              </a:lnSpc>
              <a:spcBef>
                <a:spcPts val="0"/>
              </a:spcBef>
              <a:spcAft>
                <a:spcPts val="1800"/>
              </a:spcAft>
              <a:buChar char="•"/>
              <a:defRPr sz="3150" b="0">
                <a:solidFill>
                  <a:schemeClr val="tx1"/>
                </a:solidFill>
                <a:latin typeface="+mn-lt"/>
                <a:ea typeface="+mn-lt"/>
                <a:cs typeface="+mn-lt"/>
              </a:defRPr>
            </a:lvl4pPr>
            <a:lvl5pPr marL="2171700" indent="-342900" algn="l">
              <a:lnSpc>
                <a:spcPct val="110000"/>
              </a:lnSpc>
              <a:spcBef>
                <a:spcPts val="0"/>
              </a:spcBef>
              <a:spcAft>
                <a:spcPts val="1800"/>
              </a:spcAft>
              <a:buChar char="•"/>
              <a:defRPr sz="3150" b="0">
                <a:solidFill>
                  <a:schemeClr val="tx1"/>
                </a:solidFill>
                <a:latin typeface="+mn-lt"/>
                <a:ea typeface="+mn-lt"/>
                <a:cs typeface="+mn-lt"/>
              </a:defRPr>
            </a:lvl5pPr>
            <a:lvl6pPr marL="2628900" indent="-342900" algn="l">
              <a:lnSpc>
                <a:spcPct val="110000"/>
              </a:lnSpc>
              <a:spcBef>
                <a:spcPts val="0"/>
              </a:spcBef>
              <a:spcAft>
                <a:spcPts val="1800"/>
              </a:spcAft>
              <a:buChar char="•"/>
              <a:defRPr sz="3150" b="0">
                <a:solidFill>
                  <a:schemeClr val="tx1"/>
                </a:solidFill>
                <a:latin typeface="+mn-lt"/>
                <a:ea typeface="+mn-lt"/>
                <a:cs typeface="+mn-lt"/>
              </a:defRPr>
            </a:lvl6pPr>
            <a:lvl7pPr marL="3086100" indent="-342900" algn="l">
              <a:lnSpc>
                <a:spcPct val="110000"/>
              </a:lnSpc>
              <a:spcBef>
                <a:spcPts val="0"/>
              </a:spcBef>
              <a:spcAft>
                <a:spcPts val="1800"/>
              </a:spcAft>
              <a:buChar char="•"/>
              <a:defRPr sz="3150" b="0">
                <a:solidFill>
                  <a:schemeClr val="tx1"/>
                </a:solidFill>
                <a:latin typeface="+mn-lt"/>
                <a:ea typeface="+mn-lt"/>
                <a:cs typeface="+mn-lt"/>
              </a:defRPr>
            </a:lvl7pPr>
            <a:lvl8pPr marL="3543300" indent="-342900" algn="l">
              <a:lnSpc>
                <a:spcPct val="110000"/>
              </a:lnSpc>
              <a:spcBef>
                <a:spcPts val="0"/>
              </a:spcBef>
              <a:spcAft>
                <a:spcPts val="1800"/>
              </a:spcAft>
              <a:buChar char="•"/>
              <a:defRPr sz="3150" b="0">
                <a:solidFill>
                  <a:schemeClr val="tx1"/>
                </a:solidFill>
                <a:latin typeface="+mn-lt"/>
                <a:ea typeface="+mn-lt"/>
                <a:cs typeface="+mn-lt"/>
              </a:defRPr>
            </a:lvl8pPr>
            <a:lvl9pPr marL="4000500" indent="-342900" algn="l">
              <a:lnSpc>
                <a:spcPct val="110000"/>
              </a:lnSpc>
              <a:spcBef>
                <a:spcPts val="0"/>
              </a:spcBef>
              <a:spcAft>
                <a:spcPts val="1800"/>
              </a:spcAft>
              <a:buChar char="•"/>
              <a:defRPr sz="315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298F7E2-90AF-4E70-A0AF-32D512140076}"/>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gn="l">
              <a:lnSpc>
                <a:spcPct val="110000"/>
              </a:lnSpc>
              <a:spcBef>
                <a:spcPts val="0"/>
              </a:spcBef>
              <a:spcAft>
                <a:spcPts val="0"/>
              </a:spcAft>
              <a:buNone/>
              <a:defRPr sz="4950" b="1">
                <a:solidFill>
                  <a:schemeClr val="tx1"/>
                </a:solidFill>
                <a:latin typeface="+mj-lt"/>
                <a:ea typeface="+mj-lt"/>
                <a:cs typeface="+mj-lt"/>
              </a:defRPr>
            </a:lvl1pPr>
            <a:lvl2pPr marL="0" indent="0" algn="l">
              <a:lnSpc>
                <a:spcPct val="110000"/>
              </a:lnSpc>
              <a:spcBef>
                <a:spcPts val="0"/>
              </a:spcBef>
              <a:spcAft>
                <a:spcPts val="0"/>
              </a:spcAft>
              <a:buNone/>
              <a:defRPr sz="4950" b="1">
                <a:solidFill>
                  <a:schemeClr val="tx1"/>
                </a:solidFill>
                <a:latin typeface="+mj-lt"/>
                <a:ea typeface="+mj-lt"/>
                <a:cs typeface="+mj-lt"/>
              </a:defRPr>
            </a:lvl2pPr>
            <a:lvl3pPr marL="0" indent="0" algn="l">
              <a:lnSpc>
                <a:spcPct val="110000"/>
              </a:lnSpc>
              <a:spcBef>
                <a:spcPts val="0"/>
              </a:spcBef>
              <a:spcAft>
                <a:spcPts val="0"/>
              </a:spcAft>
              <a:buNone/>
              <a:defRPr sz="4950" b="1">
                <a:solidFill>
                  <a:schemeClr val="tx1"/>
                </a:solidFill>
                <a:latin typeface="+mj-lt"/>
                <a:ea typeface="+mj-lt"/>
                <a:cs typeface="+mj-lt"/>
              </a:defRPr>
            </a:lvl3pPr>
            <a:lvl4pPr marL="0" indent="0" algn="l">
              <a:lnSpc>
                <a:spcPct val="110000"/>
              </a:lnSpc>
              <a:spcBef>
                <a:spcPts val="0"/>
              </a:spcBef>
              <a:spcAft>
                <a:spcPts val="0"/>
              </a:spcAft>
              <a:buNone/>
              <a:defRPr sz="4950" b="1">
                <a:solidFill>
                  <a:schemeClr val="tx1"/>
                </a:solidFill>
                <a:latin typeface="+mj-lt"/>
                <a:ea typeface="+mj-lt"/>
                <a:cs typeface="+mj-lt"/>
              </a:defRPr>
            </a:lvl4pPr>
            <a:lvl5pPr marL="0" indent="0" algn="l">
              <a:lnSpc>
                <a:spcPct val="110000"/>
              </a:lnSpc>
              <a:spcBef>
                <a:spcPts val="0"/>
              </a:spcBef>
              <a:spcAft>
                <a:spcPts val="0"/>
              </a:spcAft>
              <a:buNone/>
              <a:defRPr sz="4950" b="1">
                <a:solidFill>
                  <a:schemeClr val="tx1"/>
                </a:solidFill>
                <a:latin typeface="+mj-lt"/>
                <a:ea typeface="+mj-lt"/>
                <a:cs typeface="+mj-lt"/>
              </a:defRPr>
            </a:lvl5pPr>
            <a:lvl6pPr marL="0" indent="0" algn="l">
              <a:lnSpc>
                <a:spcPct val="110000"/>
              </a:lnSpc>
              <a:spcBef>
                <a:spcPts val="0"/>
              </a:spcBef>
              <a:spcAft>
                <a:spcPts val="0"/>
              </a:spcAft>
              <a:buNone/>
              <a:defRPr sz="4950" b="1">
                <a:solidFill>
                  <a:schemeClr val="tx1"/>
                </a:solidFill>
                <a:latin typeface="+mj-lt"/>
                <a:ea typeface="+mj-lt"/>
                <a:cs typeface="+mj-lt"/>
              </a:defRPr>
            </a:lvl6pPr>
            <a:lvl7pPr marL="0" indent="0" algn="l">
              <a:lnSpc>
                <a:spcPct val="110000"/>
              </a:lnSpc>
              <a:spcBef>
                <a:spcPts val="0"/>
              </a:spcBef>
              <a:spcAft>
                <a:spcPts val="0"/>
              </a:spcAft>
              <a:buNone/>
              <a:defRPr sz="4950" b="1">
                <a:solidFill>
                  <a:schemeClr val="tx1"/>
                </a:solidFill>
                <a:latin typeface="+mj-lt"/>
                <a:ea typeface="+mj-lt"/>
                <a:cs typeface="+mj-lt"/>
              </a:defRPr>
            </a:lvl7pPr>
            <a:lvl8pPr marL="0" indent="0" algn="l">
              <a:lnSpc>
                <a:spcPct val="110000"/>
              </a:lnSpc>
              <a:spcBef>
                <a:spcPts val="0"/>
              </a:spcBef>
              <a:spcAft>
                <a:spcPts val="0"/>
              </a:spcAft>
              <a:buNone/>
              <a:defRPr sz="4950" b="1">
                <a:solidFill>
                  <a:schemeClr val="tx1"/>
                </a:solidFill>
                <a:latin typeface="+mj-lt"/>
                <a:ea typeface="+mj-lt"/>
                <a:cs typeface="+mj-lt"/>
              </a:defRPr>
            </a:lvl8pPr>
            <a:lvl9pPr marL="0" indent="0" algn="l">
              <a:lnSpc>
                <a:spcPct val="110000"/>
              </a:lnSpc>
              <a:spcBef>
                <a:spcPts val="0"/>
              </a:spcBef>
              <a:spcAft>
                <a:spcPts val="0"/>
              </a:spcAft>
              <a:buNone/>
              <a:defRPr sz="495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6E71D6F-F449-4DEA-93F0-51306CAC40A4}"/>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gn="l">
              <a:lnSpc>
                <a:spcPct val="110000"/>
              </a:lnSpc>
              <a:spcBef>
                <a:spcPts val="0"/>
              </a:spcBef>
              <a:spcAft>
                <a:spcPts val="1800"/>
              </a:spcAft>
              <a:buChar char="•"/>
              <a:defRPr sz="3375" b="0">
                <a:solidFill>
                  <a:schemeClr val="tx1"/>
                </a:solidFill>
                <a:latin typeface="+mn-lt"/>
                <a:ea typeface="+mn-lt"/>
                <a:cs typeface="+mn-lt"/>
              </a:defRPr>
            </a:lvl1pPr>
            <a:lvl2pPr marL="800100" indent="-342900" algn="l">
              <a:lnSpc>
                <a:spcPct val="110000"/>
              </a:lnSpc>
              <a:spcBef>
                <a:spcPts val="0"/>
              </a:spcBef>
              <a:spcAft>
                <a:spcPts val="1800"/>
              </a:spcAft>
              <a:buChar char="•"/>
              <a:defRPr sz="3375" b="0">
                <a:solidFill>
                  <a:schemeClr val="tx1"/>
                </a:solidFill>
                <a:latin typeface="+mn-lt"/>
                <a:ea typeface="+mn-lt"/>
                <a:cs typeface="+mn-lt"/>
              </a:defRPr>
            </a:lvl2pPr>
            <a:lvl3pPr marL="1257300" indent="-342900" algn="l">
              <a:lnSpc>
                <a:spcPct val="110000"/>
              </a:lnSpc>
              <a:spcBef>
                <a:spcPts val="0"/>
              </a:spcBef>
              <a:spcAft>
                <a:spcPts val="1800"/>
              </a:spcAft>
              <a:buChar char="•"/>
              <a:defRPr sz="3375" b="0">
                <a:solidFill>
                  <a:schemeClr val="tx1"/>
                </a:solidFill>
                <a:latin typeface="+mn-lt"/>
                <a:ea typeface="+mn-lt"/>
                <a:cs typeface="+mn-lt"/>
              </a:defRPr>
            </a:lvl3pPr>
            <a:lvl4pPr marL="1714500" indent="-342900" algn="l">
              <a:lnSpc>
                <a:spcPct val="110000"/>
              </a:lnSpc>
              <a:spcBef>
                <a:spcPts val="0"/>
              </a:spcBef>
              <a:spcAft>
                <a:spcPts val="1800"/>
              </a:spcAft>
              <a:buChar char="•"/>
              <a:defRPr sz="3375" b="0">
                <a:solidFill>
                  <a:schemeClr val="tx1"/>
                </a:solidFill>
                <a:latin typeface="+mn-lt"/>
                <a:ea typeface="+mn-lt"/>
                <a:cs typeface="+mn-lt"/>
              </a:defRPr>
            </a:lvl4pPr>
            <a:lvl5pPr marL="2171700" indent="-342900" algn="l">
              <a:lnSpc>
                <a:spcPct val="110000"/>
              </a:lnSpc>
              <a:spcBef>
                <a:spcPts val="0"/>
              </a:spcBef>
              <a:spcAft>
                <a:spcPts val="1800"/>
              </a:spcAft>
              <a:buChar char="•"/>
              <a:defRPr sz="3375" b="0">
                <a:solidFill>
                  <a:schemeClr val="tx1"/>
                </a:solidFill>
                <a:latin typeface="+mn-lt"/>
                <a:ea typeface="+mn-lt"/>
                <a:cs typeface="+mn-lt"/>
              </a:defRPr>
            </a:lvl5pPr>
            <a:lvl6pPr marL="2628900" indent="-342900" algn="l">
              <a:lnSpc>
                <a:spcPct val="110000"/>
              </a:lnSpc>
              <a:spcBef>
                <a:spcPts val="0"/>
              </a:spcBef>
              <a:spcAft>
                <a:spcPts val="1800"/>
              </a:spcAft>
              <a:buChar char="•"/>
              <a:defRPr sz="3375" b="0">
                <a:solidFill>
                  <a:schemeClr val="tx1"/>
                </a:solidFill>
                <a:latin typeface="+mn-lt"/>
                <a:ea typeface="+mn-lt"/>
                <a:cs typeface="+mn-lt"/>
              </a:defRPr>
            </a:lvl6pPr>
            <a:lvl7pPr marL="3086100" indent="-342900" algn="l">
              <a:lnSpc>
                <a:spcPct val="110000"/>
              </a:lnSpc>
              <a:spcBef>
                <a:spcPts val="0"/>
              </a:spcBef>
              <a:spcAft>
                <a:spcPts val="1800"/>
              </a:spcAft>
              <a:buChar char="•"/>
              <a:defRPr sz="3375" b="0">
                <a:solidFill>
                  <a:schemeClr val="tx1"/>
                </a:solidFill>
                <a:latin typeface="+mn-lt"/>
                <a:ea typeface="+mn-lt"/>
                <a:cs typeface="+mn-lt"/>
              </a:defRPr>
            </a:lvl7pPr>
            <a:lvl8pPr marL="3543300" indent="-342900" algn="l">
              <a:lnSpc>
                <a:spcPct val="110000"/>
              </a:lnSpc>
              <a:spcBef>
                <a:spcPts val="0"/>
              </a:spcBef>
              <a:spcAft>
                <a:spcPts val="1800"/>
              </a:spcAft>
              <a:buChar char="•"/>
              <a:defRPr sz="3375" b="0">
                <a:solidFill>
                  <a:schemeClr val="tx1"/>
                </a:solidFill>
                <a:latin typeface="+mn-lt"/>
                <a:ea typeface="+mn-lt"/>
                <a:cs typeface="+mn-lt"/>
              </a:defRPr>
            </a:lvl8pPr>
            <a:lvl9pPr marL="4000500" indent="-342900" algn="l">
              <a:lnSpc>
                <a:spcPct val="110000"/>
              </a:lnSpc>
              <a:spcBef>
                <a:spcPts val="0"/>
              </a:spcBef>
              <a:spcAft>
                <a:spcPts val="1800"/>
              </a:spcAft>
              <a:buChar char="•"/>
              <a:defRPr sz="3375"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8a06d72188946db" /><Relationship Type="http://schemas.openxmlformats.org/officeDocument/2006/relationships/slideLayout" Target="/ppt/slideLayouts/slideLayout1.xml" Id="R35261b3fa23c4348" /><Relationship Type="http://schemas.openxmlformats.org/officeDocument/2006/relationships/slideLayout" Target="/ppt/slideLayouts/slideLayout2.xml" Id="Rdf501f3151fc407d" /><Relationship Type="http://schemas.openxmlformats.org/officeDocument/2006/relationships/slideLayout" Target="/ppt/slideLayouts/slideLayout3.xml" Id="Re65b6bb3762245a8" /><Relationship Type="http://schemas.openxmlformats.org/officeDocument/2006/relationships/slideLayout" Target="/ppt/slideLayouts/slideLayout4.xml" Id="R552bac15b076418d" /><Relationship Type="http://schemas.openxmlformats.org/officeDocument/2006/relationships/slideLayout" Target="/ppt/slideLayouts/slideLayout5.xml" Id="R3c69a92de1c54e92" /><Relationship Type="http://schemas.openxmlformats.org/officeDocument/2006/relationships/slideLayout" Target="/ppt/slideLayouts/slideLayout6.xml" Id="Re792a5748b8344c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5261b3fa23c4348"/>
    <p:sldLayoutId xmlns:r="http://schemas.openxmlformats.org/officeDocument/2006/relationships" id="2147483650" r:id="Rdf501f3151fc407d"/>
    <p:sldLayoutId xmlns:r="http://schemas.openxmlformats.org/officeDocument/2006/relationships" id="2147483651" r:id="Re65b6bb3762245a8"/>
    <p:sldLayoutId xmlns:r="http://schemas.openxmlformats.org/officeDocument/2006/relationships" id="2147483652" r:id="R552bac15b076418d"/>
    <p:sldLayoutId xmlns:r="http://schemas.openxmlformats.org/officeDocument/2006/relationships" id="2147483653" r:id="R3c69a92de1c54e92"/>
    <p:sldLayoutId xmlns:r="http://schemas.openxmlformats.org/officeDocument/2006/relationships" id="2147483654" r:id="Re792a5748b8344c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8d7090814f147f5" /><Relationship Type="http://schemas.openxmlformats.org/officeDocument/2006/relationships/hyperlink" Target="https://github.com/PhamQuangDuc1/PRM.POWER9/blob/aed77f1ccd9b8721816932cc7471992fbb7b7be8/output/presentation/Power9_Office_Lab2/sources/guidelines/PRM323_Lab2_HuongDan_Slide_Presentation_Demo.docx" TargetMode="External" Id="Rab78d61f946b4a6e" /><Relationship Type="http://schemas.openxmlformats.org/officeDocument/2006/relationships/hyperlink" Target="https://www.figma.com/design/MTv5qJbn065VYJQIXausoq" TargetMode="External" Id="Rff696c116387430d" /><Relationship Type="http://schemas.openxmlformats.org/officeDocument/2006/relationships/hyperlink" Target="https://github.com/PhamQuangDuc1/PRM.POWER9" TargetMode="External" Id="R921e699cda924324" /><Relationship Type="http://schemas.openxmlformats.org/officeDocument/2006/relationships/image" Target="/ppt/media/image.png" Id="R74fe2431b6434233" /><Relationship Type="http://schemas.openxmlformats.org/officeDocument/2006/relationships/notesSlide" Target="/ppt/notesSlides/notesSlide1.xml" Id="R5f0ffda379f145b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61316a9751a4dfd" /><Relationship Type="http://schemas.openxmlformats.org/officeDocument/2006/relationships/hyperlink" Target="https://github.com/PhamQuangDuc1/PRM.POWER9/blob/aed77f1ccd9b8721816932cc7471992fbb7b7be8/ux/persona.md" TargetMode="External" Id="R5439d1383ac84b94" /><Relationship Type="http://schemas.openxmlformats.org/officeDocument/2006/relationships/hyperlink" Target="https://github.com/PhamQuangDuc1/PRM.POWER9/blob/aed77f1ccd9b8721816932cc7471992fbb7b7be8/design/DESIGN.md" TargetMode="External" Id="R7a89af63787c4a06" /><Relationship Type="http://schemas.openxmlformats.org/officeDocument/2006/relationships/notesSlide" Target="/ppt/notesSlides/notesSlide2.xml" Id="Rd902ff58fa884b5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fd016da73654815" /><Relationship Type="http://schemas.openxmlformats.org/officeDocument/2006/relationships/hyperlink" Target="https://github.com/PhamQuangDuc1/PRM.POWER9/blob/aed77f1ccd9b8721816932cc7471992fbb7b7be8/ux/user-flow.md" TargetMode="External" Id="R5843e5f5236a4cfd" /><Relationship Type="http://schemas.openxmlformats.org/officeDocument/2006/relationships/hyperlink" Target="https://www.figma.com/design/MTv5qJbn065VYJQIXausoq?node-id=7-4" TargetMode="External" Id="R79350a6366ec4a46" /><Relationship Type="http://schemas.openxmlformats.org/officeDocument/2006/relationships/notesSlide" Target="/ppt/notesSlides/notesSlide3.xml" Id="R3305057ea41f476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f03651ddfc64bb1" /><Relationship Type="http://schemas.openxmlformats.org/officeDocument/2006/relationships/hyperlink" Target="https://github.com/PhamQuangDuc1/PRM.POWER9/blob/aed77f1ccd9b8721816932cc7471992fbb7b7be8/ux/user-flow.md" TargetMode="External" Id="R86cded2b8638479e" /><Relationship Type="http://schemas.openxmlformats.org/officeDocument/2006/relationships/hyperlink" Target="https://www.figma.com/design/MTv5qJbn065VYJQIXausoq?node-id=10-14" TargetMode="External" Id="R2449ed4ab85d4add" /><Relationship Type="http://schemas.openxmlformats.org/officeDocument/2006/relationships/notesSlide" Target="/ppt/notesSlides/notesSlide4.xml" Id="Readad27c01924e8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d33d080e47d483b" /><Relationship Type="http://schemas.openxmlformats.org/officeDocument/2006/relationships/hyperlink" Target="https://github.com/PhamQuangDuc1/PRM.POWER9/blob/aed77f1ccd9b8721816932cc7471992fbb7b7be8/ai/prompts/OFFICE-UI01-from-final-wireframe.md" TargetMode="External" Id="R55043144ac7b4877" /><Relationship Type="http://schemas.openxmlformats.org/officeDocument/2006/relationships/hyperlink" Target="https://github.com/PhamQuangDuc1/PRM.POWER9/blob/aed77f1ccd9b8721816932cc7471992fbb7b7be8/ai/ai-design-log.md" TargetMode="External" Id="R6bbd2a8c7a2f483d" /><Relationship Type="http://schemas.openxmlformats.org/officeDocument/2006/relationships/hyperlink" Target="https://stitch.withgoogle.com/projects/2176700449127941467" TargetMode="External" Id="Raa07111ee41240ed" /><Relationship Type="http://schemas.openxmlformats.org/officeDocument/2006/relationships/image" Target="/ppt/media/image2.png" Id="Rf15d31aaa4904fa9" /><Relationship Type="http://schemas.openxmlformats.org/officeDocument/2006/relationships/notesSlide" Target="/ppt/notesSlides/notesSlide5.xml" Id="Ree59b664e043403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6042db3f8984a24" /><Relationship Type="http://schemas.openxmlformats.org/officeDocument/2006/relationships/hyperlink" Target="https://github.com/PhamQuangDuc1/PRM.POWER9/blob/aed77f1ccd9b8721816932cc7471992fbb7b7be8/docs/SLIDE-3-VONG-PHAN-BIEN.md" TargetMode="External" Id="Rd77e4384286a4d75" /><Relationship Type="http://schemas.openxmlformats.org/officeDocument/2006/relationships/hyperlink" Target="https://github.com/PhamQuangDuc1/PRM.POWER9/blob/aed77f1ccd9b8721816932cc7471992fbb7b7be8/ai/critiques/OFFICE-3-MAIN-CRITIQUES.md" TargetMode="External" Id="R6ebe18139ebe4ded" /><Relationship Type="http://schemas.openxmlformats.org/officeDocument/2006/relationships/image" Target="/ppt/media/image3.png" Id="Rc0b9ddc5dc1e4333" /><Relationship Type="http://schemas.openxmlformats.org/officeDocument/2006/relationships/image" Target="/ppt/media/image4.png" Id="R8c74290d42f145ca" /><Relationship Type="http://schemas.openxmlformats.org/officeDocument/2006/relationships/image" Target="/ppt/media/image5.png" Id="Rc34194ea6a8e4d52" /><Relationship Type="http://schemas.openxmlformats.org/officeDocument/2006/relationships/image" Target="/ppt/media/image6.png" Id="R7663c7d0220f4fbf" /><Relationship Type="http://schemas.openxmlformats.org/officeDocument/2006/relationships/image" Target="/ppt/media/image7.png" Id="Re45896490bd9437c" /><Relationship Type="http://schemas.openxmlformats.org/officeDocument/2006/relationships/image" Target="/ppt/media/image8.png" Id="Rdb34da9d66cc403a" /><Relationship Type="http://schemas.openxmlformats.org/officeDocument/2006/relationships/notesSlide" Target="/ppt/notesSlides/notesSlide6.xml" Id="Rb9554c8ab59d492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5bdd93cc9c14562" /><Relationship Type="http://schemas.openxmlformats.org/officeDocument/2006/relationships/hyperlink" Target="https://github.com/PhamQuangDuc1/PRM.POWER9/blob/aed77f1ccd9b8721816932cc7471992fbb7b7be8/design/design-decisions.md" TargetMode="External" Id="R561e356056d84508" /><Relationship Type="http://schemas.openxmlformats.org/officeDocument/2006/relationships/hyperlink" Target="https://github.com/PhamQuangDuc1/PRM.POWER9/blob/aed77f1ccd9b8721816932cc7471992fbb7b7be8/ai/critiques/OFFICE-OI03-expanded-review.md" TargetMode="External" Id="R85131df2203d44f9" /><Relationship Type="http://schemas.openxmlformats.org/officeDocument/2006/relationships/hyperlink" Target="https://www.figma.com/design/MTv5qJbn065VYJQIXausoq?node-id=27-3" TargetMode="External" Id="R6acbec2e74874ee9" /><Relationship Type="http://schemas.openxmlformats.org/officeDocument/2006/relationships/notesSlide" Target="/ppt/notesSlides/notesSlide7.xml" Id="R8c6ccf1349274ca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9e3cbbe70834667" /><Relationship Type="http://schemas.openxmlformats.org/officeDocument/2006/relationships/hyperlink" Target="https://github.com/PhamQuangDuc1/PRM.POWER9/blob/aed77f1ccd9b8721816932cc7471992fbb7b7be8/output/presentation/Power9_Office_Lab2/sources/evidence/WIREFRAME-S07.png" TargetMode="External" Id="R1af4d176fa0d4a5a" /><Relationship Type="http://schemas.openxmlformats.org/officeDocument/2006/relationships/hyperlink" Target="https://www.figma.com/design/MTv5qJbn065VYJQIXausoq?node-id=27-3" TargetMode="External" Id="R1b7cc5d5e4e8494b" /><Relationship Type="http://schemas.openxmlformats.org/officeDocument/2006/relationships/hyperlink" Target="https://github.com/PhamQuangDuc1/PRM.POWER9/blob/aed77f1ccd9b8721816932cc7471992fbb7b7be8/output/presentation/Power9_Office_Lab2/sources/evidence-provenance.json" TargetMode="External" Id="R56c71a7eec924538" /><Relationship Type="http://schemas.openxmlformats.org/officeDocument/2006/relationships/image" Target="/ppt/media/image9.png" Id="Rcf0b05b4106544a3" /><Relationship Type="http://schemas.openxmlformats.org/officeDocument/2006/relationships/image" Target="/ppt/media/image10.png" Id="Rc0e828eb27f54e81" /><Relationship Type="http://schemas.openxmlformats.org/officeDocument/2006/relationships/image" Target="/ppt/media/image11.png" Id="R2df4d67f6d1f44a0" /><Relationship Type="http://schemas.openxmlformats.org/officeDocument/2006/relationships/notesSlide" Target="/ppt/notesSlides/notesSlide8.xml" Id="Rda77807a9204461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73b275df59b4c14" /><Relationship Type="http://schemas.openxmlformats.org/officeDocument/2006/relationships/hyperlink" Target="https://www.figma.com/design/MTv5qJbn065VYJQIXausoq?node-id=15-48" TargetMode="External" Id="Re892620fb06c4138" /><Relationship Type="http://schemas.openxmlformats.org/officeDocument/2006/relationships/hyperlink" Target="https://www.figma.com/design/MTv5qJbn065VYJQIXausoq?node-id=16-28" TargetMode="External" Id="R94596ad5832042cc" /><Relationship Type="http://schemas.openxmlformats.org/officeDocument/2006/relationships/hyperlink" Target="https://github.com/PhamQuangDuc1/PRM.POWER9/blob/aed77f1ccd9b8721816932cc7471992fbb7b7be8/assets/figma/office-checkpoint.json" TargetMode="External" Id="Rb4e663ffa46e4c9c" /><Relationship Type="http://schemas.openxmlformats.org/officeDocument/2006/relationships/image" Target="/ppt/media/image12.png" Id="R70f73e0e805f4c55" /><Relationship Type="http://schemas.openxmlformats.org/officeDocument/2006/relationships/notesSlide" Target="/ppt/notesSlides/notesSlide9.xml" Id="R4d195763a0e049a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d92e7f8b4864f53" /><Relationship Type="http://schemas.openxmlformats.org/officeDocument/2006/relationships/hyperlink" Target="https://www.w3.org/WAI/WCAG22/Understanding/contrast-minimum.html" TargetMode="External" Id="R55f45c90008a4ebf" /><Relationship Type="http://schemas.openxmlformats.org/officeDocument/2006/relationships/hyperlink" Target="https://support.google.com/accessibility/android/answer/7101858?hl=en" TargetMode="External" Id="R93f93ee03ca14f66" /><Relationship Type="http://schemas.openxmlformats.org/officeDocument/2006/relationships/hyperlink" Target="https://github.com/PhamQuangDuc1/PRM.POWER9/blob/aed77f1ccd9b8721816932cc7471992fbb7b7be8/assets/figma/office-six-page-audit.json" TargetMode="External" Id="R0b808aa2398f42e3" /><Relationship Type="http://schemas.openxmlformats.org/officeDocument/2006/relationships/image" Target="/ppt/media/image13.png" Id="Re89d030c4f6c438c" /><Relationship Type="http://schemas.openxmlformats.org/officeDocument/2006/relationships/image" Target="/ppt/media/image14.png" Id="Reba70f9b3d7441d1" /><Relationship Type="http://schemas.openxmlformats.org/officeDocument/2006/relationships/notesSlide" Target="/ppt/notesSlides/notesSlide10.xml" Id="R057e0ad1c0404a8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e99a8e5328d4874" /><Relationship Type="http://schemas.openxmlformats.org/officeDocument/2006/relationships/hyperlink" Target="https://www.figma.com/design/MTv5qJbn065VYJQIXausoq?node-id=10-14" TargetMode="External" Id="R0257dc3f2ba04828" /><Relationship Type="http://schemas.openxmlformats.org/officeDocument/2006/relationships/hyperlink" Target="https://github.com/PhamQuangDuc1/PRM.POWER9/blob/aed77f1ccd9b8721816932cc7471992fbb7b7be8/assets/figma/office-behavior-audit.json" TargetMode="External" Id="R6163758d6fbd455d" /><Relationship Type="http://schemas.openxmlformats.org/officeDocument/2006/relationships/hyperlink" Target="https://github.com/PhamQuangDuc1/PRM.POWER9/blob/aed77f1ccd9b8721816932cc7471992fbb7b7be8/assets/figma/office-accordion-audit.json" TargetMode="External" Id="Re1d9f448fdb04b6e" /><Relationship Type="http://schemas.openxmlformats.org/officeDocument/2006/relationships/hyperlink" Target="https://www.figma.com/proto/MTv5qJbn065VYJQIXausoq?node-id=30-2&amp;starting-point-node-id=30-2" TargetMode="External" Id="R3924efb0345d4707" /><Relationship Type="http://schemas.openxmlformats.org/officeDocument/2006/relationships/hyperlink" Target="https://www.figma.com/proto/MTv5qJbn065VYJQIXausoq?node-id=30-324&amp;starting-point-node-id=30-324" TargetMode="External" Id="R4b3d66724dfc49f5" /><Relationship Type="http://schemas.openxmlformats.org/officeDocument/2006/relationships/hyperlink" Target="https://www.figma.com/proto/MTv5qJbn065VYJQIXausoq?node-id=30-638&amp;starting-point-node-id=30-638" TargetMode="External" Id="R97ebedc3439e4930" /><Relationship Type="http://schemas.openxmlformats.org/officeDocument/2006/relationships/image" Target="/ppt/media/image15.png" Id="R32e6d0ee475c4e1f" /><Relationship Type="http://schemas.openxmlformats.org/officeDocument/2006/relationships/notesSlide" Target="/ppt/notesSlides/notesSlide11.xml" Id="Rcc3e4af4dcf1417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8ff1cb7e0404467d" /><Relationship Type="http://schemas.openxmlformats.org/officeDocument/2006/relationships/hyperlink" Target="https://github.com/PhamQuangDuc1/PRM.POWER9/blob/aed77f1ccd9b8721816932cc7471992fbb7b7be8/handoff/flutter-handoff.md" TargetMode="External" Id="R662cbfd4affd4410" /><Relationship Type="http://schemas.openxmlformats.org/officeDocument/2006/relationships/hyperlink" Target="https://docs.flutter.dev/cookbook/design/themes" TargetMode="External" Id="R9821f255b3a34ee0" /><Relationship Type="http://schemas.openxmlformats.org/officeDocument/2006/relationships/hyperlink" Target="https://github.com/PhamQuangDuc1/PRM.POWER9" TargetMode="External" Id="R50e9e0dd18e54f70" /><Relationship Type="http://schemas.openxmlformats.org/officeDocument/2006/relationships/notesSlide" Target="/ppt/notesSlides/notesSlide12.xml" Id="R34e033b185a34dd2"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Power9 Office Routine">
            <a:extLst xmlns:a="http://schemas.openxmlformats.org/drawingml/2006/main">
              <a:ext uri="{FF2B5EF4-FFF2-40B4-BE49-F238E27FC236}">
                <a16:creationId xmlns:a16="http://schemas.microsoft.com/office/drawing/2014/main" id="{B3C5CC3F-AC14-4CD6-8DC9-FD0EEB3ED610}"/>
              </a:ext>
            </a:extLst>
          </p:cNvPr>
          <p:cNvSpPr>
            <a:spLocks xmlns:a="http://schemas.openxmlformats.org/drawingml/2006/main" noGrp="1"/>
          </p:cNvSpPr>
          <p:nvPr/>
        </p:nvSpPr>
        <p:spPr>
          <a:xfrm xmlns:a="http://schemas.openxmlformats.org/drawingml/2006/main">
            <a:off x="952500" y="619125"/>
            <a:ext cx="16192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4350" b="1">
                <a:solidFill>
                  <a:srgbClr val="1E5AA8"/>
                </a:solidFill>
                <a:latin typeface="Noto Sans"/>
                <a:ea typeface="Noto Sans"/>
                <a:cs typeface="Noto Sans"/>
              </a:defRPr>
            </a:defPPr>
            <a:lvl1pPr>
              <a:defRPr sz="4350" b="1">
                <a:solidFill>
                  <a:srgbClr val="1E5AA8"/>
                </a:solidFill>
                <a:latin typeface="Noto Sans"/>
                <a:ea typeface="Noto Sans"/>
                <a:cs typeface="Noto Sans"/>
              </a:defRPr>
            </a:lvl1pPr>
            <a:lvl2pPr>
              <a:defRPr sz="4350" b="1">
                <a:solidFill>
                  <a:srgbClr val="1E5AA8"/>
                </a:solidFill>
                <a:latin typeface="Noto Sans"/>
                <a:ea typeface="Noto Sans"/>
                <a:cs typeface="Noto Sans"/>
              </a:defRPr>
            </a:lvl2pPr>
            <a:lvl3pPr>
              <a:defRPr sz="4350" b="1">
                <a:solidFill>
                  <a:srgbClr val="1E5AA8"/>
                </a:solidFill>
                <a:latin typeface="Noto Sans"/>
                <a:ea typeface="Noto Sans"/>
                <a:cs typeface="Noto Sans"/>
              </a:defRPr>
            </a:lvl3pPr>
            <a:lvl4pPr>
              <a:defRPr sz="4350" b="1">
                <a:solidFill>
                  <a:srgbClr val="1E5AA8"/>
                </a:solidFill>
                <a:latin typeface="Noto Sans"/>
                <a:ea typeface="Noto Sans"/>
                <a:cs typeface="Noto Sans"/>
              </a:defRPr>
            </a:lvl4pPr>
            <a:lvl5pPr>
              <a:defRPr sz="4350" b="1">
                <a:solidFill>
                  <a:srgbClr val="1E5AA8"/>
                </a:solidFill>
                <a:latin typeface="Noto Sans"/>
                <a:ea typeface="Noto Sans"/>
                <a:cs typeface="Noto Sans"/>
              </a:defRPr>
            </a:lvl5pPr>
            <a:lvl6pPr>
              <a:defRPr sz="4350" b="1">
                <a:solidFill>
                  <a:srgbClr val="1E5AA8"/>
                </a:solidFill>
                <a:latin typeface="Noto Sans"/>
                <a:ea typeface="Noto Sans"/>
                <a:cs typeface="Noto Sans"/>
              </a:defRPr>
            </a:lvl6pPr>
            <a:lvl7pPr>
              <a:defRPr sz="4350" b="1">
                <a:solidFill>
                  <a:srgbClr val="1E5AA8"/>
                </a:solidFill>
                <a:latin typeface="Noto Sans"/>
                <a:ea typeface="Noto Sans"/>
                <a:cs typeface="Noto Sans"/>
              </a:defRPr>
            </a:lvl7pPr>
            <a:lvl8pPr>
              <a:defRPr sz="4350" b="1">
                <a:solidFill>
                  <a:srgbClr val="1E5AA8"/>
                </a:solidFill>
                <a:latin typeface="Noto Sans"/>
                <a:ea typeface="Noto Sans"/>
                <a:cs typeface="Noto Sans"/>
              </a:defRPr>
            </a:lvl8pPr>
            <a:lvl9pPr>
              <a:defRPr sz="4350" b="1">
                <a:solidFill>
                  <a:srgbClr val="1E5AA8"/>
                </a:solidFill>
                <a:latin typeface="Noto Sans"/>
                <a:ea typeface="Noto Sans"/>
                <a:cs typeface="Noto Sans"/>
              </a:defRPr>
            </a:lvl9pPr>
          </a:lstStyle>
          <a:p xmlns:a="http://schemas.openxmlformats.org/drawingml/2006/main">
            <a:pPr>
              <a:defRPr sz="4350" b="1">
                <a:solidFill>
                  <a:srgbClr val="1E5AA8"/>
                </a:solidFill>
                <a:latin typeface="Noto Sans"/>
                <a:ea typeface="Noto Sans"/>
                <a:cs typeface="Noto Sans"/>
              </a:defRPr>
            </a:pPr>
            <a:r>
              <a:rPr sz="4350" b="1">
                <a:solidFill>
                  <a:srgbClr val="1E5AA8"/>
                </a:solidFill>
                <a:latin typeface="Noto Sans"/>
                <a:ea typeface="Noto Sans"/>
                <a:cs typeface="Noto Sans"/>
              </a:rPr>
              <a:t>Power9 Office Routine</a:t>
            </a:r>
          </a:p>
        </p:txBody>
      </p:sp>
      <p:sp>
        <p:nvSpPr>
          <p:cNvPr id="2" name="PRM323 Lab 2   Thiết kế UI/UX có hỗ trợ AI">
            <a:extLst xmlns:a="http://schemas.openxmlformats.org/drawingml/2006/main">
              <a:ext uri="{FF2B5EF4-FFF2-40B4-BE49-F238E27FC236}">
                <a16:creationId xmlns:a16="http://schemas.microsoft.com/office/drawing/2014/main" id="{2D8D8447-AF9F-436F-B1FF-88CF4F3DCCB1}"/>
              </a:ext>
            </a:extLst>
          </p:cNvPr>
          <p:cNvSpPr>
            <a:spLocks xmlns:a="http://schemas.openxmlformats.org/drawingml/2006/main" noGrp="1"/>
          </p:cNvSpPr>
          <p:nvPr/>
        </p:nvSpPr>
        <p:spPr>
          <a:xfrm xmlns:a="http://schemas.openxmlformats.org/drawingml/2006/main">
            <a:off x="990600" y="1600200"/>
            <a:ext cx="1600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0">
                <a:solidFill>
                  <a:srgbClr val="424751"/>
                </a:solidFill>
                <a:latin typeface="Noto Sans"/>
                <a:ea typeface="Noto Sans"/>
                <a:cs typeface="Noto Sans"/>
              </a:defRPr>
            </a:defPPr>
            <a:lvl1pPr>
              <a:defRPr sz="2250" b="0">
                <a:solidFill>
                  <a:srgbClr val="424751"/>
                </a:solidFill>
                <a:latin typeface="Noto Sans"/>
                <a:ea typeface="Noto Sans"/>
                <a:cs typeface="Noto Sans"/>
              </a:defRPr>
            </a:lvl1pPr>
            <a:lvl2pPr>
              <a:defRPr sz="2250" b="0">
                <a:solidFill>
                  <a:srgbClr val="424751"/>
                </a:solidFill>
                <a:latin typeface="Noto Sans"/>
                <a:ea typeface="Noto Sans"/>
                <a:cs typeface="Noto Sans"/>
              </a:defRPr>
            </a:lvl2pPr>
            <a:lvl3pPr>
              <a:defRPr sz="2250" b="0">
                <a:solidFill>
                  <a:srgbClr val="424751"/>
                </a:solidFill>
                <a:latin typeface="Noto Sans"/>
                <a:ea typeface="Noto Sans"/>
                <a:cs typeface="Noto Sans"/>
              </a:defRPr>
            </a:lvl3pPr>
            <a:lvl4pPr>
              <a:defRPr sz="2250" b="0">
                <a:solidFill>
                  <a:srgbClr val="424751"/>
                </a:solidFill>
                <a:latin typeface="Noto Sans"/>
                <a:ea typeface="Noto Sans"/>
                <a:cs typeface="Noto Sans"/>
              </a:defRPr>
            </a:lvl4pPr>
            <a:lvl5pPr>
              <a:defRPr sz="2250" b="0">
                <a:solidFill>
                  <a:srgbClr val="424751"/>
                </a:solidFill>
                <a:latin typeface="Noto Sans"/>
                <a:ea typeface="Noto Sans"/>
                <a:cs typeface="Noto Sans"/>
              </a:defRPr>
            </a:lvl5pPr>
            <a:lvl6pPr>
              <a:defRPr sz="2250" b="0">
                <a:solidFill>
                  <a:srgbClr val="424751"/>
                </a:solidFill>
                <a:latin typeface="Noto Sans"/>
                <a:ea typeface="Noto Sans"/>
                <a:cs typeface="Noto Sans"/>
              </a:defRPr>
            </a:lvl6pPr>
            <a:lvl7pPr>
              <a:defRPr sz="2250" b="0">
                <a:solidFill>
                  <a:srgbClr val="424751"/>
                </a:solidFill>
                <a:latin typeface="Noto Sans"/>
                <a:ea typeface="Noto Sans"/>
                <a:cs typeface="Noto Sans"/>
              </a:defRPr>
            </a:lvl7pPr>
            <a:lvl8pPr>
              <a:defRPr sz="2250" b="0">
                <a:solidFill>
                  <a:srgbClr val="424751"/>
                </a:solidFill>
                <a:latin typeface="Noto Sans"/>
                <a:ea typeface="Noto Sans"/>
                <a:cs typeface="Noto Sans"/>
              </a:defRPr>
            </a:lvl8pPr>
            <a:lvl9pPr>
              <a:defRPr sz="2250" b="0">
                <a:solidFill>
                  <a:srgbClr val="424751"/>
                </a:solidFill>
                <a:latin typeface="Noto Sans"/>
                <a:ea typeface="Noto Sans"/>
                <a:cs typeface="Noto Sans"/>
              </a:defRPr>
            </a:lvl9pPr>
          </a:lstStyle>
          <a:p xmlns:a="http://schemas.openxmlformats.org/drawingml/2006/main">
            <a:pPr>
              <a:defRPr sz="2250" b="0">
                <a:solidFill>
                  <a:srgbClr val="424751"/>
                </a:solidFill>
                <a:latin typeface="Noto Sans"/>
                <a:ea typeface="Noto Sans"/>
                <a:cs typeface="Noto Sans"/>
              </a:defRPr>
            </a:pPr>
            <a:r>
              <a:rPr sz="2250" b="0">
                <a:solidFill>
                  <a:srgbClr val="424751"/>
                </a:solidFill>
                <a:latin typeface="Noto Sans"/>
                <a:ea typeface="Noto Sans"/>
                <a:cs typeface="Noto Sans"/>
              </a:rPr>
              <a:t>PRM323 Lab 2   Thiết kế UI/UX có hỗ trợ AI</a:t>
            </a:r>
          </a:p>
        </p:txBody>
      </p:sp>
      <p:sp>
        <p:nvSpPr>
          <p:cNvPr id="3" name="01 / 12">
            <a:extLst xmlns:a="http://schemas.openxmlformats.org/drawingml/2006/main">
              <a:ext uri="{FF2B5EF4-FFF2-40B4-BE49-F238E27FC236}">
                <a16:creationId xmlns:a16="http://schemas.microsoft.com/office/drawing/2014/main" id="{6BA02FE8-89F4-4A72-9781-D8CA10E352B1}"/>
              </a:ext>
            </a:extLst>
          </p:cNvPr>
          <p:cNvSpPr>
            <a:spLocks xmlns:a="http://schemas.openxmlformats.org/drawingml/2006/main" noGrp="1"/>
          </p:cNvSpPr>
          <p:nvPr/>
        </p:nvSpPr>
        <p:spPr>
          <a:xfrm xmlns:a="http://schemas.openxmlformats.org/drawingml/2006/main">
            <a:off x="16097250" y="72390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0">
                <a:solidFill>
                  <a:srgbClr val="424751"/>
                </a:solidFill>
                <a:latin typeface="Noto Sans"/>
                <a:ea typeface="Noto Sans"/>
                <a:cs typeface="Noto Sans"/>
              </a:defRPr>
            </a:defPPr>
            <a:lvl1pPr>
              <a:defRPr sz="1800" b="0">
                <a:solidFill>
                  <a:srgbClr val="424751"/>
                </a:solidFill>
                <a:latin typeface="Noto Sans"/>
                <a:ea typeface="Noto Sans"/>
                <a:cs typeface="Noto Sans"/>
              </a:defRPr>
            </a:lvl1pPr>
            <a:lvl2pPr>
              <a:defRPr sz="1800" b="0">
                <a:solidFill>
                  <a:srgbClr val="424751"/>
                </a:solidFill>
                <a:latin typeface="Noto Sans"/>
                <a:ea typeface="Noto Sans"/>
                <a:cs typeface="Noto Sans"/>
              </a:defRPr>
            </a:lvl2pPr>
            <a:lvl3pPr>
              <a:defRPr sz="1800" b="0">
                <a:solidFill>
                  <a:srgbClr val="424751"/>
                </a:solidFill>
                <a:latin typeface="Noto Sans"/>
                <a:ea typeface="Noto Sans"/>
                <a:cs typeface="Noto Sans"/>
              </a:defRPr>
            </a:lvl3pPr>
            <a:lvl4pPr>
              <a:defRPr sz="1800" b="0">
                <a:solidFill>
                  <a:srgbClr val="424751"/>
                </a:solidFill>
                <a:latin typeface="Noto Sans"/>
                <a:ea typeface="Noto Sans"/>
                <a:cs typeface="Noto Sans"/>
              </a:defRPr>
            </a:lvl4pPr>
            <a:lvl5pPr>
              <a:defRPr sz="1800" b="0">
                <a:solidFill>
                  <a:srgbClr val="424751"/>
                </a:solidFill>
                <a:latin typeface="Noto Sans"/>
                <a:ea typeface="Noto Sans"/>
                <a:cs typeface="Noto Sans"/>
              </a:defRPr>
            </a:lvl5pPr>
            <a:lvl6pPr>
              <a:defRPr sz="1800" b="0">
                <a:solidFill>
                  <a:srgbClr val="424751"/>
                </a:solidFill>
                <a:latin typeface="Noto Sans"/>
                <a:ea typeface="Noto Sans"/>
                <a:cs typeface="Noto Sans"/>
              </a:defRPr>
            </a:lvl6pPr>
            <a:lvl7pPr>
              <a:defRPr sz="1800" b="0">
                <a:solidFill>
                  <a:srgbClr val="424751"/>
                </a:solidFill>
                <a:latin typeface="Noto Sans"/>
                <a:ea typeface="Noto Sans"/>
                <a:cs typeface="Noto Sans"/>
              </a:defRPr>
            </a:lvl7pPr>
            <a:lvl8pPr>
              <a:defRPr sz="1800" b="0">
                <a:solidFill>
                  <a:srgbClr val="424751"/>
                </a:solidFill>
                <a:latin typeface="Noto Sans"/>
                <a:ea typeface="Noto Sans"/>
                <a:cs typeface="Noto Sans"/>
              </a:defRPr>
            </a:lvl8pPr>
            <a:lvl9pPr>
              <a:defRPr sz="1800" b="0">
                <a:solidFill>
                  <a:srgbClr val="424751"/>
                </a:solidFill>
                <a:latin typeface="Noto Sans"/>
                <a:ea typeface="Noto Sans"/>
                <a:cs typeface="Noto Sans"/>
              </a:defRPr>
            </a:lvl9pPr>
          </a:lstStyle>
          <a:p xmlns:a="http://schemas.openxmlformats.org/drawingml/2006/main">
            <a:pPr>
              <a:defRPr sz="1800" b="0">
                <a:solidFill>
                  <a:srgbClr val="424751"/>
                </a:solidFill>
                <a:latin typeface="Noto Sans"/>
                <a:ea typeface="Noto Sans"/>
                <a:cs typeface="Noto Sans"/>
              </a:defRPr>
            </a:pPr>
            <a:r>
              <a:rPr sz="1800" b="0">
                <a:solidFill>
                  <a:srgbClr val="424751"/>
                </a:solidFill>
                <a:latin typeface="Noto Sans"/>
                <a:ea typeface="Noto Sans"/>
                <a:cs typeface="Noto Sans"/>
              </a:rPr>
              <a:t>01 / 12</a:t>
            </a:r>
          </a:p>
        </p:txBody>
      </p:sp>
      <p:sp>
        <p:nvSpPr>
          <p:cNvPr id="4" name="Nguồn">
            <a:extLst xmlns:a="http://schemas.openxmlformats.org/drawingml/2006/main">
              <a:ext uri="{FF2B5EF4-FFF2-40B4-BE49-F238E27FC236}">
                <a16:creationId xmlns:a16="http://schemas.microsoft.com/office/drawing/2014/main" id="{1C89AC75-82FF-45F1-9C8C-0FE493D931DD}"/>
              </a:ext>
            </a:extLst>
          </p:cNvPr>
          <p:cNvSpPr>
            <a:spLocks xmlns:a="http://schemas.openxmlformats.org/drawingml/2006/main" noGrp="1"/>
          </p:cNvSpPr>
          <p:nvPr/>
        </p:nvSpPr>
        <p:spPr>
          <a:xfrm xmlns:a="http://schemas.openxmlformats.org/drawingml/2006/main">
            <a:off x="990600" y="9467850"/>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424751"/>
                </a:solidFill>
                <a:latin typeface="Noto Sans"/>
                <a:ea typeface="Noto Sans"/>
                <a:cs typeface="Noto Sans"/>
              </a:defRPr>
            </a:defPPr>
            <a:lvl1pPr>
              <a:defRPr sz="1650" b="0">
                <a:solidFill>
                  <a:srgbClr val="424751"/>
                </a:solidFill>
                <a:latin typeface="Noto Sans"/>
                <a:ea typeface="Noto Sans"/>
                <a:cs typeface="Noto Sans"/>
              </a:defRPr>
            </a:lvl1pPr>
            <a:lvl2pPr>
              <a:defRPr sz="1650" b="0">
                <a:solidFill>
                  <a:srgbClr val="424751"/>
                </a:solidFill>
                <a:latin typeface="Noto Sans"/>
                <a:ea typeface="Noto Sans"/>
                <a:cs typeface="Noto Sans"/>
              </a:defRPr>
            </a:lvl2pPr>
            <a:lvl3pPr>
              <a:defRPr sz="1650" b="0">
                <a:solidFill>
                  <a:srgbClr val="424751"/>
                </a:solidFill>
                <a:latin typeface="Noto Sans"/>
                <a:ea typeface="Noto Sans"/>
                <a:cs typeface="Noto Sans"/>
              </a:defRPr>
            </a:lvl3pPr>
            <a:lvl4pPr>
              <a:defRPr sz="1650" b="0">
                <a:solidFill>
                  <a:srgbClr val="424751"/>
                </a:solidFill>
                <a:latin typeface="Noto Sans"/>
                <a:ea typeface="Noto Sans"/>
                <a:cs typeface="Noto Sans"/>
              </a:defRPr>
            </a:lvl4pPr>
            <a:lvl5pPr>
              <a:defRPr sz="1650" b="0">
                <a:solidFill>
                  <a:srgbClr val="424751"/>
                </a:solidFill>
                <a:latin typeface="Noto Sans"/>
                <a:ea typeface="Noto Sans"/>
                <a:cs typeface="Noto Sans"/>
              </a:defRPr>
            </a:lvl5pPr>
            <a:lvl6pPr>
              <a:defRPr sz="1650" b="0">
                <a:solidFill>
                  <a:srgbClr val="424751"/>
                </a:solidFill>
                <a:latin typeface="Noto Sans"/>
                <a:ea typeface="Noto Sans"/>
                <a:cs typeface="Noto Sans"/>
              </a:defRPr>
            </a:lvl6pPr>
            <a:lvl7pPr>
              <a:defRPr sz="1650" b="0">
                <a:solidFill>
                  <a:srgbClr val="424751"/>
                </a:solidFill>
                <a:latin typeface="Noto Sans"/>
                <a:ea typeface="Noto Sans"/>
                <a:cs typeface="Noto Sans"/>
              </a:defRPr>
            </a:lvl7pPr>
            <a:lvl8pPr>
              <a:defRPr sz="1650" b="0">
                <a:solidFill>
                  <a:srgbClr val="424751"/>
                </a:solidFill>
                <a:latin typeface="Noto Sans"/>
                <a:ea typeface="Noto Sans"/>
                <a:cs typeface="Noto Sans"/>
              </a:defRPr>
            </a:lvl8pPr>
            <a:lvl9pPr>
              <a:defRPr sz="1650" b="0">
                <a:solidFill>
                  <a:srgbClr val="424751"/>
                </a:solidFill>
                <a:latin typeface="Noto Sans"/>
                <a:ea typeface="Noto Sans"/>
                <a:cs typeface="Noto Sans"/>
              </a:defRPr>
            </a:lvl9pPr>
          </a:lstStyle>
          <a:p xmlns:a="http://schemas.openxmlformats.org/drawingml/2006/main">
            <a:pPr>
              <a:defRPr sz="1650" b="0">
                <a:solidFill>
                  <a:srgbClr val="424751"/>
                </a:solidFill>
                <a:latin typeface="Noto Sans"/>
                <a:ea typeface="Noto Sans"/>
                <a:cs typeface="Noto Sans"/>
              </a:defRPr>
            </a:pPr>
            <a:r>
              <a:rPr sz="1650" b="0">
                <a:solidFill>
                  <a:srgbClr val="424751"/>
                </a:solidFill>
                <a:latin typeface="Noto Sans"/>
                <a:ea typeface="Noto Sans"/>
                <a:cs typeface="Noto Sans"/>
              </a:rPr>
              <a:t>Nguồn</a:t>
            </a:r>
          </a:p>
        </p:txBody>
      </p:sp>
      <p:sp>
        <p:nvSpPr>
          <p:cNvPr id="5" name="Hướng dẫn trình bày, mục 2">
            <a:extLst xmlns:a="http://schemas.openxmlformats.org/drawingml/2006/main">
              <a:ext uri="{FF2B5EF4-FFF2-40B4-BE49-F238E27FC236}">
                <a16:creationId xmlns:a16="http://schemas.microsoft.com/office/drawing/2014/main" id="{044F4AEF-C526-4C4A-A3B7-6A5DA0EA6740}"/>
              </a:ext>
            </a:extLst>
          </p:cNvPr>
          <p:cNvSpPr>
            <a:spLocks xmlns:a="http://schemas.openxmlformats.org/drawingml/2006/main" noGrp="1"/>
          </p:cNvSpPr>
          <p:nvPr/>
        </p:nvSpPr>
        <p:spPr>
          <a:xfrm xmlns:a="http://schemas.openxmlformats.org/drawingml/2006/main">
            <a:off x="2047875" y="9467850"/>
            <a:ext cx="5000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1E5AA8"/>
                </a:solidFill>
                <a:latin typeface="Noto Sans"/>
                <a:ea typeface="Noto Sans"/>
                <a:cs typeface="Noto Sans"/>
              </a:defRPr>
            </a:defPPr>
            <a:lvl1pPr>
              <a:defRPr sz="1650" b="0">
                <a:solidFill>
                  <a:srgbClr val="1E5AA8"/>
                </a:solidFill>
                <a:latin typeface="Noto Sans"/>
                <a:ea typeface="Noto Sans"/>
                <a:cs typeface="Noto Sans"/>
              </a:defRPr>
            </a:lvl1pPr>
            <a:lvl2pPr>
              <a:defRPr sz="1650" b="0">
                <a:solidFill>
                  <a:srgbClr val="1E5AA8"/>
                </a:solidFill>
                <a:latin typeface="Noto Sans"/>
                <a:ea typeface="Noto Sans"/>
                <a:cs typeface="Noto Sans"/>
              </a:defRPr>
            </a:lvl2pPr>
            <a:lvl3pPr>
              <a:defRPr sz="1650" b="0">
                <a:solidFill>
                  <a:srgbClr val="1E5AA8"/>
                </a:solidFill>
                <a:latin typeface="Noto Sans"/>
                <a:ea typeface="Noto Sans"/>
                <a:cs typeface="Noto Sans"/>
              </a:defRPr>
            </a:lvl3pPr>
            <a:lvl4pPr>
              <a:defRPr sz="1650" b="0">
                <a:solidFill>
                  <a:srgbClr val="1E5AA8"/>
                </a:solidFill>
                <a:latin typeface="Noto Sans"/>
                <a:ea typeface="Noto Sans"/>
                <a:cs typeface="Noto Sans"/>
              </a:defRPr>
            </a:lvl4pPr>
            <a:lvl5pPr>
              <a:defRPr sz="1650" b="0">
                <a:solidFill>
                  <a:srgbClr val="1E5AA8"/>
                </a:solidFill>
                <a:latin typeface="Noto Sans"/>
                <a:ea typeface="Noto Sans"/>
                <a:cs typeface="Noto Sans"/>
              </a:defRPr>
            </a:lvl5pPr>
            <a:lvl6pPr>
              <a:defRPr sz="1650" b="0">
                <a:solidFill>
                  <a:srgbClr val="1E5AA8"/>
                </a:solidFill>
                <a:latin typeface="Noto Sans"/>
                <a:ea typeface="Noto Sans"/>
                <a:cs typeface="Noto Sans"/>
              </a:defRPr>
            </a:lvl6pPr>
            <a:lvl7pPr>
              <a:defRPr sz="1650" b="0">
                <a:solidFill>
                  <a:srgbClr val="1E5AA8"/>
                </a:solidFill>
                <a:latin typeface="Noto Sans"/>
                <a:ea typeface="Noto Sans"/>
                <a:cs typeface="Noto Sans"/>
              </a:defRPr>
            </a:lvl7pPr>
            <a:lvl8pPr>
              <a:defRPr sz="1650" b="0">
                <a:solidFill>
                  <a:srgbClr val="1E5AA8"/>
                </a:solidFill>
                <a:latin typeface="Noto Sans"/>
                <a:ea typeface="Noto Sans"/>
                <a:cs typeface="Noto Sans"/>
              </a:defRPr>
            </a:lvl8pPr>
            <a:lvl9pPr>
              <a:defRPr sz="1650" b="0">
                <a:solidFill>
                  <a:srgbClr val="1E5AA8"/>
                </a:solidFill>
                <a:latin typeface="Noto Sans"/>
                <a:ea typeface="Noto Sans"/>
                <a:cs typeface="Noto Sans"/>
              </a:defRPr>
            </a:lvl9pPr>
          </a:lstStyle>
          <a:p xmlns:a="http://schemas.openxmlformats.org/drawingml/2006/main">
            <a:pPr>
              <a:defRPr sz="1650" b="0">
                <a:solidFill>
                  <a:srgbClr val="1E5AA8"/>
                </a:solidFill>
                <a:latin typeface="Noto Sans"/>
                <a:ea typeface="Noto Sans"/>
                <a:cs typeface="Noto Sans"/>
              </a:defRPr>
            </a:pPr>
            <a:r>
              <a:rPr sz="1650" b="0">
                <a:solidFill>
                  <a:srgbClr val="1E5AA8"/>
                </a:solidFill>
                <a:latin typeface="Noto Sans"/>
                <a:ea typeface="Noto Sans"/>
                <a:cs typeface="Noto Sans"/>
                <a:hlinkClick xmlns:r="http://schemas.openxmlformats.org/officeDocument/2006/relationships" r:id="Rab78d61f946b4a6e"/>
              </a:rPr>
              <a:t>Hướng dẫn trình bày, mục 2</a:t>
            </a:r>
          </a:p>
        </p:txBody>
      </p:sp>
      <p:sp>
        <p:nvSpPr>
          <p:cNvPr id="6" name="Figma hiện hành">
            <a:extLst xmlns:a="http://schemas.openxmlformats.org/drawingml/2006/main">
              <a:ext uri="{FF2B5EF4-FFF2-40B4-BE49-F238E27FC236}">
                <a16:creationId xmlns:a16="http://schemas.microsoft.com/office/drawing/2014/main" id="{CA8A4CB8-50C2-4DAE-9017-C9FC21DED3F5}"/>
              </a:ext>
            </a:extLst>
          </p:cNvPr>
          <p:cNvSpPr>
            <a:spLocks xmlns:a="http://schemas.openxmlformats.org/drawingml/2006/main" noGrp="1"/>
          </p:cNvSpPr>
          <p:nvPr/>
        </p:nvSpPr>
        <p:spPr>
          <a:xfrm xmlns:a="http://schemas.openxmlformats.org/drawingml/2006/main">
            <a:off x="7191375" y="9467850"/>
            <a:ext cx="5000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1E5AA8"/>
                </a:solidFill>
                <a:latin typeface="Noto Sans"/>
                <a:ea typeface="Noto Sans"/>
                <a:cs typeface="Noto Sans"/>
              </a:defRPr>
            </a:defPPr>
            <a:lvl1pPr>
              <a:defRPr sz="1650" b="0">
                <a:solidFill>
                  <a:srgbClr val="1E5AA8"/>
                </a:solidFill>
                <a:latin typeface="Noto Sans"/>
                <a:ea typeface="Noto Sans"/>
                <a:cs typeface="Noto Sans"/>
              </a:defRPr>
            </a:lvl1pPr>
            <a:lvl2pPr>
              <a:defRPr sz="1650" b="0">
                <a:solidFill>
                  <a:srgbClr val="1E5AA8"/>
                </a:solidFill>
                <a:latin typeface="Noto Sans"/>
                <a:ea typeface="Noto Sans"/>
                <a:cs typeface="Noto Sans"/>
              </a:defRPr>
            </a:lvl2pPr>
            <a:lvl3pPr>
              <a:defRPr sz="1650" b="0">
                <a:solidFill>
                  <a:srgbClr val="1E5AA8"/>
                </a:solidFill>
                <a:latin typeface="Noto Sans"/>
                <a:ea typeface="Noto Sans"/>
                <a:cs typeface="Noto Sans"/>
              </a:defRPr>
            </a:lvl3pPr>
            <a:lvl4pPr>
              <a:defRPr sz="1650" b="0">
                <a:solidFill>
                  <a:srgbClr val="1E5AA8"/>
                </a:solidFill>
                <a:latin typeface="Noto Sans"/>
                <a:ea typeface="Noto Sans"/>
                <a:cs typeface="Noto Sans"/>
              </a:defRPr>
            </a:lvl4pPr>
            <a:lvl5pPr>
              <a:defRPr sz="1650" b="0">
                <a:solidFill>
                  <a:srgbClr val="1E5AA8"/>
                </a:solidFill>
                <a:latin typeface="Noto Sans"/>
                <a:ea typeface="Noto Sans"/>
                <a:cs typeface="Noto Sans"/>
              </a:defRPr>
            </a:lvl5pPr>
            <a:lvl6pPr>
              <a:defRPr sz="1650" b="0">
                <a:solidFill>
                  <a:srgbClr val="1E5AA8"/>
                </a:solidFill>
                <a:latin typeface="Noto Sans"/>
                <a:ea typeface="Noto Sans"/>
                <a:cs typeface="Noto Sans"/>
              </a:defRPr>
            </a:lvl6pPr>
            <a:lvl7pPr>
              <a:defRPr sz="1650" b="0">
                <a:solidFill>
                  <a:srgbClr val="1E5AA8"/>
                </a:solidFill>
                <a:latin typeface="Noto Sans"/>
                <a:ea typeface="Noto Sans"/>
                <a:cs typeface="Noto Sans"/>
              </a:defRPr>
            </a:lvl7pPr>
            <a:lvl8pPr>
              <a:defRPr sz="1650" b="0">
                <a:solidFill>
                  <a:srgbClr val="1E5AA8"/>
                </a:solidFill>
                <a:latin typeface="Noto Sans"/>
                <a:ea typeface="Noto Sans"/>
                <a:cs typeface="Noto Sans"/>
              </a:defRPr>
            </a:lvl8pPr>
            <a:lvl9pPr>
              <a:defRPr sz="1650" b="0">
                <a:solidFill>
                  <a:srgbClr val="1E5AA8"/>
                </a:solidFill>
                <a:latin typeface="Noto Sans"/>
                <a:ea typeface="Noto Sans"/>
                <a:cs typeface="Noto Sans"/>
              </a:defRPr>
            </a:lvl9pPr>
          </a:lstStyle>
          <a:p xmlns:a="http://schemas.openxmlformats.org/drawingml/2006/main">
            <a:pPr>
              <a:defRPr sz="1650" b="0">
                <a:solidFill>
                  <a:srgbClr val="1E5AA8"/>
                </a:solidFill>
                <a:latin typeface="Noto Sans"/>
                <a:ea typeface="Noto Sans"/>
                <a:cs typeface="Noto Sans"/>
              </a:defRPr>
            </a:pPr>
            <a:r>
              <a:rPr sz="1650" b="0">
                <a:solidFill>
                  <a:srgbClr val="1E5AA8"/>
                </a:solidFill>
                <a:latin typeface="Noto Sans"/>
                <a:ea typeface="Noto Sans"/>
                <a:cs typeface="Noto Sans"/>
                <a:hlinkClick xmlns:r="http://schemas.openxmlformats.org/officeDocument/2006/relationships" r:id="Rff696c116387430d"/>
              </a:rPr>
              <a:t>Figma hiện hành</a:t>
            </a:r>
          </a:p>
        </p:txBody>
      </p:sp>
      <p:sp>
        <p:nvSpPr>
          <p:cNvPr id="7" name="GitHub dự án">
            <a:extLst xmlns:a="http://schemas.openxmlformats.org/drawingml/2006/main">
              <a:ext uri="{FF2B5EF4-FFF2-40B4-BE49-F238E27FC236}">
                <a16:creationId xmlns:a16="http://schemas.microsoft.com/office/drawing/2014/main" id="{FE5FF3F6-7F10-461C-BA7A-9C033F331011}"/>
              </a:ext>
            </a:extLst>
          </p:cNvPr>
          <p:cNvSpPr>
            <a:spLocks xmlns:a="http://schemas.openxmlformats.org/drawingml/2006/main" noGrp="1"/>
          </p:cNvSpPr>
          <p:nvPr/>
        </p:nvSpPr>
        <p:spPr>
          <a:xfrm xmlns:a="http://schemas.openxmlformats.org/drawingml/2006/main">
            <a:off x="12334875" y="9467850"/>
            <a:ext cx="5000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1E5AA8"/>
                </a:solidFill>
                <a:latin typeface="Noto Sans"/>
                <a:ea typeface="Noto Sans"/>
                <a:cs typeface="Noto Sans"/>
              </a:defRPr>
            </a:defPPr>
            <a:lvl1pPr>
              <a:defRPr sz="1650" b="0">
                <a:solidFill>
                  <a:srgbClr val="1E5AA8"/>
                </a:solidFill>
                <a:latin typeface="Noto Sans"/>
                <a:ea typeface="Noto Sans"/>
                <a:cs typeface="Noto Sans"/>
              </a:defRPr>
            </a:lvl1pPr>
            <a:lvl2pPr>
              <a:defRPr sz="1650" b="0">
                <a:solidFill>
                  <a:srgbClr val="1E5AA8"/>
                </a:solidFill>
                <a:latin typeface="Noto Sans"/>
                <a:ea typeface="Noto Sans"/>
                <a:cs typeface="Noto Sans"/>
              </a:defRPr>
            </a:lvl2pPr>
            <a:lvl3pPr>
              <a:defRPr sz="1650" b="0">
                <a:solidFill>
                  <a:srgbClr val="1E5AA8"/>
                </a:solidFill>
                <a:latin typeface="Noto Sans"/>
                <a:ea typeface="Noto Sans"/>
                <a:cs typeface="Noto Sans"/>
              </a:defRPr>
            </a:lvl3pPr>
            <a:lvl4pPr>
              <a:defRPr sz="1650" b="0">
                <a:solidFill>
                  <a:srgbClr val="1E5AA8"/>
                </a:solidFill>
                <a:latin typeface="Noto Sans"/>
                <a:ea typeface="Noto Sans"/>
                <a:cs typeface="Noto Sans"/>
              </a:defRPr>
            </a:lvl4pPr>
            <a:lvl5pPr>
              <a:defRPr sz="1650" b="0">
                <a:solidFill>
                  <a:srgbClr val="1E5AA8"/>
                </a:solidFill>
                <a:latin typeface="Noto Sans"/>
                <a:ea typeface="Noto Sans"/>
                <a:cs typeface="Noto Sans"/>
              </a:defRPr>
            </a:lvl5pPr>
            <a:lvl6pPr>
              <a:defRPr sz="1650" b="0">
                <a:solidFill>
                  <a:srgbClr val="1E5AA8"/>
                </a:solidFill>
                <a:latin typeface="Noto Sans"/>
                <a:ea typeface="Noto Sans"/>
                <a:cs typeface="Noto Sans"/>
              </a:defRPr>
            </a:lvl6pPr>
            <a:lvl7pPr>
              <a:defRPr sz="1650" b="0">
                <a:solidFill>
                  <a:srgbClr val="1E5AA8"/>
                </a:solidFill>
                <a:latin typeface="Noto Sans"/>
                <a:ea typeface="Noto Sans"/>
                <a:cs typeface="Noto Sans"/>
              </a:defRPr>
            </a:lvl7pPr>
            <a:lvl8pPr>
              <a:defRPr sz="1650" b="0">
                <a:solidFill>
                  <a:srgbClr val="1E5AA8"/>
                </a:solidFill>
                <a:latin typeface="Noto Sans"/>
                <a:ea typeface="Noto Sans"/>
                <a:cs typeface="Noto Sans"/>
              </a:defRPr>
            </a:lvl8pPr>
            <a:lvl9pPr>
              <a:defRPr sz="1650" b="0">
                <a:solidFill>
                  <a:srgbClr val="1E5AA8"/>
                </a:solidFill>
                <a:latin typeface="Noto Sans"/>
                <a:ea typeface="Noto Sans"/>
                <a:cs typeface="Noto Sans"/>
              </a:defRPr>
            </a:lvl9pPr>
          </a:lstStyle>
          <a:p xmlns:a="http://schemas.openxmlformats.org/drawingml/2006/main">
            <a:pPr>
              <a:defRPr sz="1650" b="0">
                <a:solidFill>
                  <a:srgbClr val="1E5AA8"/>
                </a:solidFill>
                <a:latin typeface="Noto Sans"/>
                <a:ea typeface="Noto Sans"/>
                <a:cs typeface="Noto Sans"/>
              </a:defRPr>
            </a:pPr>
            <a:r>
              <a:rPr sz="1650" b="0">
                <a:solidFill>
                  <a:srgbClr val="1E5AA8"/>
                </a:solidFill>
                <a:latin typeface="Noto Sans"/>
                <a:ea typeface="Noto Sans"/>
                <a:cs typeface="Noto Sans"/>
                <a:hlinkClick xmlns:r="http://schemas.openxmlformats.org/officeDocument/2006/relationships" r:id="R921e699cda924324"/>
              </a:rPr>
              <a:t>GitHub dự án</a:t>
            </a:r>
          </a:p>
        </p:txBody>
      </p:sp>
      <p:sp>
        <p:nvSpPr>
          <p:cNvPr id="8" name="Thói quen ngắn&#10;trong ngày làm việc">
            <a:extLst xmlns:a="http://schemas.openxmlformats.org/drawingml/2006/main">
              <a:ext uri="{FF2B5EF4-FFF2-40B4-BE49-F238E27FC236}">
                <a16:creationId xmlns:a16="http://schemas.microsoft.com/office/drawing/2014/main" id="{7E5122AD-1A3F-4381-9004-F7D0AC494CE0}"/>
              </a:ext>
            </a:extLst>
          </p:cNvPr>
          <p:cNvSpPr>
            <a:spLocks xmlns:a="http://schemas.openxmlformats.org/drawingml/2006/main" noGrp="1"/>
          </p:cNvSpPr>
          <p:nvPr/>
        </p:nvSpPr>
        <p:spPr>
          <a:xfrm xmlns:a="http://schemas.openxmlformats.org/drawingml/2006/main">
            <a:off x="1028700" y="2952750"/>
            <a:ext cx="10287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5700" b="1">
                <a:solidFill>
                  <a:srgbClr val="031C36"/>
                </a:solidFill>
                <a:latin typeface="Noto Sans"/>
                <a:ea typeface="Noto Sans"/>
                <a:cs typeface="Noto Sans"/>
              </a:defRPr>
            </a:defPPr>
            <a:lvl1pPr>
              <a:defRPr sz="5700" b="1">
                <a:solidFill>
                  <a:srgbClr val="031C36"/>
                </a:solidFill>
                <a:latin typeface="Noto Sans"/>
                <a:ea typeface="Noto Sans"/>
                <a:cs typeface="Noto Sans"/>
              </a:defRPr>
            </a:lvl1pPr>
            <a:lvl2pPr>
              <a:defRPr sz="5700" b="1">
                <a:solidFill>
                  <a:srgbClr val="031C36"/>
                </a:solidFill>
                <a:latin typeface="Noto Sans"/>
                <a:ea typeface="Noto Sans"/>
                <a:cs typeface="Noto Sans"/>
              </a:defRPr>
            </a:lvl2pPr>
            <a:lvl3pPr>
              <a:defRPr sz="5700" b="1">
                <a:solidFill>
                  <a:srgbClr val="031C36"/>
                </a:solidFill>
                <a:latin typeface="Noto Sans"/>
                <a:ea typeface="Noto Sans"/>
                <a:cs typeface="Noto Sans"/>
              </a:defRPr>
            </a:lvl3pPr>
            <a:lvl4pPr>
              <a:defRPr sz="5700" b="1">
                <a:solidFill>
                  <a:srgbClr val="031C36"/>
                </a:solidFill>
                <a:latin typeface="Noto Sans"/>
                <a:ea typeface="Noto Sans"/>
                <a:cs typeface="Noto Sans"/>
              </a:defRPr>
            </a:lvl4pPr>
            <a:lvl5pPr>
              <a:defRPr sz="5700" b="1">
                <a:solidFill>
                  <a:srgbClr val="031C36"/>
                </a:solidFill>
                <a:latin typeface="Noto Sans"/>
                <a:ea typeface="Noto Sans"/>
                <a:cs typeface="Noto Sans"/>
              </a:defRPr>
            </a:lvl5pPr>
            <a:lvl6pPr>
              <a:defRPr sz="5700" b="1">
                <a:solidFill>
                  <a:srgbClr val="031C36"/>
                </a:solidFill>
                <a:latin typeface="Noto Sans"/>
                <a:ea typeface="Noto Sans"/>
                <a:cs typeface="Noto Sans"/>
              </a:defRPr>
            </a:lvl6pPr>
            <a:lvl7pPr>
              <a:defRPr sz="5700" b="1">
                <a:solidFill>
                  <a:srgbClr val="031C36"/>
                </a:solidFill>
                <a:latin typeface="Noto Sans"/>
                <a:ea typeface="Noto Sans"/>
                <a:cs typeface="Noto Sans"/>
              </a:defRPr>
            </a:lvl7pPr>
            <a:lvl8pPr>
              <a:defRPr sz="5700" b="1">
                <a:solidFill>
                  <a:srgbClr val="031C36"/>
                </a:solidFill>
                <a:latin typeface="Noto Sans"/>
                <a:ea typeface="Noto Sans"/>
                <a:cs typeface="Noto Sans"/>
              </a:defRPr>
            </a:lvl8pPr>
            <a:lvl9pPr>
              <a:defRPr sz="5700" b="1">
                <a:solidFill>
                  <a:srgbClr val="031C36"/>
                </a:solidFill>
                <a:latin typeface="Noto Sans"/>
                <a:ea typeface="Noto Sans"/>
                <a:cs typeface="Noto Sans"/>
              </a:defRPr>
            </a:lvl9pPr>
          </a:lstStyle>
          <a:p xmlns:a="http://schemas.openxmlformats.org/drawingml/2006/main">
            <a:pPr>
              <a:defRPr sz="5700" b="1">
                <a:solidFill>
                  <a:srgbClr val="031C36"/>
                </a:solidFill>
                <a:latin typeface="Noto Sans"/>
                <a:ea typeface="Noto Sans"/>
                <a:cs typeface="Noto Sans"/>
              </a:defRPr>
            </a:pPr>
            <a:r>
              <a:rPr sz="5700" b="1">
                <a:solidFill>
                  <a:srgbClr val="031C36"/>
                </a:solidFill>
                <a:latin typeface="Noto Sans"/>
                <a:ea typeface="Noto Sans"/>
                <a:cs typeface="Noto Sans"/>
              </a:rPr>
              <a:t>Thói quen ngắn</a:t>
            </a:r>
          </a:p>
          <a:p xmlns:a="http://schemas.openxmlformats.org/drawingml/2006/main">
            <a:pPr>
              <a:defRPr sz="5700" b="1">
                <a:solidFill>
                  <a:srgbClr val="031C36"/>
                </a:solidFill>
                <a:latin typeface="Noto Sans"/>
                <a:ea typeface="Noto Sans"/>
                <a:cs typeface="Noto Sans"/>
              </a:defRPr>
            </a:pPr>
            <a:r>
              <a:rPr sz="5700" b="1">
                <a:solidFill>
                  <a:srgbClr val="031C36"/>
                </a:solidFill>
                <a:latin typeface="Noto Sans"/>
                <a:ea typeface="Noto Sans"/>
                <a:cs typeface="Noto Sans"/>
              </a:rPr>
              <a:t>trong ngày làm việc</a:t>
            </a:r>
          </a:p>
        </p:txBody>
      </p:sp>
      <p:sp>
        <p:nvSpPr>
          <p:cNvPr id="9" name="Chọn hoạt động phù hợp khoảng nghỉ.&#10;Theo dõi việc tự chọn và">
            <a:extLst xmlns:a="http://schemas.openxmlformats.org/drawingml/2006/main">
              <a:ext uri="{FF2B5EF4-FFF2-40B4-BE49-F238E27FC236}">
                <a16:creationId xmlns:a16="http://schemas.microsoft.com/office/drawing/2014/main" id="{26C6B16E-0035-44F1-8100-D12E4954EDAB}"/>
              </a:ext>
            </a:extLst>
          </p:cNvPr>
          <p:cNvSpPr>
            <a:spLocks xmlns:a="http://schemas.openxmlformats.org/drawingml/2006/main" noGrp="1"/>
          </p:cNvSpPr>
          <p:nvPr/>
        </p:nvSpPr>
        <p:spPr>
          <a:xfrm xmlns:a="http://schemas.openxmlformats.org/drawingml/2006/main">
            <a:off x="1066800" y="5095875"/>
            <a:ext cx="9810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775" b="0">
                <a:solidFill>
                  <a:srgbClr val="031C36"/>
                </a:solidFill>
                <a:latin typeface="Noto Sans"/>
                <a:ea typeface="Noto Sans"/>
                <a:cs typeface="Noto Sans"/>
              </a:defRPr>
            </a:defPPr>
            <a:lvl1pPr>
              <a:defRPr sz="2775" b="0">
                <a:solidFill>
                  <a:srgbClr val="031C36"/>
                </a:solidFill>
                <a:latin typeface="Noto Sans"/>
                <a:ea typeface="Noto Sans"/>
                <a:cs typeface="Noto Sans"/>
              </a:defRPr>
            </a:lvl1pPr>
            <a:lvl2pPr>
              <a:defRPr sz="2775" b="0">
                <a:solidFill>
                  <a:srgbClr val="031C36"/>
                </a:solidFill>
                <a:latin typeface="Noto Sans"/>
                <a:ea typeface="Noto Sans"/>
                <a:cs typeface="Noto Sans"/>
              </a:defRPr>
            </a:lvl2pPr>
            <a:lvl3pPr>
              <a:defRPr sz="2775" b="0">
                <a:solidFill>
                  <a:srgbClr val="031C36"/>
                </a:solidFill>
                <a:latin typeface="Noto Sans"/>
                <a:ea typeface="Noto Sans"/>
                <a:cs typeface="Noto Sans"/>
              </a:defRPr>
            </a:lvl3pPr>
            <a:lvl4pPr>
              <a:defRPr sz="2775" b="0">
                <a:solidFill>
                  <a:srgbClr val="031C36"/>
                </a:solidFill>
                <a:latin typeface="Noto Sans"/>
                <a:ea typeface="Noto Sans"/>
                <a:cs typeface="Noto Sans"/>
              </a:defRPr>
            </a:lvl4pPr>
            <a:lvl5pPr>
              <a:defRPr sz="2775" b="0">
                <a:solidFill>
                  <a:srgbClr val="031C36"/>
                </a:solidFill>
                <a:latin typeface="Noto Sans"/>
                <a:ea typeface="Noto Sans"/>
                <a:cs typeface="Noto Sans"/>
              </a:defRPr>
            </a:lvl5pPr>
            <a:lvl6pPr>
              <a:defRPr sz="2775" b="0">
                <a:solidFill>
                  <a:srgbClr val="031C36"/>
                </a:solidFill>
                <a:latin typeface="Noto Sans"/>
                <a:ea typeface="Noto Sans"/>
                <a:cs typeface="Noto Sans"/>
              </a:defRPr>
            </a:lvl6pPr>
            <a:lvl7pPr>
              <a:defRPr sz="2775" b="0">
                <a:solidFill>
                  <a:srgbClr val="031C36"/>
                </a:solidFill>
                <a:latin typeface="Noto Sans"/>
                <a:ea typeface="Noto Sans"/>
                <a:cs typeface="Noto Sans"/>
              </a:defRPr>
            </a:lvl7pPr>
            <a:lvl8pPr>
              <a:defRPr sz="2775" b="0">
                <a:solidFill>
                  <a:srgbClr val="031C36"/>
                </a:solidFill>
                <a:latin typeface="Noto Sans"/>
                <a:ea typeface="Noto Sans"/>
                <a:cs typeface="Noto Sans"/>
              </a:defRPr>
            </a:lvl8pPr>
            <a:lvl9pPr>
              <a:defRPr sz="2775" b="0">
                <a:solidFill>
                  <a:srgbClr val="031C36"/>
                </a:solidFill>
                <a:latin typeface="Noto Sans"/>
                <a:ea typeface="Noto Sans"/>
                <a:cs typeface="Noto Sans"/>
              </a:defRPr>
            </a:lvl9pPr>
          </a:lstStyle>
          <a:p xmlns:a="http://schemas.openxmlformats.org/drawingml/2006/main">
            <a:pPr>
              <a:defRPr sz="2775" b="0">
                <a:solidFill>
                  <a:srgbClr val="031C36"/>
                </a:solidFill>
                <a:latin typeface="Noto Sans"/>
                <a:ea typeface="Noto Sans"/>
                <a:cs typeface="Noto Sans"/>
              </a:defRPr>
            </a:pPr>
            <a:r>
              <a:rPr sz="2775" b="0">
                <a:solidFill>
                  <a:srgbClr val="031C36"/>
                </a:solidFill>
                <a:latin typeface="Noto Sans"/>
                <a:ea typeface="Noto Sans"/>
                <a:cs typeface="Noto Sans"/>
              </a:rPr>
              <a:t>Chọn hoạt động phù hợp khoảng nghỉ.</a:t>
            </a:r>
          </a:p>
          <a:p xmlns:a="http://schemas.openxmlformats.org/drawingml/2006/main">
            <a:pPr>
              <a:defRPr sz="2775" b="0">
                <a:solidFill>
                  <a:srgbClr val="031C36"/>
                </a:solidFill>
                <a:latin typeface="Noto Sans"/>
                <a:ea typeface="Noto Sans"/>
                <a:cs typeface="Noto Sans"/>
              </a:defRPr>
            </a:pPr>
            <a:r>
              <a:rPr sz="2775" b="0">
                <a:solidFill>
                  <a:srgbClr val="031C36"/>
                </a:solidFill>
                <a:latin typeface="Noto Sans"/>
                <a:ea typeface="Noto Sans"/>
                <a:cs typeface="Noto Sans"/>
              </a:rPr>
              <a:t>Theo dõi việc tự chọn và đổi lịch khi bận.</a:t>
            </a:r>
          </a:p>
        </p:txBody>
      </p:sp>
      <p:sp>
        <p:nvSpPr>
          <p:cNvPr id="10" name="Phạm Quang Đức   Văn Quang Duy&#10;Nguyễn Tống Khánh Vĩnh   Đặng">
            <a:extLst xmlns:a="http://schemas.openxmlformats.org/drawingml/2006/main">
              <a:ext uri="{FF2B5EF4-FFF2-40B4-BE49-F238E27FC236}">
                <a16:creationId xmlns:a16="http://schemas.microsoft.com/office/drawing/2014/main" id="{5A91912D-112B-4B85-8BCE-E0EF43B4CFAC}"/>
              </a:ext>
            </a:extLst>
          </p:cNvPr>
          <p:cNvSpPr>
            <a:spLocks xmlns:a="http://schemas.openxmlformats.org/drawingml/2006/main" noGrp="1"/>
          </p:cNvSpPr>
          <p:nvPr/>
        </p:nvSpPr>
        <p:spPr>
          <a:xfrm xmlns:a="http://schemas.openxmlformats.org/drawingml/2006/main">
            <a:off x="1066800" y="7524750"/>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0">
                <a:solidFill>
                  <a:srgbClr val="424751"/>
                </a:solidFill>
                <a:latin typeface="Noto Sans"/>
                <a:ea typeface="Noto Sans"/>
                <a:cs typeface="Noto Sans"/>
              </a:defRPr>
            </a:defPPr>
            <a:lvl1pPr>
              <a:defRPr sz="2250" b="0">
                <a:solidFill>
                  <a:srgbClr val="424751"/>
                </a:solidFill>
                <a:latin typeface="Noto Sans"/>
                <a:ea typeface="Noto Sans"/>
                <a:cs typeface="Noto Sans"/>
              </a:defRPr>
            </a:lvl1pPr>
            <a:lvl2pPr>
              <a:defRPr sz="2250" b="0">
                <a:solidFill>
                  <a:srgbClr val="424751"/>
                </a:solidFill>
                <a:latin typeface="Noto Sans"/>
                <a:ea typeface="Noto Sans"/>
                <a:cs typeface="Noto Sans"/>
              </a:defRPr>
            </a:lvl2pPr>
            <a:lvl3pPr>
              <a:defRPr sz="2250" b="0">
                <a:solidFill>
                  <a:srgbClr val="424751"/>
                </a:solidFill>
                <a:latin typeface="Noto Sans"/>
                <a:ea typeface="Noto Sans"/>
                <a:cs typeface="Noto Sans"/>
              </a:defRPr>
            </a:lvl3pPr>
            <a:lvl4pPr>
              <a:defRPr sz="2250" b="0">
                <a:solidFill>
                  <a:srgbClr val="424751"/>
                </a:solidFill>
                <a:latin typeface="Noto Sans"/>
                <a:ea typeface="Noto Sans"/>
                <a:cs typeface="Noto Sans"/>
              </a:defRPr>
            </a:lvl4pPr>
            <a:lvl5pPr>
              <a:defRPr sz="2250" b="0">
                <a:solidFill>
                  <a:srgbClr val="424751"/>
                </a:solidFill>
                <a:latin typeface="Noto Sans"/>
                <a:ea typeface="Noto Sans"/>
                <a:cs typeface="Noto Sans"/>
              </a:defRPr>
            </a:lvl5pPr>
            <a:lvl6pPr>
              <a:defRPr sz="2250" b="0">
                <a:solidFill>
                  <a:srgbClr val="424751"/>
                </a:solidFill>
                <a:latin typeface="Noto Sans"/>
                <a:ea typeface="Noto Sans"/>
                <a:cs typeface="Noto Sans"/>
              </a:defRPr>
            </a:lvl6pPr>
            <a:lvl7pPr>
              <a:defRPr sz="2250" b="0">
                <a:solidFill>
                  <a:srgbClr val="424751"/>
                </a:solidFill>
                <a:latin typeface="Noto Sans"/>
                <a:ea typeface="Noto Sans"/>
                <a:cs typeface="Noto Sans"/>
              </a:defRPr>
            </a:lvl7pPr>
            <a:lvl8pPr>
              <a:defRPr sz="2250" b="0">
                <a:solidFill>
                  <a:srgbClr val="424751"/>
                </a:solidFill>
                <a:latin typeface="Noto Sans"/>
                <a:ea typeface="Noto Sans"/>
                <a:cs typeface="Noto Sans"/>
              </a:defRPr>
            </a:lvl8pPr>
            <a:lvl9pPr>
              <a:defRPr sz="2250" b="0">
                <a:solidFill>
                  <a:srgbClr val="424751"/>
                </a:solidFill>
                <a:latin typeface="Noto Sans"/>
                <a:ea typeface="Noto Sans"/>
                <a:cs typeface="Noto Sans"/>
              </a:defRPr>
            </a:lvl9pPr>
          </a:lstStyle>
          <a:p xmlns:a="http://schemas.openxmlformats.org/drawingml/2006/main">
            <a:pPr>
              <a:defRPr sz="2250" b="0">
                <a:solidFill>
                  <a:srgbClr val="424751"/>
                </a:solidFill>
                <a:latin typeface="Noto Sans"/>
                <a:ea typeface="Noto Sans"/>
                <a:cs typeface="Noto Sans"/>
              </a:defRPr>
            </a:pPr>
            <a:r>
              <a:rPr sz="2250" b="0">
                <a:solidFill>
                  <a:srgbClr val="424751"/>
                </a:solidFill>
                <a:latin typeface="Noto Sans"/>
                <a:ea typeface="Noto Sans"/>
                <a:cs typeface="Noto Sans"/>
              </a:rPr>
              <a:t>Phạm Quang Đức   Văn Quang Duy</a:t>
            </a:r>
          </a:p>
          <a:p xmlns:a="http://schemas.openxmlformats.org/drawingml/2006/main">
            <a:pPr>
              <a:defRPr sz="2250" b="0">
                <a:solidFill>
                  <a:srgbClr val="424751"/>
                </a:solidFill>
                <a:latin typeface="Noto Sans"/>
                <a:ea typeface="Noto Sans"/>
                <a:cs typeface="Noto Sans"/>
              </a:defRPr>
            </a:pPr>
            <a:r>
              <a:rPr sz="2250" b="0">
                <a:solidFill>
                  <a:srgbClr val="424751"/>
                </a:solidFill>
                <a:latin typeface="Noto Sans"/>
                <a:ea typeface="Noto Sans"/>
                <a:cs typeface="Noto Sans"/>
              </a:rPr>
              <a:t>Nguyễn Tống Khánh Vĩnh   Đặng Đình Long</a:t>
            </a:r>
          </a:p>
        </p:txBody>
      </p:sp>
      <p:pic>
        <p:nvPicPr>
          <p:cNvPr id="11" name="">
            <a:extLst xmlns:a="http://schemas.openxmlformats.org/drawingml/2006/main">
              <a:ext uri="{FF2B5EF4-FFF2-40B4-BE49-F238E27FC236}">
                <a16:creationId xmlns:a16="http://schemas.microsoft.com/office/drawing/2014/main" id="{3769F3B8-6926-410C-B2B1-8A752009D836}"/>
              </a:ext>
            </a:extLst>
          </p:cNvPr>
          <p:cNvPicPr>
            <a:picLocks xmlns:a="http://schemas.openxmlformats.org/drawingml/2006/main" noChangeAspect="1"/>
          </p:cNvPicPr>
          <p:nvPr/>
        </p:nvPicPr>
        <p:blipFill>
          <a:blip xmlns:r="http://schemas.openxmlformats.org/officeDocument/2006/relationships" xmlns:a="http://schemas.openxmlformats.org/drawingml/2006/main" r:embed="R74fe2431b6434233"/>
          <a:stretch xmlns:a="http://schemas.openxmlformats.org/drawingml/2006/main"/>
        </p:blipFill>
        <p:spPr>
          <a:xfrm xmlns:a="http://schemas.openxmlformats.org/drawingml/2006/main">
            <a:off x="12858750" y="2238375"/>
            <a:ext cx="3000375" cy="6667500"/>
          </a:xfrm>
          <a:prstGeom xmlns:a="http://schemas.openxmlformats.org/drawingml/2006/main" prst="rect">
            <a:avLst/>
          </a:prstGeom>
        </p:spPr>
      </p:pic>
    </p:spTree>
    <p:extLst>
      <p:ext uri="{BB962C8B-B14F-4D97-AF65-F5344CB8AC3E}">
        <p14:creationId xmlns:p14="http://schemas.microsoft.com/office/powerpoint/2010/main" val="197358451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Vấn đề và ba persona">
            <a:extLst xmlns:a="http://schemas.openxmlformats.org/drawingml/2006/main">
              <a:ext uri="{FF2B5EF4-FFF2-40B4-BE49-F238E27FC236}">
                <a16:creationId xmlns:a16="http://schemas.microsoft.com/office/drawing/2014/main" id="{16C9AAD4-965F-4BA1-B27D-4AC8313D7C66}"/>
              </a:ext>
            </a:extLst>
          </p:cNvPr>
          <p:cNvSpPr>
            <a:spLocks xmlns:a="http://schemas.openxmlformats.org/drawingml/2006/main" noGrp="1"/>
          </p:cNvSpPr>
          <p:nvPr/>
        </p:nvSpPr>
        <p:spPr>
          <a:xfrm xmlns:a="http://schemas.openxmlformats.org/drawingml/2006/main">
            <a:off x="952500" y="619125"/>
            <a:ext cx="16192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4350" b="1">
                <a:solidFill>
                  <a:srgbClr val="1E5AA8"/>
                </a:solidFill>
                <a:latin typeface="Noto Sans"/>
                <a:ea typeface="Noto Sans"/>
                <a:cs typeface="Noto Sans"/>
              </a:defRPr>
            </a:defPPr>
            <a:lvl1pPr>
              <a:defRPr sz="4350" b="1">
                <a:solidFill>
                  <a:srgbClr val="1E5AA8"/>
                </a:solidFill>
                <a:latin typeface="Noto Sans"/>
                <a:ea typeface="Noto Sans"/>
                <a:cs typeface="Noto Sans"/>
              </a:defRPr>
            </a:lvl1pPr>
            <a:lvl2pPr>
              <a:defRPr sz="4350" b="1">
                <a:solidFill>
                  <a:srgbClr val="1E5AA8"/>
                </a:solidFill>
                <a:latin typeface="Noto Sans"/>
                <a:ea typeface="Noto Sans"/>
                <a:cs typeface="Noto Sans"/>
              </a:defRPr>
            </a:lvl2pPr>
            <a:lvl3pPr>
              <a:defRPr sz="4350" b="1">
                <a:solidFill>
                  <a:srgbClr val="1E5AA8"/>
                </a:solidFill>
                <a:latin typeface="Noto Sans"/>
                <a:ea typeface="Noto Sans"/>
                <a:cs typeface="Noto Sans"/>
              </a:defRPr>
            </a:lvl3pPr>
            <a:lvl4pPr>
              <a:defRPr sz="4350" b="1">
                <a:solidFill>
                  <a:srgbClr val="1E5AA8"/>
                </a:solidFill>
                <a:latin typeface="Noto Sans"/>
                <a:ea typeface="Noto Sans"/>
                <a:cs typeface="Noto Sans"/>
              </a:defRPr>
            </a:lvl4pPr>
            <a:lvl5pPr>
              <a:defRPr sz="4350" b="1">
                <a:solidFill>
                  <a:srgbClr val="1E5AA8"/>
                </a:solidFill>
                <a:latin typeface="Noto Sans"/>
                <a:ea typeface="Noto Sans"/>
                <a:cs typeface="Noto Sans"/>
              </a:defRPr>
            </a:lvl5pPr>
            <a:lvl6pPr>
              <a:defRPr sz="4350" b="1">
                <a:solidFill>
                  <a:srgbClr val="1E5AA8"/>
                </a:solidFill>
                <a:latin typeface="Noto Sans"/>
                <a:ea typeface="Noto Sans"/>
                <a:cs typeface="Noto Sans"/>
              </a:defRPr>
            </a:lvl6pPr>
            <a:lvl7pPr>
              <a:defRPr sz="4350" b="1">
                <a:solidFill>
                  <a:srgbClr val="1E5AA8"/>
                </a:solidFill>
                <a:latin typeface="Noto Sans"/>
                <a:ea typeface="Noto Sans"/>
                <a:cs typeface="Noto Sans"/>
              </a:defRPr>
            </a:lvl7pPr>
            <a:lvl8pPr>
              <a:defRPr sz="4350" b="1">
                <a:solidFill>
                  <a:srgbClr val="1E5AA8"/>
                </a:solidFill>
                <a:latin typeface="Noto Sans"/>
                <a:ea typeface="Noto Sans"/>
                <a:cs typeface="Noto Sans"/>
              </a:defRPr>
            </a:lvl8pPr>
            <a:lvl9pPr>
              <a:defRPr sz="4350" b="1">
                <a:solidFill>
                  <a:srgbClr val="1E5AA8"/>
                </a:solidFill>
                <a:latin typeface="Noto Sans"/>
                <a:ea typeface="Noto Sans"/>
                <a:cs typeface="Noto Sans"/>
              </a:defRPr>
            </a:lvl9pPr>
          </a:lstStyle>
          <a:p xmlns:a="http://schemas.openxmlformats.org/drawingml/2006/main">
            <a:pPr>
              <a:defRPr sz="4350" b="1">
                <a:solidFill>
                  <a:srgbClr val="1E5AA8"/>
                </a:solidFill>
                <a:latin typeface="Noto Sans"/>
                <a:ea typeface="Noto Sans"/>
                <a:cs typeface="Noto Sans"/>
              </a:defRPr>
            </a:pPr>
            <a:r>
              <a:rPr sz="4350" b="1">
                <a:solidFill>
                  <a:srgbClr val="1E5AA8"/>
                </a:solidFill>
                <a:latin typeface="Noto Sans"/>
                <a:ea typeface="Noto Sans"/>
                <a:cs typeface="Noto Sans"/>
              </a:rPr>
              <a:t>Vấn đề và ba persona</a:t>
            </a:r>
          </a:p>
        </p:txBody>
      </p:sp>
      <p:sp>
        <p:nvSpPr>
          <p:cNvPr id="2" name="Một ứng dụng chung cho nhân viên văn phòng 23–45 tuổi. Perso">
            <a:extLst xmlns:a="http://schemas.openxmlformats.org/drawingml/2006/main">
              <a:ext uri="{FF2B5EF4-FFF2-40B4-BE49-F238E27FC236}">
                <a16:creationId xmlns:a16="http://schemas.microsoft.com/office/drawing/2014/main" id="{67ABEA33-9149-42DC-B785-017B11E343D3}"/>
              </a:ext>
            </a:extLst>
          </p:cNvPr>
          <p:cNvSpPr>
            <a:spLocks xmlns:a="http://schemas.openxmlformats.org/drawingml/2006/main" noGrp="1"/>
          </p:cNvSpPr>
          <p:nvPr/>
        </p:nvSpPr>
        <p:spPr>
          <a:xfrm xmlns:a="http://schemas.openxmlformats.org/drawingml/2006/main">
            <a:off x="990600" y="1600200"/>
            <a:ext cx="1600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0">
                <a:solidFill>
                  <a:srgbClr val="424751"/>
                </a:solidFill>
                <a:latin typeface="Noto Sans"/>
                <a:ea typeface="Noto Sans"/>
                <a:cs typeface="Noto Sans"/>
              </a:defRPr>
            </a:defPPr>
            <a:lvl1pPr>
              <a:defRPr sz="2250" b="0">
                <a:solidFill>
                  <a:srgbClr val="424751"/>
                </a:solidFill>
                <a:latin typeface="Noto Sans"/>
                <a:ea typeface="Noto Sans"/>
                <a:cs typeface="Noto Sans"/>
              </a:defRPr>
            </a:lvl1pPr>
            <a:lvl2pPr>
              <a:defRPr sz="2250" b="0">
                <a:solidFill>
                  <a:srgbClr val="424751"/>
                </a:solidFill>
                <a:latin typeface="Noto Sans"/>
                <a:ea typeface="Noto Sans"/>
                <a:cs typeface="Noto Sans"/>
              </a:defRPr>
            </a:lvl2pPr>
            <a:lvl3pPr>
              <a:defRPr sz="2250" b="0">
                <a:solidFill>
                  <a:srgbClr val="424751"/>
                </a:solidFill>
                <a:latin typeface="Noto Sans"/>
                <a:ea typeface="Noto Sans"/>
                <a:cs typeface="Noto Sans"/>
              </a:defRPr>
            </a:lvl3pPr>
            <a:lvl4pPr>
              <a:defRPr sz="2250" b="0">
                <a:solidFill>
                  <a:srgbClr val="424751"/>
                </a:solidFill>
                <a:latin typeface="Noto Sans"/>
                <a:ea typeface="Noto Sans"/>
                <a:cs typeface="Noto Sans"/>
              </a:defRPr>
            </a:lvl4pPr>
            <a:lvl5pPr>
              <a:defRPr sz="2250" b="0">
                <a:solidFill>
                  <a:srgbClr val="424751"/>
                </a:solidFill>
                <a:latin typeface="Noto Sans"/>
                <a:ea typeface="Noto Sans"/>
                <a:cs typeface="Noto Sans"/>
              </a:defRPr>
            </a:lvl5pPr>
            <a:lvl6pPr>
              <a:defRPr sz="2250" b="0">
                <a:solidFill>
                  <a:srgbClr val="424751"/>
                </a:solidFill>
                <a:latin typeface="Noto Sans"/>
                <a:ea typeface="Noto Sans"/>
                <a:cs typeface="Noto Sans"/>
              </a:defRPr>
            </a:lvl6pPr>
            <a:lvl7pPr>
              <a:defRPr sz="2250" b="0">
                <a:solidFill>
                  <a:srgbClr val="424751"/>
                </a:solidFill>
                <a:latin typeface="Noto Sans"/>
                <a:ea typeface="Noto Sans"/>
                <a:cs typeface="Noto Sans"/>
              </a:defRPr>
            </a:lvl7pPr>
            <a:lvl8pPr>
              <a:defRPr sz="2250" b="0">
                <a:solidFill>
                  <a:srgbClr val="424751"/>
                </a:solidFill>
                <a:latin typeface="Noto Sans"/>
                <a:ea typeface="Noto Sans"/>
                <a:cs typeface="Noto Sans"/>
              </a:defRPr>
            </a:lvl8pPr>
            <a:lvl9pPr>
              <a:defRPr sz="2250" b="0">
                <a:solidFill>
                  <a:srgbClr val="424751"/>
                </a:solidFill>
                <a:latin typeface="Noto Sans"/>
                <a:ea typeface="Noto Sans"/>
                <a:cs typeface="Noto Sans"/>
              </a:defRPr>
            </a:lvl9pPr>
          </a:lstStyle>
          <a:p xmlns:a="http://schemas.openxmlformats.org/drawingml/2006/main">
            <a:pPr>
              <a:defRPr sz="2250" b="0">
                <a:solidFill>
                  <a:srgbClr val="424751"/>
                </a:solidFill>
                <a:latin typeface="Noto Sans"/>
                <a:ea typeface="Noto Sans"/>
                <a:cs typeface="Noto Sans"/>
              </a:defRPr>
            </a:pPr>
            <a:r>
              <a:rPr sz="2250" b="0">
                <a:solidFill>
                  <a:srgbClr val="424751"/>
                </a:solidFill>
                <a:latin typeface="Noto Sans"/>
                <a:ea typeface="Noto Sans"/>
                <a:cs typeface="Noto Sans"/>
              </a:rPr>
              <a:t>Một ứng dụng chung cho nhân viên văn phòng 23–45 tuổi. Persona là giả định, chưa khảo sát.</a:t>
            </a:r>
          </a:p>
        </p:txBody>
      </p:sp>
      <p:sp>
        <p:nvSpPr>
          <p:cNvPr id="3" name="02 / 12">
            <a:extLst xmlns:a="http://schemas.openxmlformats.org/drawingml/2006/main">
              <a:ext uri="{FF2B5EF4-FFF2-40B4-BE49-F238E27FC236}">
                <a16:creationId xmlns:a16="http://schemas.microsoft.com/office/drawing/2014/main" id="{59B1E70F-81A5-46F3-BBC8-841BFEF1FFAC}"/>
              </a:ext>
            </a:extLst>
          </p:cNvPr>
          <p:cNvSpPr>
            <a:spLocks xmlns:a="http://schemas.openxmlformats.org/drawingml/2006/main" noGrp="1"/>
          </p:cNvSpPr>
          <p:nvPr/>
        </p:nvSpPr>
        <p:spPr>
          <a:xfrm xmlns:a="http://schemas.openxmlformats.org/drawingml/2006/main">
            <a:off x="16097250" y="72390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0">
                <a:solidFill>
                  <a:srgbClr val="424751"/>
                </a:solidFill>
                <a:latin typeface="Noto Sans"/>
                <a:ea typeface="Noto Sans"/>
                <a:cs typeface="Noto Sans"/>
              </a:defRPr>
            </a:defPPr>
            <a:lvl1pPr>
              <a:defRPr sz="1800" b="0">
                <a:solidFill>
                  <a:srgbClr val="424751"/>
                </a:solidFill>
                <a:latin typeface="Noto Sans"/>
                <a:ea typeface="Noto Sans"/>
                <a:cs typeface="Noto Sans"/>
              </a:defRPr>
            </a:lvl1pPr>
            <a:lvl2pPr>
              <a:defRPr sz="1800" b="0">
                <a:solidFill>
                  <a:srgbClr val="424751"/>
                </a:solidFill>
                <a:latin typeface="Noto Sans"/>
                <a:ea typeface="Noto Sans"/>
                <a:cs typeface="Noto Sans"/>
              </a:defRPr>
            </a:lvl2pPr>
            <a:lvl3pPr>
              <a:defRPr sz="1800" b="0">
                <a:solidFill>
                  <a:srgbClr val="424751"/>
                </a:solidFill>
                <a:latin typeface="Noto Sans"/>
                <a:ea typeface="Noto Sans"/>
                <a:cs typeface="Noto Sans"/>
              </a:defRPr>
            </a:lvl3pPr>
            <a:lvl4pPr>
              <a:defRPr sz="1800" b="0">
                <a:solidFill>
                  <a:srgbClr val="424751"/>
                </a:solidFill>
                <a:latin typeface="Noto Sans"/>
                <a:ea typeface="Noto Sans"/>
                <a:cs typeface="Noto Sans"/>
              </a:defRPr>
            </a:lvl4pPr>
            <a:lvl5pPr>
              <a:defRPr sz="1800" b="0">
                <a:solidFill>
                  <a:srgbClr val="424751"/>
                </a:solidFill>
                <a:latin typeface="Noto Sans"/>
                <a:ea typeface="Noto Sans"/>
                <a:cs typeface="Noto Sans"/>
              </a:defRPr>
            </a:lvl5pPr>
            <a:lvl6pPr>
              <a:defRPr sz="1800" b="0">
                <a:solidFill>
                  <a:srgbClr val="424751"/>
                </a:solidFill>
                <a:latin typeface="Noto Sans"/>
                <a:ea typeface="Noto Sans"/>
                <a:cs typeface="Noto Sans"/>
              </a:defRPr>
            </a:lvl6pPr>
            <a:lvl7pPr>
              <a:defRPr sz="1800" b="0">
                <a:solidFill>
                  <a:srgbClr val="424751"/>
                </a:solidFill>
                <a:latin typeface="Noto Sans"/>
                <a:ea typeface="Noto Sans"/>
                <a:cs typeface="Noto Sans"/>
              </a:defRPr>
            </a:lvl7pPr>
            <a:lvl8pPr>
              <a:defRPr sz="1800" b="0">
                <a:solidFill>
                  <a:srgbClr val="424751"/>
                </a:solidFill>
                <a:latin typeface="Noto Sans"/>
                <a:ea typeface="Noto Sans"/>
                <a:cs typeface="Noto Sans"/>
              </a:defRPr>
            </a:lvl8pPr>
            <a:lvl9pPr>
              <a:defRPr sz="1800" b="0">
                <a:solidFill>
                  <a:srgbClr val="424751"/>
                </a:solidFill>
                <a:latin typeface="Noto Sans"/>
                <a:ea typeface="Noto Sans"/>
                <a:cs typeface="Noto Sans"/>
              </a:defRPr>
            </a:lvl9pPr>
          </a:lstStyle>
          <a:p xmlns:a="http://schemas.openxmlformats.org/drawingml/2006/main">
            <a:pPr>
              <a:defRPr sz="1800" b="0">
                <a:solidFill>
                  <a:srgbClr val="424751"/>
                </a:solidFill>
                <a:latin typeface="Noto Sans"/>
                <a:ea typeface="Noto Sans"/>
                <a:cs typeface="Noto Sans"/>
              </a:defRPr>
            </a:pPr>
            <a:r>
              <a:rPr sz="1800" b="0">
                <a:solidFill>
                  <a:srgbClr val="424751"/>
                </a:solidFill>
                <a:latin typeface="Noto Sans"/>
                <a:ea typeface="Noto Sans"/>
                <a:cs typeface="Noto Sans"/>
              </a:rPr>
              <a:t>02 / 12</a:t>
            </a:r>
          </a:p>
        </p:txBody>
      </p:sp>
      <p:sp>
        <p:nvSpPr>
          <p:cNvPr id="4" name="Nguồn">
            <a:extLst xmlns:a="http://schemas.openxmlformats.org/drawingml/2006/main">
              <a:ext uri="{FF2B5EF4-FFF2-40B4-BE49-F238E27FC236}">
                <a16:creationId xmlns:a16="http://schemas.microsoft.com/office/drawing/2014/main" id="{E9CE254A-567B-4A4A-AA38-415FB89E140D}"/>
              </a:ext>
            </a:extLst>
          </p:cNvPr>
          <p:cNvSpPr>
            <a:spLocks xmlns:a="http://schemas.openxmlformats.org/drawingml/2006/main" noGrp="1"/>
          </p:cNvSpPr>
          <p:nvPr/>
        </p:nvSpPr>
        <p:spPr>
          <a:xfrm xmlns:a="http://schemas.openxmlformats.org/drawingml/2006/main">
            <a:off x="990600" y="9467850"/>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424751"/>
                </a:solidFill>
                <a:latin typeface="Noto Sans"/>
                <a:ea typeface="Noto Sans"/>
                <a:cs typeface="Noto Sans"/>
              </a:defRPr>
            </a:defPPr>
            <a:lvl1pPr>
              <a:defRPr sz="1650" b="0">
                <a:solidFill>
                  <a:srgbClr val="424751"/>
                </a:solidFill>
                <a:latin typeface="Noto Sans"/>
                <a:ea typeface="Noto Sans"/>
                <a:cs typeface="Noto Sans"/>
              </a:defRPr>
            </a:lvl1pPr>
            <a:lvl2pPr>
              <a:defRPr sz="1650" b="0">
                <a:solidFill>
                  <a:srgbClr val="424751"/>
                </a:solidFill>
                <a:latin typeface="Noto Sans"/>
                <a:ea typeface="Noto Sans"/>
                <a:cs typeface="Noto Sans"/>
              </a:defRPr>
            </a:lvl2pPr>
            <a:lvl3pPr>
              <a:defRPr sz="1650" b="0">
                <a:solidFill>
                  <a:srgbClr val="424751"/>
                </a:solidFill>
                <a:latin typeface="Noto Sans"/>
                <a:ea typeface="Noto Sans"/>
                <a:cs typeface="Noto Sans"/>
              </a:defRPr>
            </a:lvl3pPr>
            <a:lvl4pPr>
              <a:defRPr sz="1650" b="0">
                <a:solidFill>
                  <a:srgbClr val="424751"/>
                </a:solidFill>
                <a:latin typeface="Noto Sans"/>
                <a:ea typeface="Noto Sans"/>
                <a:cs typeface="Noto Sans"/>
              </a:defRPr>
            </a:lvl4pPr>
            <a:lvl5pPr>
              <a:defRPr sz="1650" b="0">
                <a:solidFill>
                  <a:srgbClr val="424751"/>
                </a:solidFill>
                <a:latin typeface="Noto Sans"/>
                <a:ea typeface="Noto Sans"/>
                <a:cs typeface="Noto Sans"/>
              </a:defRPr>
            </a:lvl5pPr>
            <a:lvl6pPr>
              <a:defRPr sz="1650" b="0">
                <a:solidFill>
                  <a:srgbClr val="424751"/>
                </a:solidFill>
                <a:latin typeface="Noto Sans"/>
                <a:ea typeface="Noto Sans"/>
                <a:cs typeface="Noto Sans"/>
              </a:defRPr>
            </a:lvl6pPr>
            <a:lvl7pPr>
              <a:defRPr sz="1650" b="0">
                <a:solidFill>
                  <a:srgbClr val="424751"/>
                </a:solidFill>
                <a:latin typeface="Noto Sans"/>
                <a:ea typeface="Noto Sans"/>
                <a:cs typeface="Noto Sans"/>
              </a:defRPr>
            </a:lvl7pPr>
            <a:lvl8pPr>
              <a:defRPr sz="1650" b="0">
                <a:solidFill>
                  <a:srgbClr val="424751"/>
                </a:solidFill>
                <a:latin typeface="Noto Sans"/>
                <a:ea typeface="Noto Sans"/>
                <a:cs typeface="Noto Sans"/>
              </a:defRPr>
            </a:lvl8pPr>
            <a:lvl9pPr>
              <a:defRPr sz="1650" b="0">
                <a:solidFill>
                  <a:srgbClr val="424751"/>
                </a:solidFill>
                <a:latin typeface="Noto Sans"/>
                <a:ea typeface="Noto Sans"/>
                <a:cs typeface="Noto Sans"/>
              </a:defRPr>
            </a:lvl9pPr>
          </a:lstStyle>
          <a:p xmlns:a="http://schemas.openxmlformats.org/drawingml/2006/main">
            <a:pPr>
              <a:defRPr sz="1650" b="0">
                <a:solidFill>
                  <a:srgbClr val="424751"/>
                </a:solidFill>
                <a:latin typeface="Noto Sans"/>
                <a:ea typeface="Noto Sans"/>
                <a:cs typeface="Noto Sans"/>
              </a:defRPr>
            </a:pPr>
            <a:r>
              <a:rPr sz="1650" b="0">
                <a:solidFill>
                  <a:srgbClr val="424751"/>
                </a:solidFill>
                <a:latin typeface="Noto Sans"/>
                <a:ea typeface="Noto Sans"/>
                <a:cs typeface="Noto Sans"/>
              </a:rPr>
              <a:t>Nguồn</a:t>
            </a:r>
          </a:p>
        </p:txBody>
      </p:sp>
      <p:sp>
        <p:nvSpPr>
          <p:cNvPr id="5" name="Ba persona và nhu cầu">
            <a:extLst xmlns:a="http://schemas.openxmlformats.org/drawingml/2006/main">
              <a:ext uri="{FF2B5EF4-FFF2-40B4-BE49-F238E27FC236}">
                <a16:creationId xmlns:a16="http://schemas.microsoft.com/office/drawing/2014/main" id="{7C9CE96E-C92C-4567-8120-4B0D5391B64E}"/>
              </a:ext>
            </a:extLst>
          </p:cNvPr>
          <p:cNvSpPr>
            <a:spLocks xmlns:a="http://schemas.openxmlformats.org/drawingml/2006/main" noGrp="1"/>
          </p:cNvSpPr>
          <p:nvPr/>
        </p:nvSpPr>
        <p:spPr>
          <a:xfrm xmlns:a="http://schemas.openxmlformats.org/drawingml/2006/main">
            <a:off x="2047875" y="9467850"/>
            <a:ext cx="5000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1E5AA8"/>
                </a:solidFill>
                <a:latin typeface="Noto Sans"/>
                <a:ea typeface="Noto Sans"/>
                <a:cs typeface="Noto Sans"/>
              </a:defRPr>
            </a:defPPr>
            <a:lvl1pPr>
              <a:defRPr sz="1650" b="0">
                <a:solidFill>
                  <a:srgbClr val="1E5AA8"/>
                </a:solidFill>
                <a:latin typeface="Noto Sans"/>
                <a:ea typeface="Noto Sans"/>
                <a:cs typeface="Noto Sans"/>
              </a:defRPr>
            </a:lvl1pPr>
            <a:lvl2pPr>
              <a:defRPr sz="1650" b="0">
                <a:solidFill>
                  <a:srgbClr val="1E5AA8"/>
                </a:solidFill>
                <a:latin typeface="Noto Sans"/>
                <a:ea typeface="Noto Sans"/>
                <a:cs typeface="Noto Sans"/>
              </a:defRPr>
            </a:lvl2pPr>
            <a:lvl3pPr>
              <a:defRPr sz="1650" b="0">
                <a:solidFill>
                  <a:srgbClr val="1E5AA8"/>
                </a:solidFill>
                <a:latin typeface="Noto Sans"/>
                <a:ea typeface="Noto Sans"/>
                <a:cs typeface="Noto Sans"/>
              </a:defRPr>
            </a:lvl3pPr>
            <a:lvl4pPr>
              <a:defRPr sz="1650" b="0">
                <a:solidFill>
                  <a:srgbClr val="1E5AA8"/>
                </a:solidFill>
                <a:latin typeface="Noto Sans"/>
                <a:ea typeface="Noto Sans"/>
                <a:cs typeface="Noto Sans"/>
              </a:defRPr>
            </a:lvl4pPr>
            <a:lvl5pPr>
              <a:defRPr sz="1650" b="0">
                <a:solidFill>
                  <a:srgbClr val="1E5AA8"/>
                </a:solidFill>
                <a:latin typeface="Noto Sans"/>
                <a:ea typeface="Noto Sans"/>
                <a:cs typeface="Noto Sans"/>
              </a:defRPr>
            </a:lvl5pPr>
            <a:lvl6pPr>
              <a:defRPr sz="1650" b="0">
                <a:solidFill>
                  <a:srgbClr val="1E5AA8"/>
                </a:solidFill>
                <a:latin typeface="Noto Sans"/>
                <a:ea typeface="Noto Sans"/>
                <a:cs typeface="Noto Sans"/>
              </a:defRPr>
            </a:lvl6pPr>
            <a:lvl7pPr>
              <a:defRPr sz="1650" b="0">
                <a:solidFill>
                  <a:srgbClr val="1E5AA8"/>
                </a:solidFill>
                <a:latin typeface="Noto Sans"/>
                <a:ea typeface="Noto Sans"/>
                <a:cs typeface="Noto Sans"/>
              </a:defRPr>
            </a:lvl7pPr>
            <a:lvl8pPr>
              <a:defRPr sz="1650" b="0">
                <a:solidFill>
                  <a:srgbClr val="1E5AA8"/>
                </a:solidFill>
                <a:latin typeface="Noto Sans"/>
                <a:ea typeface="Noto Sans"/>
                <a:cs typeface="Noto Sans"/>
              </a:defRPr>
            </a:lvl8pPr>
            <a:lvl9pPr>
              <a:defRPr sz="1650" b="0">
                <a:solidFill>
                  <a:srgbClr val="1E5AA8"/>
                </a:solidFill>
                <a:latin typeface="Noto Sans"/>
                <a:ea typeface="Noto Sans"/>
                <a:cs typeface="Noto Sans"/>
              </a:defRPr>
            </a:lvl9pPr>
          </a:lstStyle>
          <a:p xmlns:a="http://schemas.openxmlformats.org/drawingml/2006/main">
            <a:pPr>
              <a:defRPr sz="1650" b="0">
                <a:solidFill>
                  <a:srgbClr val="1E5AA8"/>
                </a:solidFill>
                <a:latin typeface="Noto Sans"/>
                <a:ea typeface="Noto Sans"/>
                <a:cs typeface="Noto Sans"/>
              </a:defRPr>
            </a:pPr>
            <a:r>
              <a:rPr sz="1650" b="0">
                <a:solidFill>
                  <a:srgbClr val="1E5AA8"/>
                </a:solidFill>
                <a:latin typeface="Noto Sans"/>
                <a:ea typeface="Noto Sans"/>
                <a:cs typeface="Noto Sans"/>
                <a:hlinkClick xmlns:r="http://schemas.openxmlformats.org/officeDocument/2006/relationships" r:id="R5439d1383ac84b94"/>
              </a:rPr>
              <a:t>Ba persona và nhu cầu</a:t>
            </a:r>
          </a:p>
        </p:txBody>
      </p:sp>
      <p:sp>
        <p:nvSpPr>
          <p:cNvPr id="6" name="Phạm vi thiết kế Office">
            <a:extLst xmlns:a="http://schemas.openxmlformats.org/drawingml/2006/main">
              <a:ext uri="{FF2B5EF4-FFF2-40B4-BE49-F238E27FC236}">
                <a16:creationId xmlns:a16="http://schemas.microsoft.com/office/drawing/2014/main" id="{8101437E-7D84-4A5E-AC12-3CB137B3EC5F}"/>
              </a:ext>
            </a:extLst>
          </p:cNvPr>
          <p:cNvSpPr>
            <a:spLocks xmlns:a="http://schemas.openxmlformats.org/drawingml/2006/main" noGrp="1"/>
          </p:cNvSpPr>
          <p:nvPr/>
        </p:nvSpPr>
        <p:spPr>
          <a:xfrm xmlns:a="http://schemas.openxmlformats.org/drawingml/2006/main">
            <a:off x="7191375" y="9467850"/>
            <a:ext cx="5000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1E5AA8"/>
                </a:solidFill>
                <a:latin typeface="Noto Sans"/>
                <a:ea typeface="Noto Sans"/>
                <a:cs typeface="Noto Sans"/>
              </a:defRPr>
            </a:defPPr>
            <a:lvl1pPr>
              <a:defRPr sz="1650" b="0">
                <a:solidFill>
                  <a:srgbClr val="1E5AA8"/>
                </a:solidFill>
                <a:latin typeface="Noto Sans"/>
                <a:ea typeface="Noto Sans"/>
                <a:cs typeface="Noto Sans"/>
              </a:defRPr>
            </a:lvl1pPr>
            <a:lvl2pPr>
              <a:defRPr sz="1650" b="0">
                <a:solidFill>
                  <a:srgbClr val="1E5AA8"/>
                </a:solidFill>
                <a:latin typeface="Noto Sans"/>
                <a:ea typeface="Noto Sans"/>
                <a:cs typeface="Noto Sans"/>
              </a:defRPr>
            </a:lvl2pPr>
            <a:lvl3pPr>
              <a:defRPr sz="1650" b="0">
                <a:solidFill>
                  <a:srgbClr val="1E5AA8"/>
                </a:solidFill>
                <a:latin typeface="Noto Sans"/>
                <a:ea typeface="Noto Sans"/>
                <a:cs typeface="Noto Sans"/>
              </a:defRPr>
            </a:lvl3pPr>
            <a:lvl4pPr>
              <a:defRPr sz="1650" b="0">
                <a:solidFill>
                  <a:srgbClr val="1E5AA8"/>
                </a:solidFill>
                <a:latin typeface="Noto Sans"/>
                <a:ea typeface="Noto Sans"/>
                <a:cs typeface="Noto Sans"/>
              </a:defRPr>
            </a:lvl4pPr>
            <a:lvl5pPr>
              <a:defRPr sz="1650" b="0">
                <a:solidFill>
                  <a:srgbClr val="1E5AA8"/>
                </a:solidFill>
                <a:latin typeface="Noto Sans"/>
                <a:ea typeface="Noto Sans"/>
                <a:cs typeface="Noto Sans"/>
              </a:defRPr>
            </a:lvl5pPr>
            <a:lvl6pPr>
              <a:defRPr sz="1650" b="0">
                <a:solidFill>
                  <a:srgbClr val="1E5AA8"/>
                </a:solidFill>
                <a:latin typeface="Noto Sans"/>
                <a:ea typeface="Noto Sans"/>
                <a:cs typeface="Noto Sans"/>
              </a:defRPr>
            </a:lvl6pPr>
            <a:lvl7pPr>
              <a:defRPr sz="1650" b="0">
                <a:solidFill>
                  <a:srgbClr val="1E5AA8"/>
                </a:solidFill>
                <a:latin typeface="Noto Sans"/>
                <a:ea typeface="Noto Sans"/>
                <a:cs typeface="Noto Sans"/>
              </a:defRPr>
            </a:lvl7pPr>
            <a:lvl8pPr>
              <a:defRPr sz="1650" b="0">
                <a:solidFill>
                  <a:srgbClr val="1E5AA8"/>
                </a:solidFill>
                <a:latin typeface="Noto Sans"/>
                <a:ea typeface="Noto Sans"/>
                <a:cs typeface="Noto Sans"/>
              </a:defRPr>
            </a:lvl8pPr>
            <a:lvl9pPr>
              <a:defRPr sz="1650" b="0">
                <a:solidFill>
                  <a:srgbClr val="1E5AA8"/>
                </a:solidFill>
                <a:latin typeface="Noto Sans"/>
                <a:ea typeface="Noto Sans"/>
                <a:cs typeface="Noto Sans"/>
              </a:defRPr>
            </a:lvl9pPr>
          </a:lstStyle>
          <a:p xmlns:a="http://schemas.openxmlformats.org/drawingml/2006/main">
            <a:pPr>
              <a:defRPr sz="1650" b="0">
                <a:solidFill>
                  <a:srgbClr val="1E5AA8"/>
                </a:solidFill>
                <a:latin typeface="Noto Sans"/>
                <a:ea typeface="Noto Sans"/>
                <a:cs typeface="Noto Sans"/>
              </a:defRPr>
            </a:pPr>
            <a:r>
              <a:rPr sz="1650" b="0">
                <a:solidFill>
                  <a:srgbClr val="1E5AA8"/>
                </a:solidFill>
                <a:latin typeface="Noto Sans"/>
                <a:ea typeface="Noto Sans"/>
                <a:cs typeface="Noto Sans"/>
                <a:hlinkClick xmlns:r="http://schemas.openxmlformats.org/officeDocument/2006/relationships" r:id="R7a89af63787c4a06"/>
              </a:rPr>
              <a:t>Phạm vi thiết kế Office</a:t>
            </a:r>
          </a:p>
        </p:txBody>
      </p:sp>
      <p:sp>
        <p:nvSpPr>
          <p:cNvPr id="7" name="Huy, 28 tuổi">
            <a:extLst xmlns:a="http://schemas.openxmlformats.org/drawingml/2006/main">
              <a:ext uri="{FF2B5EF4-FFF2-40B4-BE49-F238E27FC236}">
                <a16:creationId xmlns:a16="http://schemas.microsoft.com/office/drawing/2014/main" id="{A041E552-6522-4D6F-9F49-2C738E8829C0}"/>
              </a:ext>
            </a:extLst>
          </p:cNvPr>
          <p:cNvSpPr>
            <a:spLocks xmlns:a="http://schemas.openxmlformats.org/drawingml/2006/main" noGrp="1"/>
          </p:cNvSpPr>
          <p:nvPr/>
        </p:nvSpPr>
        <p:spPr>
          <a:xfrm xmlns:a="http://schemas.openxmlformats.org/drawingml/2006/main">
            <a:off x="1066800" y="2857500"/>
            <a:ext cx="5191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225" b="1">
                <a:solidFill>
                  <a:srgbClr val="1E5AA8"/>
                </a:solidFill>
                <a:latin typeface="Noto Sans"/>
                <a:ea typeface="Noto Sans"/>
                <a:cs typeface="Noto Sans"/>
              </a:defRPr>
            </a:defPPr>
            <a:lvl1pPr>
              <a:defRPr sz="3225" b="1">
                <a:solidFill>
                  <a:srgbClr val="1E5AA8"/>
                </a:solidFill>
                <a:latin typeface="Noto Sans"/>
                <a:ea typeface="Noto Sans"/>
                <a:cs typeface="Noto Sans"/>
              </a:defRPr>
            </a:lvl1pPr>
            <a:lvl2pPr>
              <a:defRPr sz="3225" b="1">
                <a:solidFill>
                  <a:srgbClr val="1E5AA8"/>
                </a:solidFill>
                <a:latin typeface="Noto Sans"/>
                <a:ea typeface="Noto Sans"/>
                <a:cs typeface="Noto Sans"/>
              </a:defRPr>
            </a:lvl2pPr>
            <a:lvl3pPr>
              <a:defRPr sz="3225" b="1">
                <a:solidFill>
                  <a:srgbClr val="1E5AA8"/>
                </a:solidFill>
                <a:latin typeface="Noto Sans"/>
                <a:ea typeface="Noto Sans"/>
                <a:cs typeface="Noto Sans"/>
              </a:defRPr>
            </a:lvl3pPr>
            <a:lvl4pPr>
              <a:defRPr sz="3225" b="1">
                <a:solidFill>
                  <a:srgbClr val="1E5AA8"/>
                </a:solidFill>
                <a:latin typeface="Noto Sans"/>
                <a:ea typeface="Noto Sans"/>
                <a:cs typeface="Noto Sans"/>
              </a:defRPr>
            </a:lvl4pPr>
            <a:lvl5pPr>
              <a:defRPr sz="3225" b="1">
                <a:solidFill>
                  <a:srgbClr val="1E5AA8"/>
                </a:solidFill>
                <a:latin typeface="Noto Sans"/>
                <a:ea typeface="Noto Sans"/>
                <a:cs typeface="Noto Sans"/>
              </a:defRPr>
            </a:lvl5pPr>
            <a:lvl6pPr>
              <a:defRPr sz="3225" b="1">
                <a:solidFill>
                  <a:srgbClr val="1E5AA8"/>
                </a:solidFill>
                <a:latin typeface="Noto Sans"/>
                <a:ea typeface="Noto Sans"/>
                <a:cs typeface="Noto Sans"/>
              </a:defRPr>
            </a:lvl6pPr>
            <a:lvl7pPr>
              <a:defRPr sz="3225" b="1">
                <a:solidFill>
                  <a:srgbClr val="1E5AA8"/>
                </a:solidFill>
                <a:latin typeface="Noto Sans"/>
                <a:ea typeface="Noto Sans"/>
                <a:cs typeface="Noto Sans"/>
              </a:defRPr>
            </a:lvl7pPr>
            <a:lvl8pPr>
              <a:defRPr sz="3225" b="1">
                <a:solidFill>
                  <a:srgbClr val="1E5AA8"/>
                </a:solidFill>
                <a:latin typeface="Noto Sans"/>
                <a:ea typeface="Noto Sans"/>
                <a:cs typeface="Noto Sans"/>
              </a:defRPr>
            </a:lvl8pPr>
            <a:lvl9pPr>
              <a:defRPr sz="3225" b="1">
                <a:solidFill>
                  <a:srgbClr val="1E5AA8"/>
                </a:solidFill>
                <a:latin typeface="Noto Sans"/>
                <a:ea typeface="Noto Sans"/>
                <a:cs typeface="Noto Sans"/>
              </a:defRPr>
            </a:lvl9pPr>
          </a:lstStyle>
          <a:p xmlns:a="http://schemas.openxmlformats.org/drawingml/2006/main">
            <a:pPr>
              <a:defRPr sz="3225" b="1">
                <a:solidFill>
                  <a:srgbClr val="1E5AA8"/>
                </a:solidFill>
                <a:latin typeface="Noto Sans"/>
                <a:ea typeface="Noto Sans"/>
                <a:cs typeface="Noto Sans"/>
              </a:defRPr>
            </a:pPr>
            <a:r>
              <a:rPr sz="3225" b="1">
                <a:solidFill>
                  <a:srgbClr val="1E5AA8"/>
                </a:solidFill>
                <a:latin typeface="Noto Sans"/>
                <a:ea typeface="Noto Sans"/>
                <a:cs typeface="Noto Sans"/>
              </a:rPr>
              <a:t>Huy, 28 tuổi</a:t>
            </a:r>
          </a:p>
        </p:txBody>
      </p:sp>
      <p:sp>
        <p:nvSpPr>
          <p:cNvPr id="8" name="Lập trình viên">
            <a:extLst xmlns:a="http://schemas.openxmlformats.org/drawingml/2006/main">
              <a:ext uri="{FF2B5EF4-FFF2-40B4-BE49-F238E27FC236}">
                <a16:creationId xmlns:a16="http://schemas.microsoft.com/office/drawing/2014/main" id="{81C2A205-147F-4FA4-9866-17849D910CC0}"/>
              </a:ext>
            </a:extLst>
          </p:cNvPr>
          <p:cNvSpPr>
            <a:spLocks xmlns:a="http://schemas.openxmlformats.org/drawingml/2006/main" noGrp="1"/>
          </p:cNvSpPr>
          <p:nvPr/>
        </p:nvSpPr>
        <p:spPr>
          <a:xfrm xmlns:a="http://schemas.openxmlformats.org/drawingml/2006/main">
            <a:off x="1066800" y="3667125"/>
            <a:ext cx="50958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0">
                <a:solidFill>
                  <a:srgbClr val="424751"/>
                </a:solidFill>
                <a:latin typeface="Noto Sans"/>
                <a:ea typeface="Noto Sans"/>
                <a:cs typeface="Noto Sans"/>
              </a:defRPr>
            </a:defPPr>
            <a:lvl1pPr>
              <a:defRPr sz="2250" b="0">
                <a:solidFill>
                  <a:srgbClr val="424751"/>
                </a:solidFill>
                <a:latin typeface="Noto Sans"/>
                <a:ea typeface="Noto Sans"/>
                <a:cs typeface="Noto Sans"/>
              </a:defRPr>
            </a:lvl1pPr>
            <a:lvl2pPr>
              <a:defRPr sz="2250" b="0">
                <a:solidFill>
                  <a:srgbClr val="424751"/>
                </a:solidFill>
                <a:latin typeface="Noto Sans"/>
                <a:ea typeface="Noto Sans"/>
                <a:cs typeface="Noto Sans"/>
              </a:defRPr>
            </a:lvl2pPr>
            <a:lvl3pPr>
              <a:defRPr sz="2250" b="0">
                <a:solidFill>
                  <a:srgbClr val="424751"/>
                </a:solidFill>
                <a:latin typeface="Noto Sans"/>
                <a:ea typeface="Noto Sans"/>
                <a:cs typeface="Noto Sans"/>
              </a:defRPr>
            </a:lvl3pPr>
            <a:lvl4pPr>
              <a:defRPr sz="2250" b="0">
                <a:solidFill>
                  <a:srgbClr val="424751"/>
                </a:solidFill>
                <a:latin typeface="Noto Sans"/>
                <a:ea typeface="Noto Sans"/>
                <a:cs typeface="Noto Sans"/>
              </a:defRPr>
            </a:lvl4pPr>
            <a:lvl5pPr>
              <a:defRPr sz="2250" b="0">
                <a:solidFill>
                  <a:srgbClr val="424751"/>
                </a:solidFill>
                <a:latin typeface="Noto Sans"/>
                <a:ea typeface="Noto Sans"/>
                <a:cs typeface="Noto Sans"/>
              </a:defRPr>
            </a:lvl5pPr>
            <a:lvl6pPr>
              <a:defRPr sz="2250" b="0">
                <a:solidFill>
                  <a:srgbClr val="424751"/>
                </a:solidFill>
                <a:latin typeface="Noto Sans"/>
                <a:ea typeface="Noto Sans"/>
                <a:cs typeface="Noto Sans"/>
              </a:defRPr>
            </a:lvl6pPr>
            <a:lvl7pPr>
              <a:defRPr sz="2250" b="0">
                <a:solidFill>
                  <a:srgbClr val="424751"/>
                </a:solidFill>
                <a:latin typeface="Noto Sans"/>
                <a:ea typeface="Noto Sans"/>
                <a:cs typeface="Noto Sans"/>
              </a:defRPr>
            </a:lvl7pPr>
            <a:lvl8pPr>
              <a:defRPr sz="2250" b="0">
                <a:solidFill>
                  <a:srgbClr val="424751"/>
                </a:solidFill>
                <a:latin typeface="Noto Sans"/>
                <a:ea typeface="Noto Sans"/>
                <a:cs typeface="Noto Sans"/>
              </a:defRPr>
            </a:lvl8pPr>
            <a:lvl9pPr>
              <a:defRPr sz="2250" b="0">
                <a:solidFill>
                  <a:srgbClr val="424751"/>
                </a:solidFill>
                <a:latin typeface="Noto Sans"/>
                <a:ea typeface="Noto Sans"/>
                <a:cs typeface="Noto Sans"/>
              </a:defRPr>
            </a:lvl9pPr>
          </a:lstStyle>
          <a:p xmlns:a="http://schemas.openxmlformats.org/drawingml/2006/main">
            <a:pPr>
              <a:defRPr sz="2250" b="0">
                <a:solidFill>
                  <a:srgbClr val="424751"/>
                </a:solidFill>
                <a:latin typeface="Noto Sans"/>
                <a:ea typeface="Noto Sans"/>
                <a:cs typeface="Noto Sans"/>
              </a:defRPr>
            </a:pPr>
            <a:r>
              <a:rPr sz="2250" b="0">
                <a:solidFill>
                  <a:srgbClr val="424751"/>
                </a:solidFill>
                <a:latin typeface="Noto Sans"/>
                <a:ea typeface="Noto Sans"/>
                <a:cs typeface="Noto Sans"/>
              </a:rPr>
              <a:t>Lập trình viên</a:t>
            </a:r>
          </a:p>
        </p:txBody>
      </p:sp>
      <p:sp>
        <p:nvSpPr>
          <p:cNvPr id="9" name="Ngồi lâu, quên nghỉ khi tập trung.">
            <a:extLst xmlns:a="http://schemas.openxmlformats.org/drawingml/2006/main">
              <a:ext uri="{FF2B5EF4-FFF2-40B4-BE49-F238E27FC236}">
                <a16:creationId xmlns:a16="http://schemas.microsoft.com/office/drawing/2014/main" id="{B362413C-F438-479E-8CE9-F742F5BDCF88}"/>
              </a:ext>
            </a:extLst>
          </p:cNvPr>
          <p:cNvSpPr>
            <a:spLocks xmlns:a="http://schemas.openxmlformats.org/drawingml/2006/main" noGrp="1"/>
          </p:cNvSpPr>
          <p:nvPr/>
        </p:nvSpPr>
        <p:spPr>
          <a:xfrm xmlns:a="http://schemas.openxmlformats.org/drawingml/2006/main">
            <a:off x="1066800" y="4524375"/>
            <a:ext cx="4953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700" b="0">
                <a:solidFill>
                  <a:srgbClr val="031C36"/>
                </a:solidFill>
                <a:latin typeface="Noto Sans"/>
                <a:ea typeface="Noto Sans"/>
                <a:cs typeface="Noto Sans"/>
              </a:defRPr>
            </a:defPPr>
            <a:lvl1pPr>
              <a:defRPr sz="2700" b="0">
                <a:solidFill>
                  <a:srgbClr val="031C36"/>
                </a:solidFill>
                <a:latin typeface="Noto Sans"/>
                <a:ea typeface="Noto Sans"/>
                <a:cs typeface="Noto Sans"/>
              </a:defRPr>
            </a:lvl1pPr>
            <a:lvl2pPr>
              <a:defRPr sz="2700" b="0">
                <a:solidFill>
                  <a:srgbClr val="031C36"/>
                </a:solidFill>
                <a:latin typeface="Noto Sans"/>
                <a:ea typeface="Noto Sans"/>
                <a:cs typeface="Noto Sans"/>
              </a:defRPr>
            </a:lvl2pPr>
            <a:lvl3pPr>
              <a:defRPr sz="2700" b="0">
                <a:solidFill>
                  <a:srgbClr val="031C36"/>
                </a:solidFill>
                <a:latin typeface="Noto Sans"/>
                <a:ea typeface="Noto Sans"/>
                <a:cs typeface="Noto Sans"/>
              </a:defRPr>
            </a:lvl3pPr>
            <a:lvl4pPr>
              <a:defRPr sz="2700" b="0">
                <a:solidFill>
                  <a:srgbClr val="031C36"/>
                </a:solidFill>
                <a:latin typeface="Noto Sans"/>
                <a:ea typeface="Noto Sans"/>
                <a:cs typeface="Noto Sans"/>
              </a:defRPr>
            </a:lvl4pPr>
            <a:lvl5pPr>
              <a:defRPr sz="2700" b="0">
                <a:solidFill>
                  <a:srgbClr val="031C36"/>
                </a:solidFill>
                <a:latin typeface="Noto Sans"/>
                <a:ea typeface="Noto Sans"/>
                <a:cs typeface="Noto Sans"/>
              </a:defRPr>
            </a:lvl5pPr>
            <a:lvl6pPr>
              <a:defRPr sz="2700" b="0">
                <a:solidFill>
                  <a:srgbClr val="031C36"/>
                </a:solidFill>
                <a:latin typeface="Noto Sans"/>
                <a:ea typeface="Noto Sans"/>
                <a:cs typeface="Noto Sans"/>
              </a:defRPr>
            </a:lvl6pPr>
            <a:lvl7pPr>
              <a:defRPr sz="2700" b="0">
                <a:solidFill>
                  <a:srgbClr val="031C36"/>
                </a:solidFill>
                <a:latin typeface="Noto Sans"/>
                <a:ea typeface="Noto Sans"/>
                <a:cs typeface="Noto Sans"/>
              </a:defRPr>
            </a:lvl7pPr>
            <a:lvl8pPr>
              <a:defRPr sz="2700" b="0">
                <a:solidFill>
                  <a:srgbClr val="031C36"/>
                </a:solidFill>
                <a:latin typeface="Noto Sans"/>
                <a:ea typeface="Noto Sans"/>
                <a:cs typeface="Noto Sans"/>
              </a:defRPr>
            </a:lvl8pPr>
            <a:lvl9pPr>
              <a:defRPr sz="2700" b="0">
                <a:solidFill>
                  <a:srgbClr val="031C36"/>
                </a:solidFill>
                <a:latin typeface="Noto Sans"/>
                <a:ea typeface="Noto Sans"/>
                <a:cs typeface="Noto Sans"/>
              </a:defRPr>
            </a:lvl9pPr>
          </a:lstStyle>
          <a:p xmlns:a="http://schemas.openxmlformats.org/drawingml/2006/main">
            <a:pPr>
              <a:defRPr sz="2700" b="0">
                <a:solidFill>
                  <a:srgbClr val="031C36"/>
                </a:solidFill>
                <a:latin typeface="Noto Sans"/>
                <a:ea typeface="Noto Sans"/>
                <a:cs typeface="Noto Sans"/>
              </a:defRPr>
            </a:pPr>
            <a:r>
              <a:rPr sz="2700" b="0">
                <a:solidFill>
                  <a:srgbClr val="031C36"/>
                </a:solidFill>
                <a:latin typeface="Noto Sans"/>
                <a:ea typeface="Noto Sans"/>
                <a:cs typeface="Noto Sans"/>
              </a:rPr>
              <a:t>Ngồi lâu, quên nghỉ khi tập trung.</a:t>
            </a:r>
          </a:p>
        </p:txBody>
      </p:sp>
      <p:sp>
        <p:nvSpPr>
          <p:cNvPr id="10" name="Vận động, tư thế, góc làm việc.">
            <a:extLst xmlns:a="http://schemas.openxmlformats.org/drawingml/2006/main">
              <a:ext uri="{FF2B5EF4-FFF2-40B4-BE49-F238E27FC236}">
                <a16:creationId xmlns:a16="http://schemas.microsoft.com/office/drawing/2014/main" id="{26D0BFF3-F47A-4A49-BE83-52A7C812B7AB}"/>
              </a:ext>
            </a:extLst>
          </p:cNvPr>
          <p:cNvSpPr>
            <a:spLocks xmlns:a="http://schemas.openxmlformats.org/drawingml/2006/main" noGrp="1"/>
          </p:cNvSpPr>
          <p:nvPr/>
        </p:nvSpPr>
        <p:spPr>
          <a:xfrm xmlns:a="http://schemas.openxmlformats.org/drawingml/2006/main">
            <a:off x="1066800" y="6096000"/>
            <a:ext cx="4953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625" b="0">
                <a:solidFill>
                  <a:srgbClr val="031C36"/>
                </a:solidFill>
                <a:latin typeface="Noto Sans"/>
                <a:ea typeface="Noto Sans"/>
                <a:cs typeface="Noto Sans"/>
              </a:defRPr>
            </a:defPPr>
            <a:lvl1pPr>
              <a:defRPr sz="2625" b="0">
                <a:solidFill>
                  <a:srgbClr val="031C36"/>
                </a:solidFill>
                <a:latin typeface="Noto Sans"/>
                <a:ea typeface="Noto Sans"/>
                <a:cs typeface="Noto Sans"/>
              </a:defRPr>
            </a:lvl1pPr>
            <a:lvl2pPr>
              <a:defRPr sz="2625" b="0">
                <a:solidFill>
                  <a:srgbClr val="031C36"/>
                </a:solidFill>
                <a:latin typeface="Noto Sans"/>
                <a:ea typeface="Noto Sans"/>
                <a:cs typeface="Noto Sans"/>
              </a:defRPr>
            </a:lvl2pPr>
            <a:lvl3pPr>
              <a:defRPr sz="2625" b="0">
                <a:solidFill>
                  <a:srgbClr val="031C36"/>
                </a:solidFill>
                <a:latin typeface="Noto Sans"/>
                <a:ea typeface="Noto Sans"/>
                <a:cs typeface="Noto Sans"/>
              </a:defRPr>
            </a:lvl3pPr>
            <a:lvl4pPr>
              <a:defRPr sz="2625" b="0">
                <a:solidFill>
                  <a:srgbClr val="031C36"/>
                </a:solidFill>
                <a:latin typeface="Noto Sans"/>
                <a:ea typeface="Noto Sans"/>
                <a:cs typeface="Noto Sans"/>
              </a:defRPr>
            </a:lvl4pPr>
            <a:lvl5pPr>
              <a:defRPr sz="2625" b="0">
                <a:solidFill>
                  <a:srgbClr val="031C36"/>
                </a:solidFill>
                <a:latin typeface="Noto Sans"/>
                <a:ea typeface="Noto Sans"/>
                <a:cs typeface="Noto Sans"/>
              </a:defRPr>
            </a:lvl5pPr>
            <a:lvl6pPr>
              <a:defRPr sz="2625" b="0">
                <a:solidFill>
                  <a:srgbClr val="031C36"/>
                </a:solidFill>
                <a:latin typeface="Noto Sans"/>
                <a:ea typeface="Noto Sans"/>
                <a:cs typeface="Noto Sans"/>
              </a:defRPr>
            </a:lvl6pPr>
            <a:lvl7pPr>
              <a:defRPr sz="2625" b="0">
                <a:solidFill>
                  <a:srgbClr val="031C36"/>
                </a:solidFill>
                <a:latin typeface="Noto Sans"/>
                <a:ea typeface="Noto Sans"/>
                <a:cs typeface="Noto Sans"/>
              </a:defRPr>
            </a:lvl7pPr>
            <a:lvl8pPr>
              <a:defRPr sz="2625" b="0">
                <a:solidFill>
                  <a:srgbClr val="031C36"/>
                </a:solidFill>
                <a:latin typeface="Noto Sans"/>
                <a:ea typeface="Noto Sans"/>
                <a:cs typeface="Noto Sans"/>
              </a:defRPr>
            </a:lvl8pPr>
            <a:lvl9pPr>
              <a:defRPr sz="2625" b="0">
                <a:solidFill>
                  <a:srgbClr val="031C36"/>
                </a:solidFill>
                <a:latin typeface="Noto Sans"/>
                <a:ea typeface="Noto Sans"/>
                <a:cs typeface="Noto Sans"/>
              </a:defRPr>
            </a:lvl9pPr>
          </a:lstStyle>
          <a:p xmlns:a="http://schemas.openxmlformats.org/drawingml/2006/main">
            <a:pPr>
              <a:defRPr sz="2625" b="0">
                <a:solidFill>
                  <a:srgbClr val="031C36"/>
                </a:solidFill>
                <a:latin typeface="Noto Sans"/>
                <a:ea typeface="Noto Sans"/>
                <a:cs typeface="Noto Sans"/>
              </a:defRPr>
            </a:pPr>
            <a:r>
              <a:rPr sz="2625" b="0">
                <a:solidFill>
                  <a:srgbClr val="031C36"/>
                </a:solidFill>
                <a:latin typeface="Noto Sans"/>
                <a:ea typeface="Noto Sans"/>
                <a:cs typeface="Noto Sans"/>
              </a:rPr>
              <a:t>Vận động, tư thế, góc làm việc.</a:t>
            </a:r>
          </a:p>
        </p:txBody>
      </p:sp>
      <p:sp>
        <p:nvSpPr>
          <p:cNvPr id="11" name="Check-in ≤3 thao tác; đổi lịch &lt;30 giây.">
            <a:extLst xmlns:a="http://schemas.openxmlformats.org/drawingml/2006/main">
              <a:ext uri="{FF2B5EF4-FFF2-40B4-BE49-F238E27FC236}">
                <a16:creationId xmlns:a16="http://schemas.microsoft.com/office/drawing/2014/main" id="{0D433619-3036-48A7-8944-38E54EA927D6}"/>
              </a:ext>
            </a:extLst>
          </p:cNvPr>
          <p:cNvSpPr>
            <a:spLocks xmlns:a="http://schemas.openxmlformats.org/drawingml/2006/main" noGrp="1"/>
          </p:cNvSpPr>
          <p:nvPr/>
        </p:nvSpPr>
        <p:spPr>
          <a:xfrm xmlns:a="http://schemas.openxmlformats.org/drawingml/2006/main">
            <a:off x="1066800" y="7762875"/>
            <a:ext cx="4953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031C36"/>
                </a:solidFill>
                <a:latin typeface="Noto Sans"/>
                <a:ea typeface="Noto Sans"/>
                <a:cs typeface="Noto Sans"/>
              </a:defRPr>
            </a:defPPr>
            <a:lvl1pPr>
              <a:defRPr sz="2250" b="1">
                <a:solidFill>
                  <a:srgbClr val="031C36"/>
                </a:solidFill>
                <a:latin typeface="Noto Sans"/>
                <a:ea typeface="Noto Sans"/>
                <a:cs typeface="Noto Sans"/>
              </a:defRPr>
            </a:lvl1pPr>
            <a:lvl2pPr>
              <a:defRPr sz="2250" b="1">
                <a:solidFill>
                  <a:srgbClr val="031C36"/>
                </a:solidFill>
                <a:latin typeface="Noto Sans"/>
                <a:ea typeface="Noto Sans"/>
                <a:cs typeface="Noto Sans"/>
              </a:defRPr>
            </a:lvl2pPr>
            <a:lvl3pPr>
              <a:defRPr sz="2250" b="1">
                <a:solidFill>
                  <a:srgbClr val="031C36"/>
                </a:solidFill>
                <a:latin typeface="Noto Sans"/>
                <a:ea typeface="Noto Sans"/>
                <a:cs typeface="Noto Sans"/>
              </a:defRPr>
            </a:lvl3pPr>
            <a:lvl4pPr>
              <a:defRPr sz="2250" b="1">
                <a:solidFill>
                  <a:srgbClr val="031C36"/>
                </a:solidFill>
                <a:latin typeface="Noto Sans"/>
                <a:ea typeface="Noto Sans"/>
                <a:cs typeface="Noto Sans"/>
              </a:defRPr>
            </a:lvl4pPr>
            <a:lvl5pPr>
              <a:defRPr sz="2250" b="1">
                <a:solidFill>
                  <a:srgbClr val="031C36"/>
                </a:solidFill>
                <a:latin typeface="Noto Sans"/>
                <a:ea typeface="Noto Sans"/>
                <a:cs typeface="Noto Sans"/>
              </a:defRPr>
            </a:lvl5pPr>
            <a:lvl6pPr>
              <a:defRPr sz="2250" b="1">
                <a:solidFill>
                  <a:srgbClr val="031C36"/>
                </a:solidFill>
                <a:latin typeface="Noto Sans"/>
                <a:ea typeface="Noto Sans"/>
                <a:cs typeface="Noto Sans"/>
              </a:defRPr>
            </a:lvl6pPr>
            <a:lvl7pPr>
              <a:defRPr sz="2250" b="1">
                <a:solidFill>
                  <a:srgbClr val="031C36"/>
                </a:solidFill>
                <a:latin typeface="Noto Sans"/>
                <a:ea typeface="Noto Sans"/>
                <a:cs typeface="Noto Sans"/>
              </a:defRPr>
            </a:lvl7pPr>
            <a:lvl8pPr>
              <a:defRPr sz="2250" b="1">
                <a:solidFill>
                  <a:srgbClr val="031C36"/>
                </a:solidFill>
                <a:latin typeface="Noto Sans"/>
                <a:ea typeface="Noto Sans"/>
                <a:cs typeface="Noto Sans"/>
              </a:defRPr>
            </a:lvl8pPr>
            <a:lvl9pPr>
              <a:defRPr sz="2250" b="1">
                <a:solidFill>
                  <a:srgbClr val="031C36"/>
                </a:solidFill>
                <a:latin typeface="Noto Sans"/>
                <a:ea typeface="Noto Sans"/>
                <a:cs typeface="Noto Sans"/>
              </a:defRPr>
            </a:lvl9pPr>
          </a:lstStyle>
          <a:p xmlns:a="http://schemas.openxmlformats.org/drawingml/2006/main">
            <a:pPr>
              <a:defRPr sz="2250" b="1">
                <a:solidFill>
                  <a:srgbClr val="031C36"/>
                </a:solidFill>
                <a:latin typeface="Noto Sans"/>
                <a:ea typeface="Noto Sans"/>
                <a:cs typeface="Noto Sans"/>
              </a:defRPr>
            </a:pPr>
            <a:r>
              <a:rPr sz="2250" b="1">
                <a:solidFill>
                  <a:srgbClr val="031C36"/>
                </a:solidFill>
                <a:latin typeface="Noto Sans"/>
                <a:ea typeface="Noto Sans"/>
                <a:cs typeface="Noto Sans"/>
              </a:rPr>
              <a:t>Check-in ≤3 thao tác; đổi lịch &lt;30 giây.</a:t>
            </a:r>
          </a:p>
        </p:txBody>
      </p:sp>
      <p:sp>
        <p:nvSpPr>
          <p:cNvPr id="12" name="Mai, 24 tuổi">
            <a:extLst xmlns:a="http://schemas.openxmlformats.org/drawingml/2006/main">
              <a:ext uri="{FF2B5EF4-FFF2-40B4-BE49-F238E27FC236}">
                <a16:creationId xmlns:a16="http://schemas.microsoft.com/office/drawing/2014/main" id="{135F5BB7-C7AB-4FE3-8987-F9B2AEAA89FA}"/>
              </a:ext>
            </a:extLst>
          </p:cNvPr>
          <p:cNvSpPr>
            <a:spLocks xmlns:a="http://schemas.openxmlformats.org/drawingml/2006/main" noGrp="1"/>
          </p:cNvSpPr>
          <p:nvPr/>
        </p:nvSpPr>
        <p:spPr>
          <a:xfrm xmlns:a="http://schemas.openxmlformats.org/drawingml/2006/main">
            <a:off x="6686550" y="2857500"/>
            <a:ext cx="5191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225" b="1">
                <a:solidFill>
                  <a:srgbClr val="1E5AA8"/>
                </a:solidFill>
                <a:latin typeface="Noto Sans"/>
                <a:ea typeface="Noto Sans"/>
                <a:cs typeface="Noto Sans"/>
              </a:defRPr>
            </a:defPPr>
            <a:lvl1pPr>
              <a:defRPr sz="3225" b="1">
                <a:solidFill>
                  <a:srgbClr val="1E5AA8"/>
                </a:solidFill>
                <a:latin typeface="Noto Sans"/>
                <a:ea typeface="Noto Sans"/>
                <a:cs typeface="Noto Sans"/>
              </a:defRPr>
            </a:lvl1pPr>
            <a:lvl2pPr>
              <a:defRPr sz="3225" b="1">
                <a:solidFill>
                  <a:srgbClr val="1E5AA8"/>
                </a:solidFill>
                <a:latin typeface="Noto Sans"/>
                <a:ea typeface="Noto Sans"/>
                <a:cs typeface="Noto Sans"/>
              </a:defRPr>
            </a:lvl2pPr>
            <a:lvl3pPr>
              <a:defRPr sz="3225" b="1">
                <a:solidFill>
                  <a:srgbClr val="1E5AA8"/>
                </a:solidFill>
                <a:latin typeface="Noto Sans"/>
                <a:ea typeface="Noto Sans"/>
                <a:cs typeface="Noto Sans"/>
              </a:defRPr>
            </a:lvl3pPr>
            <a:lvl4pPr>
              <a:defRPr sz="3225" b="1">
                <a:solidFill>
                  <a:srgbClr val="1E5AA8"/>
                </a:solidFill>
                <a:latin typeface="Noto Sans"/>
                <a:ea typeface="Noto Sans"/>
                <a:cs typeface="Noto Sans"/>
              </a:defRPr>
            </a:lvl4pPr>
            <a:lvl5pPr>
              <a:defRPr sz="3225" b="1">
                <a:solidFill>
                  <a:srgbClr val="1E5AA8"/>
                </a:solidFill>
                <a:latin typeface="Noto Sans"/>
                <a:ea typeface="Noto Sans"/>
                <a:cs typeface="Noto Sans"/>
              </a:defRPr>
            </a:lvl5pPr>
            <a:lvl6pPr>
              <a:defRPr sz="3225" b="1">
                <a:solidFill>
                  <a:srgbClr val="1E5AA8"/>
                </a:solidFill>
                <a:latin typeface="Noto Sans"/>
                <a:ea typeface="Noto Sans"/>
                <a:cs typeface="Noto Sans"/>
              </a:defRPr>
            </a:lvl6pPr>
            <a:lvl7pPr>
              <a:defRPr sz="3225" b="1">
                <a:solidFill>
                  <a:srgbClr val="1E5AA8"/>
                </a:solidFill>
                <a:latin typeface="Noto Sans"/>
                <a:ea typeface="Noto Sans"/>
                <a:cs typeface="Noto Sans"/>
              </a:defRPr>
            </a:lvl7pPr>
            <a:lvl8pPr>
              <a:defRPr sz="3225" b="1">
                <a:solidFill>
                  <a:srgbClr val="1E5AA8"/>
                </a:solidFill>
                <a:latin typeface="Noto Sans"/>
                <a:ea typeface="Noto Sans"/>
                <a:cs typeface="Noto Sans"/>
              </a:defRPr>
            </a:lvl8pPr>
            <a:lvl9pPr>
              <a:defRPr sz="3225" b="1">
                <a:solidFill>
                  <a:srgbClr val="1E5AA8"/>
                </a:solidFill>
                <a:latin typeface="Noto Sans"/>
                <a:ea typeface="Noto Sans"/>
                <a:cs typeface="Noto Sans"/>
              </a:defRPr>
            </a:lvl9pPr>
          </a:lstStyle>
          <a:p xmlns:a="http://schemas.openxmlformats.org/drawingml/2006/main">
            <a:pPr>
              <a:defRPr sz="3225" b="1">
                <a:solidFill>
                  <a:srgbClr val="1E5AA8"/>
                </a:solidFill>
                <a:latin typeface="Noto Sans"/>
                <a:ea typeface="Noto Sans"/>
                <a:cs typeface="Noto Sans"/>
              </a:defRPr>
            </a:pPr>
            <a:r>
              <a:rPr sz="3225" b="1">
                <a:solidFill>
                  <a:srgbClr val="1E5AA8"/>
                </a:solidFill>
                <a:latin typeface="Noto Sans"/>
                <a:ea typeface="Noto Sans"/>
                <a:cs typeface="Noto Sans"/>
              </a:rPr>
              <a:t>Mai, 24 tuổi</a:t>
            </a:r>
          </a:p>
        </p:txBody>
      </p:sp>
      <p:sp>
        <p:nvSpPr>
          <p:cNvPr id="13" name="Nhân viên marketing mới">
            <a:extLst xmlns:a="http://schemas.openxmlformats.org/drawingml/2006/main">
              <a:ext uri="{FF2B5EF4-FFF2-40B4-BE49-F238E27FC236}">
                <a16:creationId xmlns:a16="http://schemas.microsoft.com/office/drawing/2014/main" id="{F2ACDA28-EF40-4C0A-A3B0-D6035EC0B75F}"/>
              </a:ext>
            </a:extLst>
          </p:cNvPr>
          <p:cNvSpPr>
            <a:spLocks xmlns:a="http://schemas.openxmlformats.org/drawingml/2006/main" noGrp="1"/>
          </p:cNvSpPr>
          <p:nvPr/>
        </p:nvSpPr>
        <p:spPr>
          <a:xfrm xmlns:a="http://schemas.openxmlformats.org/drawingml/2006/main">
            <a:off x="6686550" y="3667125"/>
            <a:ext cx="50958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0">
                <a:solidFill>
                  <a:srgbClr val="424751"/>
                </a:solidFill>
                <a:latin typeface="Noto Sans"/>
                <a:ea typeface="Noto Sans"/>
                <a:cs typeface="Noto Sans"/>
              </a:defRPr>
            </a:defPPr>
            <a:lvl1pPr>
              <a:defRPr sz="2250" b="0">
                <a:solidFill>
                  <a:srgbClr val="424751"/>
                </a:solidFill>
                <a:latin typeface="Noto Sans"/>
                <a:ea typeface="Noto Sans"/>
                <a:cs typeface="Noto Sans"/>
              </a:defRPr>
            </a:lvl1pPr>
            <a:lvl2pPr>
              <a:defRPr sz="2250" b="0">
                <a:solidFill>
                  <a:srgbClr val="424751"/>
                </a:solidFill>
                <a:latin typeface="Noto Sans"/>
                <a:ea typeface="Noto Sans"/>
                <a:cs typeface="Noto Sans"/>
              </a:defRPr>
            </a:lvl2pPr>
            <a:lvl3pPr>
              <a:defRPr sz="2250" b="0">
                <a:solidFill>
                  <a:srgbClr val="424751"/>
                </a:solidFill>
                <a:latin typeface="Noto Sans"/>
                <a:ea typeface="Noto Sans"/>
                <a:cs typeface="Noto Sans"/>
              </a:defRPr>
            </a:lvl3pPr>
            <a:lvl4pPr>
              <a:defRPr sz="2250" b="0">
                <a:solidFill>
                  <a:srgbClr val="424751"/>
                </a:solidFill>
                <a:latin typeface="Noto Sans"/>
                <a:ea typeface="Noto Sans"/>
                <a:cs typeface="Noto Sans"/>
              </a:defRPr>
            </a:lvl4pPr>
            <a:lvl5pPr>
              <a:defRPr sz="2250" b="0">
                <a:solidFill>
                  <a:srgbClr val="424751"/>
                </a:solidFill>
                <a:latin typeface="Noto Sans"/>
                <a:ea typeface="Noto Sans"/>
                <a:cs typeface="Noto Sans"/>
              </a:defRPr>
            </a:lvl5pPr>
            <a:lvl6pPr>
              <a:defRPr sz="2250" b="0">
                <a:solidFill>
                  <a:srgbClr val="424751"/>
                </a:solidFill>
                <a:latin typeface="Noto Sans"/>
                <a:ea typeface="Noto Sans"/>
                <a:cs typeface="Noto Sans"/>
              </a:defRPr>
            </a:lvl6pPr>
            <a:lvl7pPr>
              <a:defRPr sz="2250" b="0">
                <a:solidFill>
                  <a:srgbClr val="424751"/>
                </a:solidFill>
                <a:latin typeface="Noto Sans"/>
                <a:ea typeface="Noto Sans"/>
                <a:cs typeface="Noto Sans"/>
              </a:defRPr>
            </a:lvl7pPr>
            <a:lvl8pPr>
              <a:defRPr sz="2250" b="0">
                <a:solidFill>
                  <a:srgbClr val="424751"/>
                </a:solidFill>
                <a:latin typeface="Noto Sans"/>
                <a:ea typeface="Noto Sans"/>
                <a:cs typeface="Noto Sans"/>
              </a:defRPr>
            </a:lvl8pPr>
            <a:lvl9pPr>
              <a:defRPr sz="2250" b="0">
                <a:solidFill>
                  <a:srgbClr val="424751"/>
                </a:solidFill>
                <a:latin typeface="Noto Sans"/>
                <a:ea typeface="Noto Sans"/>
                <a:cs typeface="Noto Sans"/>
              </a:defRPr>
            </a:lvl9pPr>
          </a:lstStyle>
          <a:p xmlns:a="http://schemas.openxmlformats.org/drawingml/2006/main">
            <a:pPr>
              <a:defRPr sz="2250" b="0">
                <a:solidFill>
                  <a:srgbClr val="424751"/>
                </a:solidFill>
                <a:latin typeface="Noto Sans"/>
                <a:ea typeface="Noto Sans"/>
                <a:cs typeface="Noto Sans"/>
              </a:defRPr>
            </a:pPr>
            <a:r>
              <a:rPr sz="2250" b="0">
                <a:solidFill>
                  <a:srgbClr val="424751"/>
                </a:solidFill>
                <a:latin typeface="Noto Sans"/>
                <a:ea typeface="Noto Sans"/>
                <a:cs typeface="Noto Sans"/>
              </a:rPr>
              <a:t>Nhân viên marketing mới</a:t>
            </a:r>
          </a:p>
        </p:txBody>
      </p:sp>
      <p:sp>
        <p:nvSpPr>
          <p:cNvPr id="14" name="Ăn vội, căng thẳng, ít quen đồng nghiệp.">
            <a:extLst xmlns:a="http://schemas.openxmlformats.org/drawingml/2006/main">
              <a:ext uri="{FF2B5EF4-FFF2-40B4-BE49-F238E27FC236}">
                <a16:creationId xmlns:a16="http://schemas.microsoft.com/office/drawing/2014/main" id="{831B8BEF-15AD-4788-B85A-91C709678BF7}"/>
              </a:ext>
            </a:extLst>
          </p:cNvPr>
          <p:cNvSpPr>
            <a:spLocks xmlns:a="http://schemas.openxmlformats.org/drawingml/2006/main" noGrp="1"/>
          </p:cNvSpPr>
          <p:nvPr/>
        </p:nvSpPr>
        <p:spPr>
          <a:xfrm xmlns:a="http://schemas.openxmlformats.org/drawingml/2006/main">
            <a:off x="6686550" y="4524375"/>
            <a:ext cx="4953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700" b="0">
                <a:solidFill>
                  <a:srgbClr val="031C36"/>
                </a:solidFill>
                <a:latin typeface="Noto Sans"/>
                <a:ea typeface="Noto Sans"/>
                <a:cs typeface="Noto Sans"/>
              </a:defRPr>
            </a:defPPr>
            <a:lvl1pPr>
              <a:defRPr sz="2700" b="0">
                <a:solidFill>
                  <a:srgbClr val="031C36"/>
                </a:solidFill>
                <a:latin typeface="Noto Sans"/>
                <a:ea typeface="Noto Sans"/>
                <a:cs typeface="Noto Sans"/>
              </a:defRPr>
            </a:lvl1pPr>
            <a:lvl2pPr>
              <a:defRPr sz="2700" b="0">
                <a:solidFill>
                  <a:srgbClr val="031C36"/>
                </a:solidFill>
                <a:latin typeface="Noto Sans"/>
                <a:ea typeface="Noto Sans"/>
                <a:cs typeface="Noto Sans"/>
              </a:defRPr>
            </a:lvl2pPr>
            <a:lvl3pPr>
              <a:defRPr sz="2700" b="0">
                <a:solidFill>
                  <a:srgbClr val="031C36"/>
                </a:solidFill>
                <a:latin typeface="Noto Sans"/>
                <a:ea typeface="Noto Sans"/>
                <a:cs typeface="Noto Sans"/>
              </a:defRPr>
            </a:lvl3pPr>
            <a:lvl4pPr>
              <a:defRPr sz="2700" b="0">
                <a:solidFill>
                  <a:srgbClr val="031C36"/>
                </a:solidFill>
                <a:latin typeface="Noto Sans"/>
                <a:ea typeface="Noto Sans"/>
                <a:cs typeface="Noto Sans"/>
              </a:defRPr>
            </a:lvl4pPr>
            <a:lvl5pPr>
              <a:defRPr sz="2700" b="0">
                <a:solidFill>
                  <a:srgbClr val="031C36"/>
                </a:solidFill>
                <a:latin typeface="Noto Sans"/>
                <a:ea typeface="Noto Sans"/>
                <a:cs typeface="Noto Sans"/>
              </a:defRPr>
            </a:lvl5pPr>
            <a:lvl6pPr>
              <a:defRPr sz="2700" b="0">
                <a:solidFill>
                  <a:srgbClr val="031C36"/>
                </a:solidFill>
                <a:latin typeface="Noto Sans"/>
                <a:ea typeface="Noto Sans"/>
                <a:cs typeface="Noto Sans"/>
              </a:defRPr>
            </a:lvl6pPr>
            <a:lvl7pPr>
              <a:defRPr sz="2700" b="0">
                <a:solidFill>
                  <a:srgbClr val="031C36"/>
                </a:solidFill>
                <a:latin typeface="Noto Sans"/>
                <a:ea typeface="Noto Sans"/>
                <a:cs typeface="Noto Sans"/>
              </a:defRPr>
            </a:lvl7pPr>
            <a:lvl8pPr>
              <a:defRPr sz="2700" b="0">
                <a:solidFill>
                  <a:srgbClr val="031C36"/>
                </a:solidFill>
                <a:latin typeface="Noto Sans"/>
                <a:ea typeface="Noto Sans"/>
                <a:cs typeface="Noto Sans"/>
              </a:defRPr>
            </a:lvl8pPr>
            <a:lvl9pPr>
              <a:defRPr sz="2700" b="0">
                <a:solidFill>
                  <a:srgbClr val="031C36"/>
                </a:solidFill>
                <a:latin typeface="Noto Sans"/>
                <a:ea typeface="Noto Sans"/>
                <a:cs typeface="Noto Sans"/>
              </a:defRPr>
            </a:lvl9pPr>
          </a:lstStyle>
          <a:p xmlns:a="http://schemas.openxmlformats.org/drawingml/2006/main">
            <a:pPr>
              <a:defRPr sz="2700" b="0">
                <a:solidFill>
                  <a:srgbClr val="031C36"/>
                </a:solidFill>
                <a:latin typeface="Noto Sans"/>
                <a:ea typeface="Noto Sans"/>
                <a:cs typeface="Noto Sans"/>
              </a:defRPr>
            </a:pPr>
            <a:r>
              <a:rPr sz="2700" b="0">
                <a:solidFill>
                  <a:srgbClr val="031C36"/>
                </a:solidFill>
                <a:latin typeface="Noto Sans"/>
                <a:ea typeface="Noto Sans"/>
                <a:cs typeface="Noto Sans"/>
              </a:rPr>
              <a:t>Ăn vội, căng thẳng, ít quen đồng nghiệp.</a:t>
            </a:r>
          </a:p>
        </p:txBody>
      </p:sp>
      <p:sp>
        <p:nvSpPr>
          <p:cNvPr id="15" name="Ăn uống, nghỉ ngắn, kết nối tự nguyện.">
            <a:extLst xmlns:a="http://schemas.openxmlformats.org/drawingml/2006/main">
              <a:ext uri="{FF2B5EF4-FFF2-40B4-BE49-F238E27FC236}">
                <a16:creationId xmlns:a16="http://schemas.microsoft.com/office/drawing/2014/main" id="{55FECF90-5E17-4609-B9AB-CD11B1764F71}"/>
              </a:ext>
            </a:extLst>
          </p:cNvPr>
          <p:cNvSpPr>
            <a:spLocks xmlns:a="http://schemas.openxmlformats.org/drawingml/2006/main" noGrp="1"/>
          </p:cNvSpPr>
          <p:nvPr/>
        </p:nvSpPr>
        <p:spPr>
          <a:xfrm xmlns:a="http://schemas.openxmlformats.org/drawingml/2006/main">
            <a:off x="6686550" y="6096000"/>
            <a:ext cx="4953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625" b="0">
                <a:solidFill>
                  <a:srgbClr val="031C36"/>
                </a:solidFill>
                <a:latin typeface="Noto Sans"/>
                <a:ea typeface="Noto Sans"/>
                <a:cs typeface="Noto Sans"/>
              </a:defRPr>
            </a:defPPr>
            <a:lvl1pPr>
              <a:defRPr sz="2625" b="0">
                <a:solidFill>
                  <a:srgbClr val="031C36"/>
                </a:solidFill>
                <a:latin typeface="Noto Sans"/>
                <a:ea typeface="Noto Sans"/>
                <a:cs typeface="Noto Sans"/>
              </a:defRPr>
            </a:lvl1pPr>
            <a:lvl2pPr>
              <a:defRPr sz="2625" b="0">
                <a:solidFill>
                  <a:srgbClr val="031C36"/>
                </a:solidFill>
                <a:latin typeface="Noto Sans"/>
                <a:ea typeface="Noto Sans"/>
                <a:cs typeface="Noto Sans"/>
              </a:defRPr>
            </a:lvl2pPr>
            <a:lvl3pPr>
              <a:defRPr sz="2625" b="0">
                <a:solidFill>
                  <a:srgbClr val="031C36"/>
                </a:solidFill>
                <a:latin typeface="Noto Sans"/>
                <a:ea typeface="Noto Sans"/>
                <a:cs typeface="Noto Sans"/>
              </a:defRPr>
            </a:lvl3pPr>
            <a:lvl4pPr>
              <a:defRPr sz="2625" b="0">
                <a:solidFill>
                  <a:srgbClr val="031C36"/>
                </a:solidFill>
                <a:latin typeface="Noto Sans"/>
                <a:ea typeface="Noto Sans"/>
                <a:cs typeface="Noto Sans"/>
              </a:defRPr>
            </a:lvl4pPr>
            <a:lvl5pPr>
              <a:defRPr sz="2625" b="0">
                <a:solidFill>
                  <a:srgbClr val="031C36"/>
                </a:solidFill>
                <a:latin typeface="Noto Sans"/>
                <a:ea typeface="Noto Sans"/>
                <a:cs typeface="Noto Sans"/>
              </a:defRPr>
            </a:lvl5pPr>
            <a:lvl6pPr>
              <a:defRPr sz="2625" b="0">
                <a:solidFill>
                  <a:srgbClr val="031C36"/>
                </a:solidFill>
                <a:latin typeface="Noto Sans"/>
                <a:ea typeface="Noto Sans"/>
                <a:cs typeface="Noto Sans"/>
              </a:defRPr>
            </a:lvl6pPr>
            <a:lvl7pPr>
              <a:defRPr sz="2625" b="0">
                <a:solidFill>
                  <a:srgbClr val="031C36"/>
                </a:solidFill>
                <a:latin typeface="Noto Sans"/>
                <a:ea typeface="Noto Sans"/>
                <a:cs typeface="Noto Sans"/>
              </a:defRPr>
            </a:lvl7pPr>
            <a:lvl8pPr>
              <a:defRPr sz="2625" b="0">
                <a:solidFill>
                  <a:srgbClr val="031C36"/>
                </a:solidFill>
                <a:latin typeface="Noto Sans"/>
                <a:ea typeface="Noto Sans"/>
                <a:cs typeface="Noto Sans"/>
              </a:defRPr>
            </a:lvl8pPr>
            <a:lvl9pPr>
              <a:defRPr sz="2625" b="0">
                <a:solidFill>
                  <a:srgbClr val="031C36"/>
                </a:solidFill>
                <a:latin typeface="Noto Sans"/>
                <a:ea typeface="Noto Sans"/>
                <a:cs typeface="Noto Sans"/>
              </a:defRPr>
            </a:lvl9pPr>
          </a:lstStyle>
          <a:p xmlns:a="http://schemas.openxmlformats.org/drawingml/2006/main">
            <a:pPr>
              <a:defRPr sz="2625" b="0">
                <a:solidFill>
                  <a:srgbClr val="031C36"/>
                </a:solidFill>
                <a:latin typeface="Noto Sans"/>
                <a:ea typeface="Noto Sans"/>
                <a:cs typeface="Noto Sans"/>
              </a:defRPr>
            </a:pPr>
            <a:r>
              <a:rPr sz="2625" b="0">
                <a:solidFill>
                  <a:srgbClr val="031C36"/>
                </a:solidFill>
                <a:latin typeface="Noto Sans"/>
                <a:ea typeface="Noto Sans"/>
                <a:cs typeface="Noto Sans"/>
              </a:rPr>
              <a:t>Ăn uống, nghỉ ngắn, kết nối tự nguyện.</a:t>
            </a:r>
          </a:p>
        </p:txBody>
      </p:sp>
      <p:sp>
        <p:nvSpPr>
          <p:cNvPr id="16" name="Tìm và thêm hoạt động &lt;60 giây.">
            <a:extLst xmlns:a="http://schemas.openxmlformats.org/drawingml/2006/main">
              <a:ext uri="{FF2B5EF4-FFF2-40B4-BE49-F238E27FC236}">
                <a16:creationId xmlns:a16="http://schemas.microsoft.com/office/drawing/2014/main" id="{AB3CDFB5-B6E2-4994-A367-4A7492180B59}"/>
              </a:ext>
            </a:extLst>
          </p:cNvPr>
          <p:cNvSpPr>
            <a:spLocks xmlns:a="http://schemas.openxmlformats.org/drawingml/2006/main" noGrp="1"/>
          </p:cNvSpPr>
          <p:nvPr/>
        </p:nvSpPr>
        <p:spPr>
          <a:xfrm xmlns:a="http://schemas.openxmlformats.org/drawingml/2006/main">
            <a:off x="6686550" y="7762875"/>
            <a:ext cx="4953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031C36"/>
                </a:solidFill>
                <a:latin typeface="Noto Sans"/>
                <a:ea typeface="Noto Sans"/>
                <a:cs typeface="Noto Sans"/>
              </a:defRPr>
            </a:defPPr>
            <a:lvl1pPr>
              <a:defRPr sz="2250" b="1">
                <a:solidFill>
                  <a:srgbClr val="031C36"/>
                </a:solidFill>
                <a:latin typeface="Noto Sans"/>
                <a:ea typeface="Noto Sans"/>
                <a:cs typeface="Noto Sans"/>
              </a:defRPr>
            </a:lvl1pPr>
            <a:lvl2pPr>
              <a:defRPr sz="2250" b="1">
                <a:solidFill>
                  <a:srgbClr val="031C36"/>
                </a:solidFill>
                <a:latin typeface="Noto Sans"/>
                <a:ea typeface="Noto Sans"/>
                <a:cs typeface="Noto Sans"/>
              </a:defRPr>
            </a:lvl2pPr>
            <a:lvl3pPr>
              <a:defRPr sz="2250" b="1">
                <a:solidFill>
                  <a:srgbClr val="031C36"/>
                </a:solidFill>
                <a:latin typeface="Noto Sans"/>
                <a:ea typeface="Noto Sans"/>
                <a:cs typeface="Noto Sans"/>
              </a:defRPr>
            </a:lvl3pPr>
            <a:lvl4pPr>
              <a:defRPr sz="2250" b="1">
                <a:solidFill>
                  <a:srgbClr val="031C36"/>
                </a:solidFill>
                <a:latin typeface="Noto Sans"/>
                <a:ea typeface="Noto Sans"/>
                <a:cs typeface="Noto Sans"/>
              </a:defRPr>
            </a:lvl4pPr>
            <a:lvl5pPr>
              <a:defRPr sz="2250" b="1">
                <a:solidFill>
                  <a:srgbClr val="031C36"/>
                </a:solidFill>
                <a:latin typeface="Noto Sans"/>
                <a:ea typeface="Noto Sans"/>
                <a:cs typeface="Noto Sans"/>
              </a:defRPr>
            </a:lvl5pPr>
            <a:lvl6pPr>
              <a:defRPr sz="2250" b="1">
                <a:solidFill>
                  <a:srgbClr val="031C36"/>
                </a:solidFill>
                <a:latin typeface="Noto Sans"/>
                <a:ea typeface="Noto Sans"/>
                <a:cs typeface="Noto Sans"/>
              </a:defRPr>
            </a:lvl6pPr>
            <a:lvl7pPr>
              <a:defRPr sz="2250" b="1">
                <a:solidFill>
                  <a:srgbClr val="031C36"/>
                </a:solidFill>
                <a:latin typeface="Noto Sans"/>
                <a:ea typeface="Noto Sans"/>
                <a:cs typeface="Noto Sans"/>
              </a:defRPr>
            </a:lvl7pPr>
            <a:lvl8pPr>
              <a:defRPr sz="2250" b="1">
                <a:solidFill>
                  <a:srgbClr val="031C36"/>
                </a:solidFill>
                <a:latin typeface="Noto Sans"/>
                <a:ea typeface="Noto Sans"/>
                <a:cs typeface="Noto Sans"/>
              </a:defRPr>
            </a:lvl8pPr>
            <a:lvl9pPr>
              <a:defRPr sz="2250" b="1">
                <a:solidFill>
                  <a:srgbClr val="031C36"/>
                </a:solidFill>
                <a:latin typeface="Noto Sans"/>
                <a:ea typeface="Noto Sans"/>
                <a:cs typeface="Noto Sans"/>
              </a:defRPr>
            </a:lvl9pPr>
          </a:lstStyle>
          <a:p xmlns:a="http://schemas.openxmlformats.org/drawingml/2006/main">
            <a:pPr>
              <a:defRPr sz="2250" b="1">
                <a:solidFill>
                  <a:srgbClr val="031C36"/>
                </a:solidFill>
                <a:latin typeface="Noto Sans"/>
                <a:ea typeface="Noto Sans"/>
                <a:cs typeface="Noto Sans"/>
              </a:defRPr>
            </a:pPr>
            <a:r>
              <a:rPr sz="2250" b="1">
                <a:solidFill>
                  <a:srgbClr val="031C36"/>
                </a:solidFill>
                <a:latin typeface="Noto Sans"/>
                <a:ea typeface="Noto Sans"/>
                <a:cs typeface="Noto Sans"/>
              </a:rPr>
              <a:t>Tìm và thêm hoạt động &lt;60 giây.</a:t>
            </a:r>
          </a:p>
        </p:txBody>
      </p:sp>
      <p:sp>
        <p:nvSpPr>
          <p:cNvPr id="17" name="Linh, 39 tuổi">
            <a:extLst xmlns:a="http://schemas.openxmlformats.org/drawingml/2006/main">
              <a:ext uri="{FF2B5EF4-FFF2-40B4-BE49-F238E27FC236}">
                <a16:creationId xmlns:a16="http://schemas.microsoft.com/office/drawing/2014/main" id="{B09613A8-F1D2-409D-85FC-67639A3DEEDF}"/>
              </a:ext>
            </a:extLst>
          </p:cNvPr>
          <p:cNvSpPr>
            <a:spLocks xmlns:a="http://schemas.openxmlformats.org/drawingml/2006/main" noGrp="1"/>
          </p:cNvSpPr>
          <p:nvPr/>
        </p:nvSpPr>
        <p:spPr>
          <a:xfrm xmlns:a="http://schemas.openxmlformats.org/drawingml/2006/main">
            <a:off x="12306300" y="2857500"/>
            <a:ext cx="5191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225" b="1">
                <a:solidFill>
                  <a:srgbClr val="1E5AA8"/>
                </a:solidFill>
                <a:latin typeface="Noto Sans"/>
                <a:ea typeface="Noto Sans"/>
                <a:cs typeface="Noto Sans"/>
              </a:defRPr>
            </a:defPPr>
            <a:lvl1pPr>
              <a:defRPr sz="3225" b="1">
                <a:solidFill>
                  <a:srgbClr val="1E5AA8"/>
                </a:solidFill>
                <a:latin typeface="Noto Sans"/>
                <a:ea typeface="Noto Sans"/>
                <a:cs typeface="Noto Sans"/>
              </a:defRPr>
            </a:lvl1pPr>
            <a:lvl2pPr>
              <a:defRPr sz="3225" b="1">
                <a:solidFill>
                  <a:srgbClr val="1E5AA8"/>
                </a:solidFill>
                <a:latin typeface="Noto Sans"/>
                <a:ea typeface="Noto Sans"/>
                <a:cs typeface="Noto Sans"/>
              </a:defRPr>
            </a:lvl2pPr>
            <a:lvl3pPr>
              <a:defRPr sz="3225" b="1">
                <a:solidFill>
                  <a:srgbClr val="1E5AA8"/>
                </a:solidFill>
                <a:latin typeface="Noto Sans"/>
                <a:ea typeface="Noto Sans"/>
                <a:cs typeface="Noto Sans"/>
              </a:defRPr>
            </a:lvl3pPr>
            <a:lvl4pPr>
              <a:defRPr sz="3225" b="1">
                <a:solidFill>
                  <a:srgbClr val="1E5AA8"/>
                </a:solidFill>
                <a:latin typeface="Noto Sans"/>
                <a:ea typeface="Noto Sans"/>
                <a:cs typeface="Noto Sans"/>
              </a:defRPr>
            </a:lvl4pPr>
            <a:lvl5pPr>
              <a:defRPr sz="3225" b="1">
                <a:solidFill>
                  <a:srgbClr val="1E5AA8"/>
                </a:solidFill>
                <a:latin typeface="Noto Sans"/>
                <a:ea typeface="Noto Sans"/>
                <a:cs typeface="Noto Sans"/>
              </a:defRPr>
            </a:lvl5pPr>
            <a:lvl6pPr>
              <a:defRPr sz="3225" b="1">
                <a:solidFill>
                  <a:srgbClr val="1E5AA8"/>
                </a:solidFill>
                <a:latin typeface="Noto Sans"/>
                <a:ea typeface="Noto Sans"/>
                <a:cs typeface="Noto Sans"/>
              </a:defRPr>
            </a:lvl6pPr>
            <a:lvl7pPr>
              <a:defRPr sz="3225" b="1">
                <a:solidFill>
                  <a:srgbClr val="1E5AA8"/>
                </a:solidFill>
                <a:latin typeface="Noto Sans"/>
                <a:ea typeface="Noto Sans"/>
                <a:cs typeface="Noto Sans"/>
              </a:defRPr>
            </a:lvl7pPr>
            <a:lvl8pPr>
              <a:defRPr sz="3225" b="1">
                <a:solidFill>
                  <a:srgbClr val="1E5AA8"/>
                </a:solidFill>
                <a:latin typeface="Noto Sans"/>
                <a:ea typeface="Noto Sans"/>
                <a:cs typeface="Noto Sans"/>
              </a:defRPr>
            </a:lvl8pPr>
            <a:lvl9pPr>
              <a:defRPr sz="3225" b="1">
                <a:solidFill>
                  <a:srgbClr val="1E5AA8"/>
                </a:solidFill>
                <a:latin typeface="Noto Sans"/>
                <a:ea typeface="Noto Sans"/>
                <a:cs typeface="Noto Sans"/>
              </a:defRPr>
            </a:lvl9pPr>
          </a:lstStyle>
          <a:p xmlns:a="http://schemas.openxmlformats.org/drawingml/2006/main">
            <a:pPr>
              <a:defRPr sz="3225" b="1">
                <a:solidFill>
                  <a:srgbClr val="1E5AA8"/>
                </a:solidFill>
                <a:latin typeface="Noto Sans"/>
                <a:ea typeface="Noto Sans"/>
                <a:cs typeface="Noto Sans"/>
              </a:defRPr>
            </a:pPr>
            <a:r>
              <a:rPr sz="3225" b="1">
                <a:solidFill>
                  <a:srgbClr val="1E5AA8"/>
                </a:solidFill>
                <a:latin typeface="Noto Sans"/>
                <a:ea typeface="Noto Sans"/>
                <a:cs typeface="Noto Sans"/>
              </a:rPr>
              <a:t>Linh, 39 tuổi</a:t>
            </a:r>
          </a:p>
        </p:txBody>
      </p:sp>
      <p:sp>
        <p:nvSpPr>
          <p:cNvPr id="18" name="Trưởng nhóm hành chính">
            <a:extLst xmlns:a="http://schemas.openxmlformats.org/drawingml/2006/main">
              <a:ext uri="{FF2B5EF4-FFF2-40B4-BE49-F238E27FC236}">
                <a16:creationId xmlns:a16="http://schemas.microsoft.com/office/drawing/2014/main" id="{EF98ABC9-81E6-4D2B-9041-968CF0345AA2}"/>
              </a:ext>
            </a:extLst>
          </p:cNvPr>
          <p:cNvSpPr>
            <a:spLocks xmlns:a="http://schemas.openxmlformats.org/drawingml/2006/main" noGrp="1"/>
          </p:cNvSpPr>
          <p:nvPr/>
        </p:nvSpPr>
        <p:spPr>
          <a:xfrm xmlns:a="http://schemas.openxmlformats.org/drawingml/2006/main">
            <a:off x="12306300" y="3667125"/>
            <a:ext cx="50958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0">
                <a:solidFill>
                  <a:srgbClr val="424751"/>
                </a:solidFill>
                <a:latin typeface="Noto Sans"/>
                <a:ea typeface="Noto Sans"/>
                <a:cs typeface="Noto Sans"/>
              </a:defRPr>
            </a:defPPr>
            <a:lvl1pPr>
              <a:defRPr sz="2250" b="0">
                <a:solidFill>
                  <a:srgbClr val="424751"/>
                </a:solidFill>
                <a:latin typeface="Noto Sans"/>
                <a:ea typeface="Noto Sans"/>
                <a:cs typeface="Noto Sans"/>
              </a:defRPr>
            </a:lvl1pPr>
            <a:lvl2pPr>
              <a:defRPr sz="2250" b="0">
                <a:solidFill>
                  <a:srgbClr val="424751"/>
                </a:solidFill>
                <a:latin typeface="Noto Sans"/>
                <a:ea typeface="Noto Sans"/>
                <a:cs typeface="Noto Sans"/>
              </a:defRPr>
            </a:lvl2pPr>
            <a:lvl3pPr>
              <a:defRPr sz="2250" b="0">
                <a:solidFill>
                  <a:srgbClr val="424751"/>
                </a:solidFill>
                <a:latin typeface="Noto Sans"/>
                <a:ea typeface="Noto Sans"/>
                <a:cs typeface="Noto Sans"/>
              </a:defRPr>
            </a:lvl3pPr>
            <a:lvl4pPr>
              <a:defRPr sz="2250" b="0">
                <a:solidFill>
                  <a:srgbClr val="424751"/>
                </a:solidFill>
                <a:latin typeface="Noto Sans"/>
                <a:ea typeface="Noto Sans"/>
                <a:cs typeface="Noto Sans"/>
              </a:defRPr>
            </a:lvl4pPr>
            <a:lvl5pPr>
              <a:defRPr sz="2250" b="0">
                <a:solidFill>
                  <a:srgbClr val="424751"/>
                </a:solidFill>
                <a:latin typeface="Noto Sans"/>
                <a:ea typeface="Noto Sans"/>
                <a:cs typeface="Noto Sans"/>
              </a:defRPr>
            </a:lvl5pPr>
            <a:lvl6pPr>
              <a:defRPr sz="2250" b="0">
                <a:solidFill>
                  <a:srgbClr val="424751"/>
                </a:solidFill>
                <a:latin typeface="Noto Sans"/>
                <a:ea typeface="Noto Sans"/>
                <a:cs typeface="Noto Sans"/>
              </a:defRPr>
            </a:lvl6pPr>
            <a:lvl7pPr>
              <a:defRPr sz="2250" b="0">
                <a:solidFill>
                  <a:srgbClr val="424751"/>
                </a:solidFill>
                <a:latin typeface="Noto Sans"/>
                <a:ea typeface="Noto Sans"/>
                <a:cs typeface="Noto Sans"/>
              </a:defRPr>
            </a:lvl7pPr>
            <a:lvl8pPr>
              <a:defRPr sz="2250" b="0">
                <a:solidFill>
                  <a:srgbClr val="424751"/>
                </a:solidFill>
                <a:latin typeface="Noto Sans"/>
                <a:ea typeface="Noto Sans"/>
                <a:cs typeface="Noto Sans"/>
              </a:defRPr>
            </a:lvl8pPr>
            <a:lvl9pPr>
              <a:defRPr sz="2250" b="0">
                <a:solidFill>
                  <a:srgbClr val="424751"/>
                </a:solidFill>
                <a:latin typeface="Noto Sans"/>
                <a:ea typeface="Noto Sans"/>
                <a:cs typeface="Noto Sans"/>
              </a:defRPr>
            </a:lvl9pPr>
          </a:lstStyle>
          <a:p xmlns:a="http://schemas.openxmlformats.org/drawingml/2006/main">
            <a:pPr>
              <a:defRPr sz="2250" b="0">
                <a:solidFill>
                  <a:srgbClr val="424751"/>
                </a:solidFill>
                <a:latin typeface="Noto Sans"/>
                <a:ea typeface="Noto Sans"/>
                <a:cs typeface="Noto Sans"/>
              </a:defRPr>
            </a:pPr>
            <a:r>
              <a:rPr sz="2250" b="0">
                <a:solidFill>
                  <a:srgbClr val="424751"/>
                </a:solidFill>
                <a:latin typeface="Noto Sans"/>
                <a:ea typeface="Noto Sans"/>
                <a:cs typeface="Noto Sans"/>
              </a:rPr>
              <a:t>Trưởng nhóm hành chính</a:t>
            </a:r>
          </a:p>
        </p:txBody>
      </p:sp>
      <p:sp>
        <p:nvSpPr>
          <p:cNvPr id="19" name="Lịch họp thay đổi, công việc kéo dài ngoài giờ.">
            <a:extLst xmlns:a="http://schemas.openxmlformats.org/drawingml/2006/main">
              <a:ext uri="{FF2B5EF4-FFF2-40B4-BE49-F238E27FC236}">
                <a16:creationId xmlns:a16="http://schemas.microsoft.com/office/drawing/2014/main" id="{B1ABE73D-A580-48AB-8DC8-36BC1FC64B97}"/>
              </a:ext>
            </a:extLst>
          </p:cNvPr>
          <p:cNvSpPr>
            <a:spLocks xmlns:a="http://schemas.openxmlformats.org/drawingml/2006/main" noGrp="1"/>
          </p:cNvSpPr>
          <p:nvPr/>
        </p:nvSpPr>
        <p:spPr>
          <a:xfrm xmlns:a="http://schemas.openxmlformats.org/drawingml/2006/main">
            <a:off x="12306300" y="4524375"/>
            <a:ext cx="4953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700" b="0">
                <a:solidFill>
                  <a:srgbClr val="031C36"/>
                </a:solidFill>
                <a:latin typeface="Noto Sans"/>
                <a:ea typeface="Noto Sans"/>
                <a:cs typeface="Noto Sans"/>
              </a:defRPr>
            </a:defPPr>
            <a:lvl1pPr>
              <a:defRPr sz="2700" b="0">
                <a:solidFill>
                  <a:srgbClr val="031C36"/>
                </a:solidFill>
                <a:latin typeface="Noto Sans"/>
                <a:ea typeface="Noto Sans"/>
                <a:cs typeface="Noto Sans"/>
              </a:defRPr>
            </a:lvl1pPr>
            <a:lvl2pPr>
              <a:defRPr sz="2700" b="0">
                <a:solidFill>
                  <a:srgbClr val="031C36"/>
                </a:solidFill>
                <a:latin typeface="Noto Sans"/>
                <a:ea typeface="Noto Sans"/>
                <a:cs typeface="Noto Sans"/>
              </a:defRPr>
            </a:lvl2pPr>
            <a:lvl3pPr>
              <a:defRPr sz="2700" b="0">
                <a:solidFill>
                  <a:srgbClr val="031C36"/>
                </a:solidFill>
                <a:latin typeface="Noto Sans"/>
                <a:ea typeface="Noto Sans"/>
                <a:cs typeface="Noto Sans"/>
              </a:defRPr>
            </a:lvl3pPr>
            <a:lvl4pPr>
              <a:defRPr sz="2700" b="0">
                <a:solidFill>
                  <a:srgbClr val="031C36"/>
                </a:solidFill>
                <a:latin typeface="Noto Sans"/>
                <a:ea typeface="Noto Sans"/>
                <a:cs typeface="Noto Sans"/>
              </a:defRPr>
            </a:lvl4pPr>
            <a:lvl5pPr>
              <a:defRPr sz="2700" b="0">
                <a:solidFill>
                  <a:srgbClr val="031C36"/>
                </a:solidFill>
                <a:latin typeface="Noto Sans"/>
                <a:ea typeface="Noto Sans"/>
                <a:cs typeface="Noto Sans"/>
              </a:defRPr>
            </a:lvl5pPr>
            <a:lvl6pPr>
              <a:defRPr sz="2700" b="0">
                <a:solidFill>
                  <a:srgbClr val="031C36"/>
                </a:solidFill>
                <a:latin typeface="Noto Sans"/>
                <a:ea typeface="Noto Sans"/>
                <a:cs typeface="Noto Sans"/>
              </a:defRPr>
            </a:lvl6pPr>
            <a:lvl7pPr>
              <a:defRPr sz="2700" b="0">
                <a:solidFill>
                  <a:srgbClr val="031C36"/>
                </a:solidFill>
                <a:latin typeface="Noto Sans"/>
                <a:ea typeface="Noto Sans"/>
                <a:cs typeface="Noto Sans"/>
              </a:defRPr>
            </a:lvl7pPr>
            <a:lvl8pPr>
              <a:defRPr sz="2700" b="0">
                <a:solidFill>
                  <a:srgbClr val="031C36"/>
                </a:solidFill>
                <a:latin typeface="Noto Sans"/>
                <a:ea typeface="Noto Sans"/>
                <a:cs typeface="Noto Sans"/>
              </a:defRPr>
            </a:lvl8pPr>
            <a:lvl9pPr>
              <a:defRPr sz="2700" b="0">
                <a:solidFill>
                  <a:srgbClr val="031C36"/>
                </a:solidFill>
                <a:latin typeface="Noto Sans"/>
                <a:ea typeface="Noto Sans"/>
                <a:cs typeface="Noto Sans"/>
              </a:defRPr>
            </a:lvl9pPr>
          </a:lstStyle>
          <a:p xmlns:a="http://schemas.openxmlformats.org/drawingml/2006/main">
            <a:pPr>
              <a:defRPr sz="2700" b="0">
                <a:solidFill>
                  <a:srgbClr val="031C36"/>
                </a:solidFill>
                <a:latin typeface="Noto Sans"/>
                <a:ea typeface="Noto Sans"/>
                <a:cs typeface="Noto Sans"/>
              </a:defRPr>
            </a:pPr>
            <a:r>
              <a:rPr sz="2700" b="0">
                <a:solidFill>
                  <a:srgbClr val="031C36"/>
                </a:solidFill>
                <a:latin typeface="Noto Sans"/>
                <a:ea typeface="Noto Sans"/>
                <a:cs typeface="Noto Sans"/>
              </a:rPr>
              <a:t>Lịch họp thay đổi, công việc kéo dài ngoài giờ.</a:t>
            </a:r>
          </a:p>
        </p:txBody>
      </p:sp>
      <p:sp>
        <p:nvSpPr>
          <p:cNvPr id="20" name="Phục hồi, mục tiêu ngày, giờ yên lặng.">
            <a:extLst xmlns:a="http://schemas.openxmlformats.org/drawingml/2006/main">
              <a:ext uri="{FF2B5EF4-FFF2-40B4-BE49-F238E27FC236}">
                <a16:creationId xmlns:a16="http://schemas.microsoft.com/office/drawing/2014/main" id="{7BDB24AE-5B4A-4CC5-B6C2-58EB44C9696C}"/>
              </a:ext>
            </a:extLst>
          </p:cNvPr>
          <p:cNvSpPr>
            <a:spLocks xmlns:a="http://schemas.openxmlformats.org/drawingml/2006/main" noGrp="1"/>
          </p:cNvSpPr>
          <p:nvPr/>
        </p:nvSpPr>
        <p:spPr>
          <a:xfrm xmlns:a="http://schemas.openxmlformats.org/drawingml/2006/main">
            <a:off x="12306300" y="6096000"/>
            <a:ext cx="4953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625" b="0">
                <a:solidFill>
                  <a:srgbClr val="031C36"/>
                </a:solidFill>
                <a:latin typeface="Noto Sans"/>
                <a:ea typeface="Noto Sans"/>
                <a:cs typeface="Noto Sans"/>
              </a:defRPr>
            </a:defPPr>
            <a:lvl1pPr>
              <a:defRPr sz="2625" b="0">
                <a:solidFill>
                  <a:srgbClr val="031C36"/>
                </a:solidFill>
                <a:latin typeface="Noto Sans"/>
                <a:ea typeface="Noto Sans"/>
                <a:cs typeface="Noto Sans"/>
              </a:defRPr>
            </a:lvl1pPr>
            <a:lvl2pPr>
              <a:defRPr sz="2625" b="0">
                <a:solidFill>
                  <a:srgbClr val="031C36"/>
                </a:solidFill>
                <a:latin typeface="Noto Sans"/>
                <a:ea typeface="Noto Sans"/>
                <a:cs typeface="Noto Sans"/>
              </a:defRPr>
            </a:lvl2pPr>
            <a:lvl3pPr>
              <a:defRPr sz="2625" b="0">
                <a:solidFill>
                  <a:srgbClr val="031C36"/>
                </a:solidFill>
                <a:latin typeface="Noto Sans"/>
                <a:ea typeface="Noto Sans"/>
                <a:cs typeface="Noto Sans"/>
              </a:defRPr>
            </a:lvl3pPr>
            <a:lvl4pPr>
              <a:defRPr sz="2625" b="0">
                <a:solidFill>
                  <a:srgbClr val="031C36"/>
                </a:solidFill>
                <a:latin typeface="Noto Sans"/>
                <a:ea typeface="Noto Sans"/>
                <a:cs typeface="Noto Sans"/>
              </a:defRPr>
            </a:lvl4pPr>
            <a:lvl5pPr>
              <a:defRPr sz="2625" b="0">
                <a:solidFill>
                  <a:srgbClr val="031C36"/>
                </a:solidFill>
                <a:latin typeface="Noto Sans"/>
                <a:ea typeface="Noto Sans"/>
                <a:cs typeface="Noto Sans"/>
              </a:defRPr>
            </a:lvl5pPr>
            <a:lvl6pPr>
              <a:defRPr sz="2625" b="0">
                <a:solidFill>
                  <a:srgbClr val="031C36"/>
                </a:solidFill>
                <a:latin typeface="Noto Sans"/>
                <a:ea typeface="Noto Sans"/>
                <a:cs typeface="Noto Sans"/>
              </a:defRPr>
            </a:lvl6pPr>
            <a:lvl7pPr>
              <a:defRPr sz="2625" b="0">
                <a:solidFill>
                  <a:srgbClr val="031C36"/>
                </a:solidFill>
                <a:latin typeface="Noto Sans"/>
                <a:ea typeface="Noto Sans"/>
                <a:cs typeface="Noto Sans"/>
              </a:defRPr>
            </a:lvl7pPr>
            <a:lvl8pPr>
              <a:defRPr sz="2625" b="0">
                <a:solidFill>
                  <a:srgbClr val="031C36"/>
                </a:solidFill>
                <a:latin typeface="Noto Sans"/>
                <a:ea typeface="Noto Sans"/>
                <a:cs typeface="Noto Sans"/>
              </a:defRPr>
            </a:lvl8pPr>
            <a:lvl9pPr>
              <a:defRPr sz="2625" b="0">
                <a:solidFill>
                  <a:srgbClr val="031C36"/>
                </a:solidFill>
                <a:latin typeface="Noto Sans"/>
                <a:ea typeface="Noto Sans"/>
                <a:cs typeface="Noto Sans"/>
              </a:defRPr>
            </a:lvl9pPr>
          </a:lstStyle>
          <a:p xmlns:a="http://schemas.openxmlformats.org/drawingml/2006/main">
            <a:pPr>
              <a:defRPr sz="2625" b="0">
                <a:solidFill>
                  <a:srgbClr val="031C36"/>
                </a:solidFill>
                <a:latin typeface="Noto Sans"/>
                <a:ea typeface="Noto Sans"/>
                <a:cs typeface="Noto Sans"/>
              </a:defRPr>
            </a:pPr>
            <a:r>
              <a:rPr sz="2625" b="0">
                <a:solidFill>
                  <a:srgbClr val="031C36"/>
                </a:solidFill>
                <a:latin typeface="Noto Sans"/>
                <a:ea typeface="Noto Sans"/>
                <a:cs typeface="Noto Sans"/>
              </a:rPr>
              <a:t>Phục hồi, mục tiêu ngày, giờ yên lặng.</a:t>
            </a:r>
          </a:p>
        </p:txBody>
      </p:sp>
      <p:sp>
        <p:nvSpPr>
          <p:cNvPr id="21" name="Đặt lịch và giờ yên lặng &lt;60 giây.">
            <a:extLst xmlns:a="http://schemas.openxmlformats.org/drawingml/2006/main">
              <a:ext uri="{FF2B5EF4-FFF2-40B4-BE49-F238E27FC236}">
                <a16:creationId xmlns:a16="http://schemas.microsoft.com/office/drawing/2014/main" id="{A0AFBFE8-3D1B-45CB-A042-90DE0CAFF9DF}"/>
              </a:ext>
            </a:extLst>
          </p:cNvPr>
          <p:cNvSpPr>
            <a:spLocks xmlns:a="http://schemas.openxmlformats.org/drawingml/2006/main" noGrp="1"/>
          </p:cNvSpPr>
          <p:nvPr/>
        </p:nvSpPr>
        <p:spPr>
          <a:xfrm xmlns:a="http://schemas.openxmlformats.org/drawingml/2006/main">
            <a:off x="12306300" y="7762875"/>
            <a:ext cx="4953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031C36"/>
                </a:solidFill>
                <a:latin typeface="Noto Sans"/>
                <a:ea typeface="Noto Sans"/>
                <a:cs typeface="Noto Sans"/>
              </a:defRPr>
            </a:defPPr>
            <a:lvl1pPr>
              <a:defRPr sz="2250" b="1">
                <a:solidFill>
                  <a:srgbClr val="031C36"/>
                </a:solidFill>
                <a:latin typeface="Noto Sans"/>
                <a:ea typeface="Noto Sans"/>
                <a:cs typeface="Noto Sans"/>
              </a:defRPr>
            </a:lvl1pPr>
            <a:lvl2pPr>
              <a:defRPr sz="2250" b="1">
                <a:solidFill>
                  <a:srgbClr val="031C36"/>
                </a:solidFill>
                <a:latin typeface="Noto Sans"/>
                <a:ea typeface="Noto Sans"/>
                <a:cs typeface="Noto Sans"/>
              </a:defRPr>
            </a:lvl2pPr>
            <a:lvl3pPr>
              <a:defRPr sz="2250" b="1">
                <a:solidFill>
                  <a:srgbClr val="031C36"/>
                </a:solidFill>
                <a:latin typeface="Noto Sans"/>
                <a:ea typeface="Noto Sans"/>
                <a:cs typeface="Noto Sans"/>
              </a:defRPr>
            </a:lvl3pPr>
            <a:lvl4pPr>
              <a:defRPr sz="2250" b="1">
                <a:solidFill>
                  <a:srgbClr val="031C36"/>
                </a:solidFill>
                <a:latin typeface="Noto Sans"/>
                <a:ea typeface="Noto Sans"/>
                <a:cs typeface="Noto Sans"/>
              </a:defRPr>
            </a:lvl4pPr>
            <a:lvl5pPr>
              <a:defRPr sz="2250" b="1">
                <a:solidFill>
                  <a:srgbClr val="031C36"/>
                </a:solidFill>
                <a:latin typeface="Noto Sans"/>
                <a:ea typeface="Noto Sans"/>
                <a:cs typeface="Noto Sans"/>
              </a:defRPr>
            </a:lvl5pPr>
            <a:lvl6pPr>
              <a:defRPr sz="2250" b="1">
                <a:solidFill>
                  <a:srgbClr val="031C36"/>
                </a:solidFill>
                <a:latin typeface="Noto Sans"/>
                <a:ea typeface="Noto Sans"/>
                <a:cs typeface="Noto Sans"/>
              </a:defRPr>
            </a:lvl6pPr>
            <a:lvl7pPr>
              <a:defRPr sz="2250" b="1">
                <a:solidFill>
                  <a:srgbClr val="031C36"/>
                </a:solidFill>
                <a:latin typeface="Noto Sans"/>
                <a:ea typeface="Noto Sans"/>
                <a:cs typeface="Noto Sans"/>
              </a:defRPr>
            </a:lvl7pPr>
            <a:lvl8pPr>
              <a:defRPr sz="2250" b="1">
                <a:solidFill>
                  <a:srgbClr val="031C36"/>
                </a:solidFill>
                <a:latin typeface="Noto Sans"/>
                <a:ea typeface="Noto Sans"/>
                <a:cs typeface="Noto Sans"/>
              </a:defRPr>
            </a:lvl8pPr>
            <a:lvl9pPr>
              <a:defRPr sz="2250" b="1">
                <a:solidFill>
                  <a:srgbClr val="031C36"/>
                </a:solidFill>
                <a:latin typeface="Noto Sans"/>
                <a:ea typeface="Noto Sans"/>
                <a:cs typeface="Noto Sans"/>
              </a:defRPr>
            </a:lvl9pPr>
          </a:lstStyle>
          <a:p xmlns:a="http://schemas.openxmlformats.org/drawingml/2006/main">
            <a:pPr>
              <a:defRPr sz="2250" b="1">
                <a:solidFill>
                  <a:srgbClr val="031C36"/>
                </a:solidFill>
                <a:latin typeface="Noto Sans"/>
                <a:ea typeface="Noto Sans"/>
                <a:cs typeface="Noto Sans"/>
              </a:defRPr>
            </a:pPr>
            <a:r>
              <a:rPr sz="2250" b="1">
                <a:solidFill>
                  <a:srgbClr val="031C36"/>
                </a:solidFill>
                <a:latin typeface="Noto Sans"/>
                <a:ea typeface="Noto Sans"/>
                <a:cs typeface="Noto Sans"/>
              </a:rPr>
              <a:t>Đặt lịch và giờ yên lặng &lt;60 giây.</a:t>
            </a:r>
          </a:p>
        </p:txBody>
      </p:sp>
    </p:spTree>
    <p:extLst>
      <p:ext uri="{BB962C8B-B14F-4D97-AF65-F5344CB8AC3E}">
        <p14:creationId xmlns:p14="http://schemas.microsoft.com/office/powerpoint/2010/main" val="61966757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17" name="">
            <a:extLst xmlns:a="http://schemas.openxmlformats.org/drawingml/2006/main">
              <a:ext uri="{FF2B5EF4-FFF2-40B4-BE49-F238E27FC236}">
                <a16:creationId xmlns:a16="http://schemas.microsoft.com/office/drawing/2014/main" id="{EB7DCE6C-87AA-4039-AF89-C70B9C4F4870}"/>
              </a:ext>
            </a:extLst>
          </p:cNvPr>
          <p:cNvCxnSpPr>
            <a:stCxn xmlns:a="http://schemas.openxmlformats.org/drawingml/2006/main" id="14" idx="3"/>
            <a:endCxn xmlns:a="http://schemas.openxmlformats.org/drawingml/2006/main" id="15" idx="1"/>
          </p:cNvCxnSpPr>
          <p:nvPr/>
        </p:nvCxnSpPr>
        <p:spPr>
          <a:xfrm xmlns:a="http://schemas.openxmlformats.org/drawingml/2006/main">
            <a:off x="4495800" y="7596188"/>
            <a:ext cx="742950" cy="0"/>
          </a:xfrm>
          <a:prstGeom xmlns:a="http://schemas.openxmlformats.org/drawingml/2006/main" prst="straightConnector1">
            <a:avLst/>
          </a:prstGeom>
          <a:ln xmlns:a="http://schemas.openxmlformats.org/drawingml/2006/main" w="19050">
            <a:solidFill>
              <a:srgbClr val="1E5AA8"/>
            </a:solidFill>
            <a:tailEnd type="arrow" w="med" len="med"/>
          </a:ln>
        </p:spPr>
      </p:cxnSp>
      <p:cxnSp>
        <p:nvCxnSpPr>
          <p:cNvPr id="16" name="">
            <a:extLst xmlns:a="http://schemas.openxmlformats.org/drawingml/2006/main">
              <a:ext uri="{FF2B5EF4-FFF2-40B4-BE49-F238E27FC236}">
                <a16:creationId xmlns:a16="http://schemas.microsoft.com/office/drawing/2014/main" id="{16569C1A-29FA-4EBC-BE47-5E23182C0E62}"/>
              </a:ext>
            </a:extLst>
          </p:cNvPr>
          <p:cNvCxnSpPr>
            <a:stCxn xmlns:a="http://schemas.openxmlformats.org/drawingml/2006/main" id="12" idx="2"/>
            <a:endCxn xmlns:a="http://schemas.openxmlformats.org/drawingml/2006/main" id="14" idx="0"/>
          </p:cNvCxnSpPr>
          <p:nvPr/>
        </p:nvCxnSpPr>
        <p:spPr>
          <a:xfrm xmlns:a="http://schemas.openxmlformats.org/drawingml/2006/main" flipH="1">
            <a:off x="2781300" y="5810250"/>
            <a:ext cx="333375" cy="1333500"/>
          </a:xfrm>
          <a:prstGeom xmlns:a="http://schemas.openxmlformats.org/drawingml/2006/main" prst="straightConnector1">
            <a:avLst/>
          </a:prstGeom>
          <a:ln xmlns:a="http://schemas.openxmlformats.org/drawingml/2006/main" w="19050">
            <a:solidFill>
              <a:srgbClr val="1E5AA8"/>
            </a:solidFill>
            <a:tailEnd type="arrow" w="med" len="med"/>
          </a:ln>
        </p:spPr>
      </p:cxnSp>
      <p:sp>
        <p:nvSpPr>
          <p:cNvPr id="24" name="Kiến trúc thông tin">
            <a:extLst xmlns:a="http://schemas.openxmlformats.org/drawingml/2006/main">
              <a:ext uri="{FF2B5EF4-FFF2-40B4-BE49-F238E27FC236}">
                <a16:creationId xmlns:a16="http://schemas.microsoft.com/office/drawing/2014/main" id="{3E1F11F0-F31F-44B6-887F-C9987C424C2A}"/>
              </a:ext>
            </a:extLst>
          </p:cNvPr>
          <p:cNvSpPr>
            <a:spLocks xmlns:a="http://schemas.openxmlformats.org/drawingml/2006/main" noGrp="1"/>
          </p:cNvSpPr>
          <p:nvPr/>
        </p:nvSpPr>
        <p:spPr>
          <a:xfrm xmlns:a="http://schemas.openxmlformats.org/drawingml/2006/main">
            <a:off x="952500" y="619125"/>
            <a:ext cx="16192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4350" b="1">
                <a:solidFill>
                  <a:srgbClr val="1E5AA8"/>
                </a:solidFill>
                <a:latin typeface="Noto Sans"/>
                <a:ea typeface="Noto Sans"/>
                <a:cs typeface="Noto Sans"/>
              </a:defRPr>
            </a:defPPr>
            <a:lvl1pPr>
              <a:defRPr sz="4350" b="1">
                <a:solidFill>
                  <a:srgbClr val="1E5AA8"/>
                </a:solidFill>
                <a:latin typeface="Noto Sans"/>
                <a:ea typeface="Noto Sans"/>
                <a:cs typeface="Noto Sans"/>
              </a:defRPr>
            </a:lvl1pPr>
            <a:lvl2pPr>
              <a:defRPr sz="4350" b="1">
                <a:solidFill>
                  <a:srgbClr val="1E5AA8"/>
                </a:solidFill>
                <a:latin typeface="Noto Sans"/>
                <a:ea typeface="Noto Sans"/>
                <a:cs typeface="Noto Sans"/>
              </a:defRPr>
            </a:lvl2pPr>
            <a:lvl3pPr>
              <a:defRPr sz="4350" b="1">
                <a:solidFill>
                  <a:srgbClr val="1E5AA8"/>
                </a:solidFill>
                <a:latin typeface="Noto Sans"/>
                <a:ea typeface="Noto Sans"/>
                <a:cs typeface="Noto Sans"/>
              </a:defRPr>
            </a:lvl3pPr>
            <a:lvl4pPr>
              <a:defRPr sz="4350" b="1">
                <a:solidFill>
                  <a:srgbClr val="1E5AA8"/>
                </a:solidFill>
                <a:latin typeface="Noto Sans"/>
                <a:ea typeface="Noto Sans"/>
                <a:cs typeface="Noto Sans"/>
              </a:defRPr>
            </a:lvl4pPr>
            <a:lvl5pPr>
              <a:defRPr sz="4350" b="1">
                <a:solidFill>
                  <a:srgbClr val="1E5AA8"/>
                </a:solidFill>
                <a:latin typeface="Noto Sans"/>
                <a:ea typeface="Noto Sans"/>
                <a:cs typeface="Noto Sans"/>
              </a:defRPr>
            </a:lvl5pPr>
            <a:lvl6pPr>
              <a:defRPr sz="4350" b="1">
                <a:solidFill>
                  <a:srgbClr val="1E5AA8"/>
                </a:solidFill>
                <a:latin typeface="Noto Sans"/>
                <a:ea typeface="Noto Sans"/>
                <a:cs typeface="Noto Sans"/>
              </a:defRPr>
            </a:lvl6pPr>
            <a:lvl7pPr>
              <a:defRPr sz="4350" b="1">
                <a:solidFill>
                  <a:srgbClr val="1E5AA8"/>
                </a:solidFill>
                <a:latin typeface="Noto Sans"/>
                <a:ea typeface="Noto Sans"/>
                <a:cs typeface="Noto Sans"/>
              </a:defRPr>
            </a:lvl7pPr>
            <a:lvl8pPr>
              <a:defRPr sz="4350" b="1">
                <a:solidFill>
                  <a:srgbClr val="1E5AA8"/>
                </a:solidFill>
                <a:latin typeface="Noto Sans"/>
                <a:ea typeface="Noto Sans"/>
                <a:cs typeface="Noto Sans"/>
              </a:defRPr>
            </a:lvl8pPr>
            <a:lvl9pPr>
              <a:defRPr sz="4350" b="1">
                <a:solidFill>
                  <a:srgbClr val="1E5AA8"/>
                </a:solidFill>
                <a:latin typeface="Noto Sans"/>
                <a:ea typeface="Noto Sans"/>
                <a:cs typeface="Noto Sans"/>
              </a:defRPr>
            </a:lvl9pPr>
          </a:lstStyle>
          <a:p xmlns:a="http://schemas.openxmlformats.org/drawingml/2006/main">
            <a:pPr>
              <a:defRPr sz="4350" b="1">
                <a:solidFill>
                  <a:srgbClr val="1E5AA8"/>
                </a:solidFill>
                <a:latin typeface="Noto Sans"/>
                <a:ea typeface="Noto Sans"/>
                <a:cs typeface="Noto Sans"/>
              </a:defRPr>
            </a:pPr>
            <a:r>
              <a:rPr sz="4350" b="1">
                <a:solidFill>
                  <a:srgbClr val="1E5AA8"/>
                </a:solidFill>
                <a:latin typeface="Noto Sans"/>
                <a:ea typeface="Noto Sans"/>
                <a:cs typeface="Noto Sans"/>
              </a:rPr>
              <a:t>Kiến trúc thông tin</a:t>
            </a:r>
          </a:p>
        </p:txBody>
      </p:sp>
      <p:sp>
        <p:nvSpPr>
          <p:cNvPr id="2" name="4 tab cấp cao, 6 màn cấp con. Dialog và state không tính thê">
            <a:extLst xmlns:a="http://schemas.openxmlformats.org/drawingml/2006/main">
              <a:ext uri="{FF2B5EF4-FFF2-40B4-BE49-F238E27FC236}">
                <a16:creationId xmlns:a16="http://schemas.microsoft.com/office/drawing/2014/main" id="{DB8ED523-04AF-4BB7-A1F8-31523AA6E46D}"/>
              </a:ext>
            </a:extLst>
          </p:cNvPr>
          <p:cNvSpPr>
            <a:spLocks xmlns:a="http://schemas.openxmlformats.org/drawingml/2006/main" noGrp="1"/>
          </p:cNvSpPr>
          <p:nvPr/>
        </p:nvSpPr>
        <p:spPr>
          <a:xfrm xmlns:a="http://schemas.openxmlformats.org/drawingml/2006/main">
            <a:off x="990600" y="1600200"/>
            <a:ext cx="1600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0">
                <a:solidFill>
                  <a:srgbClr val="424751"/>
                </a:solidFill>
                <a:latin typeface="Noto Sans"/>
                <a:ea typeface="Noto Sans"/>
                <a:cs typeface="Noto Sans"/>
              </a:defRPr>
            </a:defPPr>
            <a:lvl1pPr>
              <a:defRPr sz="2250" b="0">
                <a:solidFill>
                  <a:srgbClr val="424751"/>
                </a:solidFill>
                <a:latin typeface="Noto Sans"/>
                <a:ea typeface="Noto Sans"/>
                <a:cs typeface="Noto Sans"/>
              </a:defRPr>
            </a:lvl1pPr>
            <a:lvl2pPr>
              <a:defRPr sz="2250" b="0">
                <a:solidFill>
                  <a:srgbClr val="424751"/>
                </a:solidFill>
                <a:latin typeface="Noto Sans"/>
                <a:ea typeface="Noto Sans"/>
                <a:cs typeface="Noto Sans"/>
              </a:defRPr>
            </a:lvl2pPr>
            <a:lvl3pPr>
              <a:defRPr sz="2250" b="0">
                <a:solidFill>
                  <a:srgbClr val="424751"/>
                </a:solidFill>
                <a:latin typeface="Noto Sans"/>
                <a:ea typeface="Noto Sans"/>
                <a:cs typeface="Noto Sans"/>
              </a:defRPr>
            </a:lvl3pPr>
            <a:lvl4pPr>
              <a:defRPr sz="2250" b="0">
                <a:solidFill>
                  <a:srgbClr val="424751"/>
                </a:solidFill>
                <a:latin typeface="Noto Sans"/>
                <a:ea typeface="Noto Sans"/>
                <a:cs typeface="Noto Sans"/>
              </a:defRPr>
            </a:lvl4pPr>
            <a:lvl5pPr>
              <a:defRPr sz="2250" b="0">
                <a:solidFill>
                  <a:srgbClr val="424751"/>
                </a:solidFill>
                <a:latin typeface="Noto Sans"/>
                <a:ea typeface="Noto Sans"/>
                <a:cs typeface="Noto Sans"/>
              </a:defRPr>
            </a:lvl5pPr>
            <a:lvl6pPr>
              <a:defRPr sz="2250" b="0">
                <a:solidFill>
                  <a:srgbClr val="424751"/>
                </a:solidFill>
                <a:latin typeface="Noto Sans"/>
                <a:ea typeface="Noto Sans"/>
                <a:cs typeface="Noto Sans"/>
              </a:defRPr>
            </a:lvl6pPr>
            <a:lvl7pPr>
              <a:defRPr sz="2250" b="0">
                <a:solidFill>
                  <a:srgbClr val="424751"/>
                </a:solidFill>
                <a:latin typeface="Noto Sans"/>
                <a:ea typeface="Noto Sans"/>
                <a:cs typeface="Noto Sans"/>
              </a:defRPr>
            </a:lvl7pPr>
            <a:lvl8pPr>
              <a:defRPr sz="2250" b="0">
                <a:solidFill>
                  <a:srgbClr val="424751"/>
                </a:solidFill>
                <a:latin typeface="Noto Sans"/>
                <a:ea typeface="Noto Sans"/>
                <a:cs typeface="Noto Sans"/>
              </a:defRPr>
            </a:lvl8pPr>
            <a:lvl9pPr>
              <a:defRPr sz="2250" b="0">
                <a:solidFill>
                  <a:srgbClr val="424751"/>
                </a:solidFill>
                <a:latin typeface="Noto Sans"/>
                <a:ea typeface="Noto Sans"/>
                <a:cs typeface="Noto Sans"/>
              </a:defRPr>
            </a:lvl9pPr>
          </a:lstStyle>
          <a:p xmlns:a="http://schemas.openxmlformats.org/drawingml/2006/main">
            <a:pPr>
              <a:defRPr sz="2250" b="0">
                <a:solidFill>
                  <a:srgbClr val="424751"/>
                </a:solidFill>
                <a:latin typeface="Noto Sans"/>
                <a:ea typeface="Noto Sans"/>
                <a:cs typeface="Noto Sans"/>
              </a:defRPr>
            </a:pPr>
            <a:r>
              <a:rPr sz="2250" b="0">
                <a:solidFill>
                  <a:srgbClr val="424751"/>
                </a:solidFill>
                <a:latin typeface="Noto Sans"/>
                <a:ea typeface="Noto Sans"/>
                <a:cs typeface="Noto Sans"/>
              </a:rPr>
              <a:t>4 tab cấp cao, 6 màn cấp con. Dialog và state không tính thêm màn chức năng.</a:t>
            </a:r>
          </a:p>
        </p:txBody>
      </p:sp>
      <p:sp>
        <p:nvSpPr>
          <p:cNvPr id="3" name="03 / 12">
            <a:extLst xmlns:a="http://schemas.openxmlformats.org/drawingml/2006/main">
              <a:ext uri="{FF2B5EF4-FFF2-40B4-BE49-F238E27FC236}">
                <a16:creationId xmlns:a16="http://schemas.microsoft.com/office/drawing/2014/main" id="{6E6D1935-D030-4255-8F12-A33D1E3A5ED9}"/>
              </a:ext>
            </a:extLst>
          </p:cNvPr>
          <p:cNvSpPr>
            <a:spLocks xmlns:a="http://schemas.openxmlformats.org/drawingml/2006/main" noGrp="1"/>
          </p:cNvSpPr>
          <p:nvPr/>
        </p:nvSpPr>
        <p:spPr>
          <a:xfrm xmlns:a="http://schemas.openxmlformats.org/drawingml/2006/main">
            <a:off x="16097250" y="72390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0">
                <a:solidFill>
                  <a:srgbClr val="424751"/>
                </a:solidFill>
                <a:latin typeface="Noto Sans"/>
                <a:ea typeface="Noto Sans"/>
                <a:cs typeface="Noto Sans"/>
              </a:defRPr>
            </a:defPPr>
            <a:lvl1pPr>
              <a:defRPr sz="1800" b="0">
                <a:solidFill>
                  <a:srgbClr val="424751"/>
                </a:solidFill>
                <a:latin typeface="Noto Sans"/>
                <a:ea typeface="Noto Sans"/>
                <a:cs typeface="Noto Sans"/>
              </a:defRPr>
            </a:lvl1pPr>
            <a:lvl2pPr>
              <a:defRPr sz="1800" b="0">
                <a:solidFill>
                  <a:srgbClr val="424751"/>
                </a:solidFill>
                <a:latin typeface="Noto Sans"/>
                <a:ea typeface="Noto Sans"/>
                <a:cs typeface="Noto Sans"/>
              </a:defRPr>
            </a:lvl2pPr>
            <a:lvl3pPr>
              <a:defRPr sz="1800" b="0">
                <a:solidFill>
                  <a:srgbClr val="424751"/>
                </a:solidFill>
                <a:latin typeface="Noto Sans"/>
                <a:ea typeface="Noto Sans"/>
                <a:cs typeface="Noto Sans"/>
              </a:defRPr>
            </a:lvl3pPr>
            <a:lvl4pPr>
              <a:defRPr sz="1800" b="0">
                <a:solidFill>
                  <a:srgbClr val="424751"/>
                </a:solidFill>
                <a:latin typeface="Noto Sans"/>
                <a:ea typeface="Noto Sans"/>
                <a:cs typeface="Noto Sans"/>
              </a:defRPr>
            </a:lvl4pPr>
            <a:lvl5pPr>
              <a:defRPr sz="1800" b="0">
                <a:solidFill>
                  <a:srgbClr val="424751"/>
                </a:solidFill>
                <a:latin typeface="Noto Sans"/>
                <a:ea typeface="Noto Sans"/>
                <a:cs typeface="Noto Sans"/>
              </a:defRPr>
            </a:lvl5pPr>
            <a:lvl6pPr>
              <a:defRPr sz="1800" b="0">
                <a:solidFill>
                  <a:srgbClr val="424751"/>
                </a:solidFill>
                <a:latin typeface="Noto Sans"/>
                <a:ea typeface="Noto Sans"/>
                <a:cs typeface="Noto Sans"/>
              </a:defRPr>
            </a:lvl6pPr>
            <a:lvl7pPr>
              <a:defRPr sz="1800" b="0">
                <a:solidFill>
                  <a:srgbClr val="424751"/>
                </a:solidFill>
                <a:latin typeface="Noto Sans"/>
                <a:ea typeface="Noto Sans"/>
                <a:cs typeface="Noto Sans"/>
              </a:defRPr>
            </a:lvl7pPr>
            <a:lvl8pPr>
              <a:defRPr sz="1800" b="0">
                <a:solidFill>
                  <a:srgbClr val="424751"/>
                </a:solidFill>
                <a:latin typeface="Noto Sans"/>
                <a:ea typeface="Noto Sans"/>
                <a:cs typeface="Noto Sans"/>
              </a:defRPr>
            </a:lvl8pPr>
            <a:lvl9pPr>
              <a:defRPr sz="1800" b="0">
                <a:solidFill>
                  <a:srgbClr val="424751"/>
                </a:solidFill>
                <a:latin typeface="Noto Sans"/>
                <a:ea typeface="Noto Sans"/>
                <a:cs typeface="Noto Sans"/>
              </a:defRPr>
            </a:lvl9pPr>
          </a:lstStyle>
          <a:p xmlns:a="http://schemas.openxmlformats.org/drawingml/2006/main">
            <a:pPr>
              <a:defRPr sz="1800" b="0">
                <a:solidFill>
                  <a:srgbClr val="424751"/>
                </a:solidFill>
                <a:latin typeface="Noto Sans"/>
                <a:ea typeface="Noto Sans"/>
                <a:cs typeface="Noto Sans"/>
              </a:defRPr>
            </a:pPr>
            <a:r>
              <a:rPr sz="1800" b="0">
                <a:solidFill>
                  <a:srgbClr val="424751"/>
                </a:solidFill>
                <a:latin typeface="Noto Sans"/>
                <a:ea typeface="Noto Sans"/>
                <a:cs typeface="Noto Sans"/>
              </a:rPr>
              <a:t>03 / 12</a:t>
            </a:r>
          </a:p>
        </p:txBody>
      </p:sp>
      <p:sp>
        <p:nvSpPr>
          <p:cNvPr id="4" name="Nguồn">
            <a:extLst xmlns:a="http://schemas.openxmlformats.org/drawingml/2006/main">
              <a:ext uri="{FF2B5EF4-FFF2-40B4-BE49-F238E27FC236}">
                <a16:creationId xmlns:a16="http://schemas.microsoft.com/office/drawing/2014/main" id="{FE2B028A-28DB-4ECC-985F-CCCFEAC3DFF9}"/>
              </a:ext>
            </a:extLst>
          </p:cNvPr>
          <p:cNvSpPr>
            <a:spLocks xmlns:a="http://schemas.openxmlformats.org/drawingml/2006/main" noGrp="1"/>
          </p:cNvSpPr>
          <p:nvPr/>
        </p:nvSpPr>
        <p:spPr>
          <a:xfrm xmlns:a="http://schemas.openxmlformats.org/drawingml/2006/main">
            <a:off x="990600" y="9467850"/>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424751"/>
                </a:solidFill>
                <a:latin typeface="Noto Sans"/>
                <a:ea typeface="Noto Sans"/>
                <a:cs typeface="Noto Sans"/>
              </a:defRPr>
            </a:defPPr>
            <a:lvl1pPr>
              <a:defRPr sz="1650" b="0">
                <a:solidFill>
                  <a:srgbClr val="424751"/>
                </a:solidFill>
                <a:latin typeface="Noto Sans"/>
                <a:ea typeface="Noto Sans"/>
                <a:cs typeface="Noto Sans"/>
              </a:defRPr>
            </a:lvl1pPr>
            <a:lvl2pPr>
              <a:defRPr sz="1650" b="0">
                <a:solidFill>
                  <a:srgbClr val="424751"/>
                </a:solidFill>
                <a:latin typeface="Noto Sans"/>
                <a:ea typeface="Noto Sans"/>
                <a:cs typeface="Noto Sans"/>
              </a:defRPr>
            </a:lvl2pPr>
            <a:lvl3pPr>
              <a:defRPr sz="1650" b="0">
                <a:solidFill>
                  <a:srgbClr val="424751"/>
                </a:solidFill>
                <a:latin typeface="Noto Sans"/>
                <a:ea typeface="Noto Sans"/>
                <a:cs typeface="Noto Sans"/>
              </a:defRPr>
            </a:lvl3pPr>
            <a:lvl4pPr>
              <a:defRPr sz="1650" b="0">
                <a:solidFill>
                  <a:srgbClr val="424751"/>
                </a:solidFill>
                <a:latin typeface="Noto Sans"/>
                <a:ea typeface="Noto Sans"/>
                <a:cs typeface="Noto Sans"/>
              </a:defRPr>
            </a:lvl4pPr>
            <a:lvl5pPr>
              <a:defRPr sz="1650" b="0">
                <a:solidFill>
                  <a:srgbClr val="424751"/>
                </a:solidFill>
                <a:latin typeface="Noto Sans"/>
                <a:ea typeface="Noto Sans"/>
                <a:cs typeface="Noto Sans"/>
              </a:defRPr>
            </a:lvl5pPr>
            <a:lvl6pPr>
              <a:defRPr sz="1650" b="0">
                <a:solidFill>
                  <a:srgbClr val="424751"/>
                </a:solidFill>
                <a:latin typeface="Noto Sans"/>
                <a:ea typeface="Noto Sans"/>
                <a:cs typeface="Noto Sans"/>
              </a:defRPr>
            </a:lvl6pPr>
            <a:lvl7pPr>
              <a:defRPr sz="1650" b="0">
                <a:solidFill>
                  <a:srgbClr val="424751"/>
                </a:solidFill>
                <a:latin typeface="Noto Sans"/>
                <a:ea typeface="Noto Sans"/>
                <a:cs typeface="Noto Sans"/>
              </a:defRPr>
            </a:lvl7pPr>
            <a:lvl8pPr>
              <a:defRPr sz="1650" b="0">
                <a:solidFill>
                  <a:srgbClr val="424751"/>
                </a:solidFill>
                <a:latin typeface="Noto Sans"/>
                <a:ea typeface="Noto Sans"/>
                <a:cs typeface="Noto Sans"/>
              </a:defRPr>
            </a:lvl8pPr>
            <a:lvl9pPr>
              <a:defRPr sz="1650" b="0">
                <a:solidFill>
                  <a:srgbClr val="424751"/>
                </a:solidFill>
                <a:latin typeface="Noto Sans"/>
                <a:ea typeface="Noto Sans"/>
                <a:cs typeface="Noto Sans"/>
              </a:defRPr>
            </a:lvl9pPr>
          </a:lstStyle>
          <a:p xmlns:a="http://schemas.openxmlformats.org/drawingml/2006/main">
            <a:pPr>
              <a:defRPr sz="1650" b="0">
                <a:solidFill>
                  <a:srgbClr val="424751"/>
                </a:solidFill>
                <a:latin typeface="Noto Sans"/>
                <a:ea typeface="Noto Sans"/>
                <a:cs typeface="Noto Sans"/>
              </a:defRPr>
            </a:pPr>
            <a:r>
              <a:rPr sz="1650" b="0">
                <a:solidFill>
                  <a:srgbClr val="424751"/>
                </a:solidFill>
                <a:latin typeface="Noto Sans"/>
                <a:ea typeface="Noto Sans"/>
                <a:cs typeface="Noto Sans"/>
              </a:rPr>
              <a:t>Nguồn</a:t>
            </a:r>
          </a:p>
        </p:txBody>
      </p:sp>
      <p:sp>
        <p:nvSpPr>
          <p:cNvPr id="5" name="IA và mapping flow">
            <a:extLst xmlns:a="http://schemas.openxmlformats.org/drawingml/2006/main">
              <a:ext uri="{FF2B5EF4-FFF2-40B4-BE49-F238E27FC236}">
                <a16:creationId xmlns:a16="http://schemas.microsoft.com/office/drawing/2014/main" id="{8E0D0274-EAE9-43CF-A0AF-CF88863315E4}"/>
              </a:ext>
            </a:extLst>
          </p:cNvPr>
          <p:cNvSpPr>
            <a:spLocks xmlns:a="http://schemas.openxmlformats.org/drawingml/2006/main" noGrp="1"/>
          </p:cNvSpPr>
          <p:nvPr/>
        </p:nvSpPr>
        <p:spPr>
          <a:xfrm xmlns:a="http://schemas.openxmlformats.org/drawingml/2006/main">
            <a:off x="2047875" y="9467850"/>
            <a:ext cx="5000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1E5AA8"/>
                </a:solidFill>
                <a:latin typeface="Noto Sans"/>
                <a:ea typeface="Noto Sans"/>
                <a:cs typeface="Noto Sans"/>
              </a:defRPr>
            </a:defPPr>
            <a:lvl1pPr>
              <a:defRPr sz="1650" b="0">
                <a:solidFill>
                  <a:srgbClr val="1E5AA8"/>
                </a:solidFill>
                <a:latin typeface="Noto Sans"/>
                <a:ea typeface="Noto Sans"/>
                <a:cs typeface="Noto Sans"/>
              </a:defRPr>
            </a:lvl1pPr>
            <a:lvl2pPr>
              <a:defRPr sz="1650" b="0">
                <a:solidFill>
                  <a:srgbClr val="1E5AA8"/>
                </a:solidFill>
                <a:latin typeface="Noto Sans"/>
                <a:ea typeface="Noto Sans"/>
                <a:cs typeface="Noto Sans"/>
              </a:defRPr>
            </a:lvl2pPr>
            <a:lvl3pPr>
              <a:defRPr sz="1650" b="0">
                <a:solidFill>
                  <a:srgbClr val="1E5AA8"/>
                </a:solidFill>
                <a:latin typeface="Noto Sans"/>
                <a:ea typeface="Noto Sans"/>
                <a:cs typeface="Noto Sans"/>
              </a:defRPr>
            </a:lvl3pPr>
            <a:lvl4pPr>
              <a:defRPr sz="1650" b="0">
                <a:solidFill>
                  <a:srgbClr val="1E5AA8"/>
                </a:solidFill>
                <a:latin typeface="Noto Sans"/>
                <a:ea typeface="Noto Sans"/>
                <a:cs typeface="Noto Sans"/>
              </a:defRPr>
            </a:lvl4pPr>
            <a:lvl5pPr>
              <a:defRPr sz="1650" b="0">
                <a:solidFill>
                  <a:srgbClr val="1E5AA8"/>
                </a:solidFill>
                <a:latin typeface="Noto Sans"/>
                <a:ea typeface="Noto Sans"/>
                <a:cs typeface="Noto Sans"/>
              </a:defRPr>
            </a:lvl5pPr>
            <a:lvl6pPr>
              <a:defRPr sz="1650" b="0">
                <a:solidFill>
                  <a:srgbClr val="1E5AA8"/>
                </a:solidFill>
                <a:latin typeface="Noto Sans"/>
                <a:ea typeface="Noto Sans"/>
                <a:cs typeface="Noto Sans"/>
              </a:defRPr>
            </a:lvl6pPr>
            <a:lvl7pPr>
              <a:defRPr sz="1650" b="0">
                <a:solidFill>
                  <a:srgbClr val="1E5AA8"/>
                </a:solidFill>
                <a:latin typeface="Noto Sans"/>
                <a:ea typeface="Noto Sans"/>
                <a:cs typeface="Noto Sans"/>
              </a:defRPr>
            </a:lvl7pPr>
            <a:lvl8pPr>
              <a:defRPr sz="1650" b="0">
                <a:solidFill>
                  <a:srgbClr val="1E5AA8"/>
                </a:solidFill>
                <a:latin typeface="Noto Sans"/>
                <a:ea typeface="Noto Sans"/>
                <a:cs typeface="Noto Sans"/>
              </a:defRPr>
            </a:lvl8pPr>
            <a:lvl9pPr>
              <a:defRPr sz="1650" b="0">
                <a:solidFill>
                  <a:srgbClr val="1E5AA8"/>
                </a:solidFill>
                <a:latin typeface="Noto Sans"/>
                <a:ea typeface="Noto Sans"/>
                <a:cs typeface="Noto Sans"/>
              </a:defRPr>
            </a:lvl9pPr>
          </a:lstStyle>
          <a:p xmlns:a="http://schemas.openxmlformats.org/drawingml/2006/main">
            <a:pPr>
              <a:defRPr sz="1650" b="0">
                <a:solidFill>
                  <a:srgbClr val="1E5AA8"/>
                </a:solidFill>
                <a:latin typeface="Noto Sans"/>
                <a:ea typeface="Noto Sans"/>
                <a:cs typeface="Noto Sans"/>
              </a:defRPr>
            </a:pPr>
            <a:r>
              <a:rPr sz="1650" b="0">
                <a:solidFill>
                  <a:srgbClr val="1E5AA8"/>
                </a:solidFill>
                <a:latin typeface="Noto Sans"/>
                <a:ea typeface="Noto Sans"/>
                <a:cs typeface="Noto Sans"/>
                <a:hlinkClick xmlns:r="http://schemas.openxmlformats.org/officeDocument/2006/relationships" r:id="R5843e5f5236a4cfd"/>
              </a:rPr>
              <a:t>IA và mapping flow</a:t>
            </a:r>
          </a:p>
        </p:txBody>
      </p:sp>
      <p:sp>
        <p:nvSpPr>
          <p:cNvPr id="6" name="Figma 01 User Flow">
            <a:extLst xmlns:a="http://schemas.openxmlformats.org/drawingml/2006/main">
              <a:ext uri="{FF2B5EF4-FFF2-40B4-BE49-F238E27FC236}">
                <a16:creationId xmlns:a16="http://schemas.microsoft.com/office/drawing/2014/main" id="{35CBD38D-4C73-4A6D-82DC-42B69D695410}"/>
              </a:ext>
            </a:extLst>
          </p:cNvPr>
          <p:cNvSpPr>
            <a:spLocks xmlns:a="http://schemas.openxmlformats.org/drawingml/2006/main" noGrp="1"/>
          </p:cNvSpPr>
          <p:nvPr/>
        </p:nvSpPr>
        <p:spPr>
          <a:xfrm xmlns:a="http://schemas.openxmlformats.org/drawingml/2006/main">
            <a:off x="7191375" y="9467850"/>
            <a:ext cx="5000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1E5AA8"/>
                </a:solidFill>
                <a:latin typeface="Noto Sans"/>
                <a:ea typeface="Noto Sans"/>
                <a:cs typeface="Noto Sans"/>
              </a:defRPr>
            </a:defPPr>
            <a:lvl1pPr>
              <a:defRPr sz="1650" b="0">
                <a:solidFill>
                  <a:srgbClr val="1E5AA8"/>
                </a:solidFill>
                <a:latin typeface="Noto Sans"/>
                <a:ea typeface="Noto Sans"/>
                <a:cs typeface="Noto Sans"/>
              </a:defRPr>
            </a:lvl1pPr>
            <a:lvl2pPr>
              <a:defRPr sz="1650" b="0">
                <a:solidFill>
                  <a:srgbClr val="1E5AA8"/>
                </a:solidFill>
                <a:latin typeface="Noto Sans"/>
                <a:ea typeface="Noto Sans"/>
                <a:cs typeface="Noto Sans"/>
              </a:defRPr>
            </a:lvl2pPr>
            <a:lvl3pPr>
              <a:defRPr sz="1650" b="0">
                <a:solidFill>
                  <a:srgbClr val="1E5AA8"/>
                </a:solidFill>
                <a:latin typeface="Noto Sans"/>
                <a:ea typeface="Noto Sans"/>
                <a:cs typeface="Noto Sans"/>
              </a:defRPr>
            </a:lvl3pPr>
            <a:lvl4pPr>
              <a:defRPr sz="1650" b="0">
                <a:solidFill>
                  <a:srgbClr val="1E5AA8"/>
                </a:solidFill>
                <a:latin typeface="Noto Sans"/>
                <a:ea typeface="Noto Sans"/>
                <a:cs typeface="Noto Sans"/>
              </a:defRPr>
            </a:lvl4pPr>
            <a:lvl5pPr>
              <a:defRPr sz="1650" b="0">
                <a:solidFill>
                  <a:srgbClr val="1E5AA8"/>
                </a:solidFill>
                <a:latin typeface="Noto Sans"/>
                <a:ea typeface="Noto Sans"/>
                <a:cs typeface="Noto Sans"/>
              </a:defRPr>
            </a:lvl5pPr>
            <a:lvl6pPr>
              <a:defRPr sz="1650" b="0">
                <a:solidFill>
                  <a:srgbClr val="1E5AA8"/>
                </a:solidFill>
                <a:latin typeface="Noto Sans"/>
                <a:ea typeface="Noto Sans"/>
                <a:cs typeface="Noto Sans"/>
              </a:defRPr>
            </a:lvl6pPr>
            <a:lvl7pPr>
              <a:defRPr sz="1650" b="0">
                <a:solidFill>
                  <a:srgbClr val="1E5AA8"/>
                </a:solidFill>
                <a:latin typeface="Noto Sans"/>
                <a:ea typeface="Noto Sans"/>
                <a:cs typeface="Noto Sans"/>
              </a:defRPr>
            </a:lvl7pPr>
            <a:lvl8pPr>
              <a:defRPr sz="1650" b="0">
                <a:solidFill>
                  <a:srgbClr val="1E5AA8"/>
                </a:solidFill>
                <a:latin typeface="Noto Sans"/>
                <a:ea typeface="Noto Sans"/>
                <a:cs typeface="Noto Sans"/>
              </a:defRPr>
            </a:lvl8pPr>
            <a:lvl9pPr>
              <a:defRPr sz="1650" b="0">
                <a:solidFill>
                  <a:srgbClr val="1E5AA8"/>
                </a:solidFill>
                <a:latin typeface="Noto Sans"/>
                <a:ea typeface="Noto Sans"/>
                <a:cs typeface="Noto Sans"/>
              </a:defRPr>
            </a:lvl9pPr>
          </a:lstStyle>
          <a:p xmlns:a="http://schemas.openxmlformats.org/drawingml/2006/main">
            <a:pPr>
              <a:defRPr sz="1650" b="0">
                <a:solidFill>
                  <a:srgbClr val="1E5AA8"/>
                </a:solidFill>
                <a:latin typeface="Noto Sans"/>
                <a:ea typeface="Noto Sans"/>
                <a:cs typeface="Noto Sans"/>
              </a:defRPr>
            </a:pPr>
            <a:r>
              <a:rPr sz="1650" b="0">
                <a:solidFill>
                  <a:srgbClr val="1E5AA8"/>
                </a:solidFill>
                <a:latin typeface="Noto Sans"/>
                <a:ea typeface="Noto Sans"/>
                <a:cs typeface="Noto Sans"/>
                <a:hlinkClick xmlns:r="http://schemas.openxmlformats.org/officeDocument/2006/relationships" r:id="R79350a6366ec4a46"/>
              </a:rPr>
              <a:t>Figma 01 User Flow</a:t>
            </a:r>
          </a:p>
        </p:txBody>
      </p:sp>
      <p:sp>
        <p:nvSpPr>
          <p:cNvPr id="7" name="S01  Hôm nay">
            <a:extLst xmlns:a="http://schemas.openxmlformats.org/drawingml/2006/main">
              <a:ext uri="{FF2B5EF4-FFF2-40B4-BE49-F238E27FC236}">
                <a16:creationId xmlns:a16="http://schemas.microsoft.com/office/drawing/2014/main" id="{739D9A4A-4B32-49CB-B670-11CB44A8FF84}"/>
              </a:ext>
            </a:extLst>
          </p:cNvPr>
          <p:cNvSpPr>
            <a:spLocks xmlns:a="http://schemas.openxmlformats.org/drawingml/2006/main" noGrp="1"/>
          </p:cNvSpPr>
          <p:nvPr/>
        </p:nvSpPr>
        <p:spPr>
          <a:xfrm xmlns:a="http://schemas.openxmlformats.org/drawingml/2006/main">
            <a:off x="1047750" y="2714625"/>
            <a:ext cx="3619500" cy="857250"/>
          </a:xfrm>
          <a:prstGeom xmlns:a="http://schemas.openxmlformats.org/drawingml/2006/main" prst="roundRect">
            <a:avLst>
              <a:gd name="adj" fmla="val 11111"/>
            </a:avLst>
          </a:prstGeom>
          <a:solidFill xmlns:a="http://schemas.openxmlformats.org/drawingml/2006/main">
            <a:srgbClr val="EFF4FF"/>
          </a:solidFill>
          <a:ln xmlns:a="http://schemas.openxmlformats.org/drawingml/2006/main" w="9525">
            <a:solidFill>
              <a:srgbClr val="1E5AA8"/>
            </a:solidFill>
          </a:ln>
        </p:spPr>
        <p:txBody>
          <a:bodyPr xmlns:a="http://schemas.openxmlformats.org/drawingml/2006/main" lIns="95250" tIns="95250" rIns="95250" bIns="95250" anchor="ctr"/>
          <a:lstStyle xmlns:a="http://schemas.openxmlformats.org/drawingml/2006/main">
            <a:defPPr algn="ctr">
              <a:defRPr sz="2475" b="1">
                <a:solidFill>
                  <a:srgbClr val="031C36"/>
                </a:solidFill>
                <a:latin typeface="Noto Sans"/>
                <a:ea typeface="Noto Sans"/>
                <a:cs typeface="Noto Sans"/>
              </a:defRPr>
            </a:defPPr>
            <a:lvl1pPr algn="ctr">
              <a:defRPr sz="2475" b="1">
                <a:solidFill>
                  <a:srgbClr val="031C36"/>
                </a:solidFill>
                <a:latin typeface="Noto Sans"/>
                <a:ea typeface="Noto Sans"/>
                <a:cs typeface="Noto Sans"/>
              </a:defRPr>
            </a:lvl1pPr>
            <a:lvl2pPr algn="ctr">
              <a:defRPr sz="2475" b="1">
                <a:solidFill>
                  <a:srgbClr val="031C36"/>
                </a:solidFill>
                <a:latin typeface="Noto Sans"/>
                <a:ea typeface="Noto Sans"/>
                <a:cs typeface="Noto Sans"/>
              </a:defRPr>
            </a:lvl2pPr>
            <a:lvl3pPr algn="ctr">
              <a:defRPr sz="2475" b="1">
                <a:solidFill>
                  <a:srgbClr val="031C36"/>
                </a:solidFill>
                <a:latin typeface="Noto Sans"/>
                <a:ea typeface="Noto Sans"/>
                <a:cs typeface="Noto Sans"/>
              </a:defRPr>
            </a:lvl3pPr>
            <a:lvl4pPr algn="ctr">
              <a:defRPr sz="2475" b="1">
                <a:solidFill>
                  <a:srgbClr val="031C36"/>
                </a:solidFill>
                <a:latin typeface="Noto Sans"/>
                <a:ea typeface="Noto Sans"/>
                <a:cs typeface="Noto Sans"/>
              </a:defRPr>
            </a:lvl4pPr>
            <a:lvl5pPr algn="ctr">
              <a:defRPr sz="2475" b="1">
                <a:solidFill>
                  <a:srgbClr val="031C36"/>
                </a:solidFill>
                <a:latin typeface="Noto Sans"/>
                <a:ea typeface="Noto Sans"/>
                <a:cs typeface="Noto Sans"/>
              </a:defRPr>
            </a:lvl5pPr>
            <a:lvl6pPr algn="ctr">
              <a:defRPr sz="2475" b="1">
                <a:solidFill>
                  <a:srgbClr val="031C36"/>
                </a:solidFill>
                <a:latin typeface="Noto Sans"/>
                <a:ea typeface="Noto Sans"/>
                <a:cs typeface="Noto Sans"/>
              </a:defRPr>
            </a:lvl6pPr>
            <a:lvl7pPr algn="ctr">
              <a:defRPr sz="2475" b="1">
                <a:solidFill>
                  <a:srgbClr val="031C36"/>
                </a:solidFill>
                <a:latin typeface="Noto Sans"/>
                <a:ea typeface="Noto Sans"/>
                <a:cs typeface="Noto Sans"/>
              </a:defRPr>
            </a:lvl7pPr>
            <a:lvl8pPr algn="ctr">
              <a:defRPr sz="2475" b="1">
                <a:solidFill>
                  <a:srgbClr val="031C36"/>
                </a:solidFill>
                <a:latin typeface="Noto Sans"/>
                <a:ea typeface="Noto Sans"/>
                <a:cs typeface="Noto Sans"/>
              </a:defRPr>
            </a:lvl8pPr>
            <a:lvl9pPr algn="ctr">
              <a:defRPr sz="2475" b="1">
                <a:solidFill>
                  <a:srgbClr val="031C36"/>
                </a:solidFill>
                <a:latin typeface="Noto Sans"/>
                <a:ea typeface="Noto Sans"/>
                <a:cs typeface="Noto Sans"/>
              </a:defRPr>
            </a:lvl9pPr>
          </a:lstStyle>
          <a:p xmlns:a="http://schemas.openxmlformats.org/drawingml/2006/main">
            <a:pPr algn="ctr">
              <a:defRPr sz="2475" b="1">
                <a:solidFill>
                  <a:srgbClr val="031C36"/>
                </a:solidFill>
                <a:latin typeface="Noto Sans"/>
                <a:ea typeface="Noto Sans"/>
                <a:cs typeface="Noto Sans"/>
              </a:defRPr>
            </a:pPr>
            <a:r>
              <a:rPr sz="2475" b="1">
                <a:solidFill>
                  <a:srgbClr val="031C36"/>
                </a:solidFill>
                <a:latin typeface="Noto Sans"/>
                <a:ea typeface="Noto Sans"/>
                <a:cs typeface="Noto Sans"/>
              </a:rPr>
              <a:t>S01  Hôm nay</a:t>
            </a:r>
          </a:p>
        </p:txBody>
      </p:sp>
      <p:sp>
        <p:nvSpPr>
          <p:cNvPr id="8" name="S02  Ăn uống">
            <a:extLst xmlns:a="http://schemas.openxmlformats.org/drawingml/2006/main">
              <a:ext uri="{FF2B5EF4-FFF2-40B4-BE49-F238E27FC236}">
                <a16:creationId xmlns:a16="http://schemas.microsoft.com/office/drawing/2014/main" id="{F287E099-15FF-4995-AA3D-DDF869CC1EB1}"/>
              </a:ext>
            </a:extLst>
          </p:cNvPr>
          <p:cNvSpPr>
            <a:spLocks xmlns:a="http://schemas.openxmlformats.org/drawingml/2006/main" noGrp="1"/>
          </p:cNvSpPr>
          <p:nvPr/>
        </p:nvSpPr>
        <p:spPr>
          <a:xfrm xmlns:a="http://schemas.openxmlformats.org/drawingml/2006/main">
            <a:off x="5238750" y="2714625"/>
            <a:ext cx="3619500" cy="857250"/>
          </a:xfrm>
          <a:prstGeom xmlns:a="http://schemas.openxmlformats.org/drawingml/2006/main" prst="roundRect">
            <a:avLst>
              <a:gd name="adj" fmla="val 11111"/>
            </a:avLst>
          </a:prstGeom>
          <a:solidFill xmlns:a="http://schemas.openxmlformats.org/drawingml/2006/main">
            <a:srgbClr val="EFF4FF"/>
          </a:solidFill>
          <a:ln xmlns:a="http://schemas.openxmlformats.org/drawingml/2006/main" w="9525">
            <a:solidFill>
              <a:srgbClr val="1E5AA8"/>
            </a:solidFill>
          </a:ln>
        </p:spPr>
        <p:txBody>
          <a:bodyPr xmlns:a="http://schemas.openxmlformats.org/drawingml/2006/main" lIns="95250" tIns="95250" rIns="95250" bIns="95250" anchor="ctr"/>
          <a:lstStyle xmlns:a="http://schemas.openxmlformats.org/drawingml/2006/main">
            <a:defPPr algn="ctr">
              <a:defRPr sz="2475" b="1">
                <a:solidFill>
                  <a:srgbClr val="031C36"/>
                </a:solidFill>
                <a:latin typeface="Noto Sans"/>
                <a:ea typeface="Noto Sans"/>
                <a:cs typeface="Noto Sans"/>
              </a:defRPr>
            </a:defPPr>
            <a:lvl1pPr algn="ctr">
              <a:defRPr sz="2475" b="1">
                <a:solidFill>
                  <a:srgbClr val="031C36"/>
                </a:solidFill>
                <a:latin typeface="Noto Sans"/>
                <a:ea typeface="Noto Sans"/>
                <a:cs typeface="Noto Sans"/>
              </a:defRPr>
            </a:lvl1pPr>
            <a:lvl2pPr algn="ctr">
              <a:defRPr sz="2475" b="1">
                <a:solidFill>
                  <a:srgbClr val="031C36"/>
                </a:solidFill>
                <a:latin typeface="Noto Sans"/>
                <a:ea typeface="Noto Sans"/>
                <a:cs typeface="Noto Sans"/>
              </a:defRPr>
            </a:lvl2pPr>
            <a:lvl3pPr algn="ctr">
              <a:defRPr sz="2475" b="1">
                <a:solidFill>
                  <a:srgbClr val="031C36"/>
                </a:solidFill>
                <a:latin typeface="Noto Sans"/>
                <a:ea typeface="Noto Sans"/>
                <a:cs typeface="Noto Sans"/>
              </a:defRPr>
            </a:lvl3pPr>
            <a:lvl4pPr algn="ctr">
              <a:defRPr sz="2475" b="1">
                <a:solidFill>
                  <a:srgbClr val="031C36"/>
                </a:solidFill>
                <a:latin typeface="Noto Sans"/>
                <a:ea typeface="Noto Sans"/>
                <a:cs typeface="Noto Sans"/>
              </a:defRPr>
            </a:lvl4pPr>
            <a:lvl5pPr algn="ctr">
              <a:defRPr sz="2475" b="1">
                <a:solidFill>
                  <a:srgbClr val="031C36"/>
                </a:solidFill>
                <a:latin typeface="Noto Sans"/>
                <a:ea typeface="Noto Sans"/>
                <a:cs typeface="Noto Sans"/>
              </a:defRPr>
            </a:lvl5pPr>
            <a:lvl6pPr algn="ctr">
              <a:defRPr sz="2475" b="1">
                <a:solidFill>
                  <a:srgbClr val="031C36"/>
                </a:solidFill>
                <a:latin typeface="Noto Sans"/>
                <a:ea typeface="Noto Sans"/>
                <a:cs typeface="Noto Sans"/>
              </a:defRPr>
            </a:lvl6pPr>
            <a:lvl7pPr algn="ctr">
              <a:defRPr sz="2475" b="1">
                <a:solidFill>
                  <a:srgbClr val="031C36"/>
                </a:solidFill>
                <a:latin typeface="Noto Sans"/>
                <a:ea typeface="Noto Sans"/>
                <a:cs typeface="Noto Sans"/>
              </a:defRPr>
            </a:lvl7pPr>
            <a:lvl8pPr algn="ctr">
              <a:defRPr sz="2475" b="1">
                <a:solidFill>
                  <a:srgbClr val="031C36"/>
                </a:solidFill>
                <a:latin typeface="Noto Sans"/>
                <a:ea typeface="Noto Sans"/>
                <a:cs typeface="Noto Sans"/>
              </a:defRPr>
            </a:lvl8pPr>
            <a:lvl9pPr algn="ctr">
              <a:defRPr sz="2475" b="1">
                <a:solidFill>
                  <a:srgbClr val="031C36"/>
                </a:solidFill>
                <a:latin typeface="Noto Sans"/>
                <a:ea typeface="Noto Sans"/>
                <a:cs typeface="Noto Sans"/>
              </a:defRPr>
            </a:lvl9pPr>
          </a:lstStyle>
          <a:p xmlns:a="http://schemas.openxmlformats.org/drawingml/2006/main">
            <a:pPr algn="ctr">
              <a:defRPr sz="2475" b="1">
                <a:solidFill>
                  <a:srgbClr val="031C36"/>
                </a:solidFill>
                <a:latin typeface="Noto Sans"/>
                <a:ea typeface="Noto Sans"/>
                <a:cs typeface="Noto Sans"/>
              </a:defRPr>
            </a:pPr>
            <a:r>
              <a:rPr sz="2475" b="1">
                <a:solidFill>
                  <a:srgbClr val="031C36"/>
                </a:solidFill>
                <a:latin typeface="Noto Sans"/>
                <a:ea typeface="Noto Sans"/>
                <a:cs typeface="Noto Sans"/>
              </a:rPr>
              <a:t>S02  Ăn uống</a:t>
            </a:r>
          </a:p>
        </p:txBody>
      </p:sp>
      <p:sp>
        <p:nvSpPr>
          <p:cNvPr id="9" name="S03  Thư giãn">
            <a:extLst xmlns:a="http://schemas.openxmlformats.org/drawingml/2006/main">
              <a:ext uri="{FF2B5EF4-FFF2-40B4-BE49-F238E27FC236}">
                <a16:creationId xmlns:a16="http://schemas.microsoft.com/office/drawing/2014/main" id="{0CAD9079-24F5-4808-A178-67A81C00D711}"/>
              </a:ext>
            </a:extLst>
          </p:cNvPr>
          <p:cNvSpPr>
            <a:spLocks xmlns:a="http://schemas.openxmlformats.org/drawingml/2006/main" noGrp="1"/>
          </p:cNvSpPr>
          <p:nvPr/>
        </p:nvSpPr>
        <p:spPr>
          <a:xfrm xmlns:a="http://schemas.openxmlformats.org/drawingml/2006/main">
            <a:off x="9429750" y="2714625"/>
            <a:ext cx="3619500" cy="857250"/>
          </a:xfrm>
          <a:prstGeom xmlns:a="http://schemas.openxmlformats.org/drawingml/2006/main" prst="roundRect">
            <a:avLst>
              <a:gd name="adj" fmla="val 11111"/>
            </a:avLst>
          </a:prstGeom>
          <a:solidFill xmlns:a="http://schemas.openxmlformats.org/drawingml/2006/main">
            <a:srgbClr val="EFF4FF"/>
          </a:solidFill>
          <a:ln xmlns:a="http://schemas.openxmlformats.org/drawingml/2006/main" w="9525">
            <a:solidFill>
              <a:srgbClr val="1E5AA8"/>
            </a:solidFill>
          </a:ln>
        </p:spPr>
        <p:txBody>
          <a:bodyPr xmlns:a="http://schemas.openxmlformats.org/drawingml/2006/main" lIns="95250" tIns="95250" rIns="95250" bIns="95250" anchor="ctr"/>
          <a:lstStyle xmlns:a="http://schemas.openxmlformats.org/drawingml/2006/main">
            <a:defPPr algn="ctr">
              <a:defRPr sz="2475" b="1">
                <a:solidFill>
                  <a:srgbClr val="031C36"/>
                </a:solidFill>
                <a:latin typeface="Noto Sans"/>
                <a:ea typeface="Noto Sans"/>
                <a:cs typeface="Noto Sans"/>
              </a:defRPr>
            </a:defPPr>
            <a:lvl1pPr algn="ctr">
              <a:defRPr sz="2475" b="1">
                <a:solidFill>
                  <a:srgbClr val="031C36"/>
                </a:solidFill>
                <a:latin typeface="Noto Sans"/>
                <a:ea typeface="Noto Sans"/>
                <a:cs typeface="Noto Sans"/>
              </a:defRPr>
            </a:lvl1pPr>
            <a:lvl2pPr algn="ctr">
              <a:defRPr sz="2475" b="1">
                <a:solidFill>
                  <a:srgbClr val="031C36"/>
                </a:solidFill>
                <a:latin typeface="Noto Sans"/>
                <a:ea typeface="Noto Sans"/>
                <a:cs typeface="Noto Sans"/>
              </a:defRPr>
            </a:lvl2pPr>
            <a:lvl3pPr algn="ctr">
              <a:defRPr sz="2475" b="1">
                <a:solidFill>
                  <a:srgbClr val="031C36"/>
                </a:solidFill>
                <a:latin typeface="Noto Sans"/>
                <a:ea typeface="Noto Sans"/>
                <a:cs typeface="Noto Sans"/>
              </a:defRPr>
            </a:lvl3pPr>
            <a:lvl4pPr algn="ctr">
              <a:defRPr sz="2475" b="1">
                <a:solidFill>
                  <a:srgbClr val="031C36"/>
                </a:solidFill>
                <a:latin typeface="Noto Sans"/>
                <a:ea typeface="Noto Sans"/>
                <a:cs typeface="Noto Sans"/>
              </a:defRPr>
            </a:lvl4pPr>
            <a:lvl5pPr algn="ctr">
              <a:defRPr sz="2475" b="1">
                <a:solidFill>
                  <a:srgbClr val="031C36"/>
                </a:solidFill>
                <a:latin typeface="Noto Sans"/>
                <a:ea typeface="Noto Sans"/>
                <a:cs typeface="Noto Sans"/>
              </a:defRPr>
            </a:lvl5pPr>
            <a:lvl6pPr algn="ctr">
              <a:defRPr sz="2475" b="1">
                <a:solidFill>
                  <a:srgbClr val="031C36"/>
                </a:solidFill>
                <a:latin typeface="Noto Sans"/>
                <a:ea typeface="Noto Sans"/>
                <a:cs typeface="Noto Sans"/>
              </a:defRPr>
            </a:lvl6pPr>
            <a:lvl7pPr algn="ctr">
              <a:defRPr sz="2475" b="1">
                <a:solidFill>
                  <a:srgbClr val="031C36"/>
                </a:solidFill>
                <a:latin typeface="Noto Sans"/>
                <a:ea typeface="Noto Sans"/>
                <a:cs typeface="Noto Sans"/>
              </a:defRPr>
            </a:lvl7pPr>
            <a:lvl8pPr algn="ctr">
              <a:defRPr sz="2475" b="1">
                <a:solidFill>
                  <a:srgbClr val="031C36"/>
                </a:solidFill>
                <a:latin typeface="Noto Sans"/>
                <a:ea typeface="Noto Sans"/>
                <a:cs typeface="Noto Sans"/>
              </a:defRPr>
            </a:lvl8pPr>
            <a:lvl9pPr algn="ctr">
              <a:defRPr sz="2475" b="1">
                <a:solidFill>
                  <a:srgbClr val="031C36"/>
                </a:solidFill>
                <a:latin typeface="Noto Sans"/>
                <a:ea typeface="Noto Sans"/>
                <a:cs typeface="Noto Sans"/>
              </a:defRPr>
            </a:lvl9pPr>
          </a:lstStyle>
          <a:p xmlns:a="http://schemas.openxmlformats.org/drawingml/2006/main">
            <a:pPr algn="ctr">
              <a:defRPr sz="2475" b="1">
                <a:solidFill>
                  <a:srgbClr val="031C36"/>
                </a:solidFill>
                <a:latin typeface="Noto Sans"/>
                <a:ea typeface="Noto Sans"/>
                <a:cs typeface="Noto Sans"/>
              </a:defRPr>
            </a:pPr>
            <a:r>
              <a:rPr sz="2475" b="1">
                <a:solidFill>
                  <a:srgbClr val="031C36"/>
                </a:solidFill>
                <a:latin typeface="Noto Sans"/>
                <a:ea typeface="Noto Sans"/>
                <a:cs typeface="Noto Sans"/>
              </a:rPr>
              <a:t>S03  Thư giãn</a:t>
            </a:r>
          </a:p>
        </p:txBody>
      </p:sp>
      <p:sp>
        <p:nvSpPr>
          <p:cNvPr id="10" name="S04  Kết nối">
            <a:extLst xmlns:a="http://schemas.openxmlformats.org/drawingml/2006/main">
              <a:ext uri="{FF2B5EF4-FFF2-40B4-BE49-F238E27FC236}">
                <a16:creationId xmlns:a16="http://schemas.microsoft.com/office/drawing/2014/main" id="{790854AF-BD7E-4E43-BA20-CC9D06898C6D}"/>
              </a:ext>
            </a:extLst>
          </p:cNvPr>
          <p:cNvSpPr>
            <a:spLocks xmlns:a="http://schemas.openxmlformats.org/drawingml/2006/main" noGrp="1"/>
          </p:cNvSpPr>
          <p:nvPr/>
        </p:nvSpPr>
        <p:spPr>
          <a:xfrm xmlns:a="http://schemas.openxmlformats.org/drawingml/2006/main">
            <a:off x="13620750" y="2714625"/>
            <a:ext cx="3619500" cy="857250"/>
          </a:xfrm>
          <a:prstGeom xmlns:a="http://schemas.openxmlformats.org/drawingml/2006/main" prst="roundRect">
            <a:avLst>
              <a:gd name="adj" fmla="val 11111"/>
            </a:avLst>
          </a:prstGeom>
          <a:solidFill xmlns:a="http://schemas.openxmlformats.org/drawingml/2006/main">
            <a:srgbClr val="EFF4FF"/>
          </a:solidFill>
          <a:ln xmlns:a="http://schemas.openxmlformats.org/drawingml/2006/main" w="9525">
            <a:solidFill>
              <a:srgbClr val="1E5AA8"/>
            </a:solidFill>
          </a:ln>
        </p:spPr>
        <p:txBody>
          <a:bodyPr xmlns:a="http://schemas.openxmlformats.org/drawingml/2006/main" lIns="95250" tIns="95250" rIns="95250" bIns="95250" anchor="ctr"/>
          <a:lstStyle xmlns:a="http://schemas.openxmlformats.org/drawingml/2006/main">
            <a:defPPr algn="ctr">
              <a:defRPr sz="2475" b="1">
                <a:solidFill>
                  <a:srgbClr val="031C36"/>
                </a:solidFill>
                <a:latin typeface="Noto Sans"/>
                <a:ea typeface="Noto Sans"/>
                <a:cs typeface="Noto Sans"/>
              </a:defRPr>
            </a:defPPr>
            <a:lvl1pPr algn="ctr">
              <a:defRPr sz="2475" b="1">
                <a:solidFill>
                  <a:srgbClr val="031C36"/>
                </a:solidFill>
                <a:latin typeface="Noto Sans"/>
                <a:ea typeface="Noto Sans"/>
                <a:cs typeface="Noto Sans"/>
              </a:defRPr>
            </a:lvl1pPr>
            <a:lvl2pPr algn="ctr">
              <a:defRPr sz="2475" b="1">
                <a:solidFill>
                  <a:srgbClr val="031C36"/>
                </a:solidFill>
                <a:latin typeface="Noto Sans"/>
                <a:ea typeface="Noto Sans"/>
                <a:cs typeface="Noto Sans"/>
              </a:defRPr>
            </a:lvl2pPr>
            <a:lvl3pPr algn="ctr">
              <a:defRPr sz="2475" b="1">
                <a:solidFill>
                  <a:srgbClr val="031C36"/>
                </a:solidFill>
                <a:latin typeface="Noto Sans"/>
                <a:ea typeface="Noto Sans"/>
                <a:cs typeface="Noto Sans"/>
              </a:defRPr>
            </a:lvl3pPr>
            <a:lvl4pPr algn="ctr">
              <a:defRPr sz="2475" b="1">
                <a:solidFill>
                  <a:srgbClr val="031C36"/>
                </a:solidFill>
                <a:latin typeface="Noto Sans"/>
                <a:ea typeface="Noto Sans"/>
                <a:cs typeface="Noto Sans"/>
              </a:defRPr>
            </a:lvl4pPr>
            <a:lvl5pPr algn="ctr">
              <a:defRPr sz="2475" b="1">
                <a:solidFill>
                  <a:srgbClr val="031C36"/>
                </a:solidFill>
                <a:latin typeface="Noto Sans"/>
                <a:ea typeface="Noto Sans"/>
                <a:cs typeface="Noto Sans"/>
              </a:defRPr>
            </a:lvl5pPr>
            <a:lvl6pPr algn="ctr">
              <a:defRPr sz="2475" b="1">
                <a:solidFill>
                  <a:srgbClr val="031C36"/>
                </a:solidFill>
                <a:latin typeface="Noto Sans"/>
                <a:ea typeface="Noto Sans"/>
                <a:cs typeface="Noto Sans"/>
              </a:defRPr>
            </a:lvl6pPr>
            <a:lvl7pPr algn="ctr">
              <a:defRPr sz="2475" b="1">
                <a:solidFill>
                  <a:srgbClr val="031C36"/>
                </a:solidFill>
                <a:latin typeface="Noto Sans"/>
                <a:ea typeface="Noto Sans"/>
                <a:cs typeface="Noto Sans"/>
              </a:defRPr>
            </a:lvl7pPr>
            <a:lvl8pPr algn="ctr">
              <a:defRPr sz="2475" b="1">
                <a:solidFill>
                  <a:srgbClr val="031C36"/>
                </a:solidFill>
                <a:latin typeface="Noto Sans"/>
                <a:ea typeface="Noto Sans"/>
                <a:cs typeface="Noto Sans"/>
              </a:defRPr>
            </a:lvl8pPr>
            <a:lvl9pPr algn="ctr">
              <a:defRPr sz="2475" b="1">
                <a:solidFill>
                  <a:srgbClr val="031C36"/>
                </a:solidFill>
                <a:latin typeface="Noto Sans"/>
                <a:ea typeface="Noto Sans"/>
                <a:cs typeface="Noto Sans"/>
              </a:defRPr>
            </a:lvl9pPr>
          </a:lstStyle>
          <a:p xmlns:a="http://schemas.openxmlformats.org/drawingml/2006/main">
            <a:pPr algn="ctr">
              <a:defRPr sz="2475" b="1">
                <a:solidFill>
                  <a:srgbClr val="031C36"/>
                </a:solidFill>
                <a:latin typeface="Noto Sans"/>
                <a:ea typeface="Noto Sans"/>
                <a:cs typeface="Noto Sans"/>
              </a:defRPr>
            </a:pPr>
            <a:r>
              <a:rPr sz="2475" b="1">
                <a:solidFill>
                  <a:srgbClr val="031C36"/>
                </a:solidFill>
                <a:latin typeface="Noto Sans"/>
                <a:ea typeface="Noto Sans"/>
                <a:cs typeface="Noto Sans"/>
              </a:rPr>
              <a:t>S04  Kết nối</a:t>
            </a:r>
          </a:p>
        </p:txBody>
      </p:sp>
      <p:sp>
        <p:nvSpPr>
          <p:cNvPr id="11" name="Từ Hôm nay">
            <a:extLst xmlns:a="http://schemas.openxmlformats.org/drawingml/2006/main">
              <a:ext uri="{FF2B5EF4-FFF2-40B4-BE49-F238E27FC236}">
                <a16:creationId xmlns:a16="http://schemas.microsoft.com/office/drawing/2014/main" id="{B87E453B-4AA1-4FAF-9C6A-E8F105694588}"/>
              </a:ext>
            </a:extLst>
          </p:cNvPr>
          <p:cNvSpPr>
            <a:spLocks xmlns:a="http://schemas.openxmlformats.org/drawingml/2006/main" noGrp="1"/>
          </p:cNvSpPr>
          <p:nvPr/>
        </p:nvSpPr>
        <p:spPr>
          <a:xfrm xmlns:a="http://schemas.openxmlformats.org/drawingml/2006/main">
            <a:off x="1066800" y="4143375"/>
            <a:ext cx="6191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400" b="1">
                <a:solidFill>
                  <a:srgbClr val="1E5AA8"/>
                </a:solidFill>
                <a:latin typeface="Noto Sans"/>
                <a:ea typeface="Noto Sans"/>
                <a:cs typeface="Noto Sans"/>
              </a:defRPr>
            </a:defPPr>
            <a:lvl1pPr>
              <a:defRPr sz="2400" b="1">
                <a:solidFill>
                  <a:srgbClr val="1E5AA8"/>
                </a:solidFill>
                <a:latin typeface="Noto Sans"/>
                <a:ea typeface="Noto Sans"/>
                <a:cs typeface="Noto Sans"/>
              </a:defRPr>
            </a:lvl1pPr>
            <a:lvl2pPr>
              <a:defRPr sz="2400" b="1">
                <a:solidFill>
                  <a:srgbClr val="1E5AA8"/>
                </a:solidFill>
                <a:latin typeface="Noto Sans"/>
                <a:ea typeface="Noto Sans"/>
                <a:cs typeface="Noto Sans"/>
              </a:defRPr>
            </a:lvl2pPr>
            <a:lvl3pPr>
              <a:defRPr sz="2400" b="1">
                <a:solidFill>
                  <a:srgbClr val="1E5AA8"/>
                </a:solidFill>
                <a:latin typeface="Noto Sans"/>
                <a:ea typeface="Noto Sans"/>
                <a:cs typeface="Noto Sans"/>
              </a:defRPr>
            </a:lvl3pPr>
            <a:lvl4pPr>
              <a:defRPr sz="2400" b="1">
                <a:solidFill>
                  <a:srgbClr val="1E5AA8"/>
                </a:solidFill>
                <a:latin typeface="Noto Sans"/>
                <a:ea typeface="Noto Sans"/>
                <a:cs typeface="Noto Sans"/>
              </a:defRPr>
            </a:lvl4pPr>
            <a:lvl5pPr>
              <a:defRPr sz="2400" b="1">
                <a:solidFill>
                  <a:srgbClr val="1E5AA8"/>
                </a:solidFill>
                <a:latin typeface="Noto Sans"/>
                <a:ea typeface="Noto Sans"/>
                <a:cs typeface="Noto Sans"/>
              </a:defRPr>
            </a:lvl5pPr>
            <a:lvl6pPr>
              <a:defRPr sz="2400" b="1">
                <a:solidFill>
                  <a:srgbClr val="1E5AA8"/>
                </a:solidFill>
                <a:latin typeface="Noto Sans"/>
                <a:ea typeface="Noto Sans"/>
                <a:cs typeface="Noto Sans"/>
              </a:defRPr>
            </a:lvl6pPr>
            <a:lvl7pPr>
              <a:defRPr sz="2400" b="1">
                <a:solidFill>
                  <a:srgbClr val="1E5AA8"/>
                </a:solidFill>
                <a:latin typeface="Noto Sans"/>
                <a:ea typeface="Noto Sans"/>
                <a:cs typeface="Noto Sans"/>
              </a:defRPr>
            </a:lvl7pPr>
            <a:lvl8pPr>
              <a:defRPr sz="2400" b="1">
                <a:solidFill>
                  <a:srgbClr val="1E5AA8"/>
                </a:solidFill>
                <a:latin typeface="Noto Sans"/>
                <a:ea typeface="Noto Sans"/>
                <a:cs typeface="Noto Sans"/>
              </a:defRPr>
            </a:lvl8pPr>
            <a:lvl9pPr>
              <a:defRPr sz="2400" b="1">
                <a:solidFill>
                  <a:srgbClr val="1E5AA8"/>
                </a:solidFill>
                <a:latin typeface="Noto Sans"/>
                <a:ea typeface="Noto Sans"/>
                <a:cs typeface="Noto Sans"/>
              </a:defRPr>
            </a:lvl9pPr>
          </a:lstStyle>
          <a:p xmlns:a="http://schemas.openxmlformats.org/drawingml/2006/main">
            <a:pPr>
              <a:defRPr sz="2400" b="1">
                <a:solidFill>
                  <a:srgbClr val="1E5AA8"/>
                </a:solidFill>
                <a:latin typeface="Noto Sans"/>
                <a:ea typeface="Noto Sans"/>
                <a:cs typeface="Noto Sans"/>
              </a:defRPr>
            </a:pPr>
            <a:r>
              <a:rPr sz="2400" b="1">
                <a:solidFill>
                  <a:srgbClr val="1E5AA8"/>
                </a:solidFill>
                <a:latin typeface="Noto Sans"/>
                <a:ea typeface="Noto Sans"/>
                <a:cs typeface="Noto Sans"/>
              </a:rPr>
              <a:t>Từ Hôm nay</a:t>
            </a:r>
          </a:p>
        </p:txBody>
      </p:sp>
      <p:sp>
        <p:nvSpPr>
          <p:cNvPr id="12" name="S05  Khám phá">
            <a:extLst xmlns:a="http://schemas.openxmlformats.org/drawingml/2006/main">
              <a:ext uri="{FF2B5EF4-FFF2-40B4-BE49-F238E27FC236}">
                <a16:creationId xmlns:a16="http://schemas.microsoft.com/office/drawing/2014/main" id="{0562CB10-5765-4571-B6C2-3FB83BDA47DE}"/>
              </a:ext>
            </a:extLst>
          </p:cNvPr>
          <p:cNvSpPr>
            <a:spLocks xmlns:a="http://schemas.openxmlformats.org/drawingml/2006/main" noGrp="1"/>
          </p:cNvSpPr>
          <p:nvPr/>
        </p:nvSpPr>
        <p:spPr>
          <a:xfrm xmlns:a="http://schemas.openxmlformats.org/drawingml/2006/main">
            <a:off x="1066800" y="4905375"/>
            <a:ext cx="4095750" cy="904875"/>
          </a:xfrm>
          <a:prstGeom xmlns:a="http://schemas.openxmlformats.org/drawingml/2006/main" prst="roundRect">
            <a:avLst>
              <a:gd name="adj" fmla="val 10526"/>
            </a:avLst>
          </a:prstGeom>
          <a:solidFill xmlns:a="http://schemas.openxmlformats.org/drawingml/2006/main">
            <a:srgbClr val="EFF4FF"/>
          </a:solidFill>
          <a:ln xmlns:a="http://schemas.openxmlformats.org/drawingml/2006/main" w="9525">
            <a:solidFill>
              <a:srgbClr val="1E5AA8"/>
            </a:solidFill>
          </a:ln>
        </p:spPr>
        <p:txBody>
          <a:bodyPr xmlns:a="http://schemas.openxmlformats.org/drawingml/2006/main" lIns="95250" tIns="95250" rIns="95250" bIns="95250" anchor="ctr"/>
          <a:lstStyle xmlns:a="http://schemas.openxmlformats.org/drawingml/2006/main">
            <a:defPPr algn="ctr">
              <a:defRPr sz="2550" b="1">
                <a:solidFill>
                  <a:srgbClr val="031C36"/>
                </a:solidFill>
                <a:latin typeface="Noto Sans"/>
                <a:ea typeface="Noto Sans"/>
                <a:cs typeface="Noto Sans"/>
              </a:defRPr>
            </a:defPPr>
            <a:lvl1pPr algn="ctr">
              <a:defRPr sz="2550" b="1">
                <a:solidFill>
                  <a:srgbClr val="031C36"/>
                </a:solidFill>
                <a:latin typeface="Noto Sans"/>
                <a:ea typeface="Noto Sans"/>
                <a:cs typeface="Noto Sans"/>
              </a:defRPr>
            </a:lvl1pPr>
            <a:lvl2pPr algn="ctr">
              <a:defRPr sz="2550" b="1">
                <a:solidFill>
                  <a:srgbClr val="031C36"/>
                </a:solidFill>
                <a:latin typeface="Noto Sans"/>
                <a:ea typeface="Noto Sans"/>
                <a:cs typeface="Noto Sans"/>
              </a:defRPr>
            </a:lvl2pPr>
            <a:lvl3pPr algn="ctr">
              <a:defRPr sz="2550" b="1">
                <a:solidFill>
                  <a:srgbClr val="031C36"/>
                </a:solidFill>
                <a:latin typeface="Noto Sans"/>
                <a:ea typeface="Noto Sans"/>
                <a:cs typeface="Noto Sans"/>
              </a:defRPr>
            </a:lvl3pPr>
            <a:lvl4pPr algn="ctr">
              <a:defRPr sz="2550" b="1">
                <a:solidFill>
                  <a:srgbClr val="031C36"/>
                </a:solidFill>
                <a:latin typeface="Noto Sans"/>
                <a:ea typeface="Noto Sans"/>
                <a:cs typeface="Noto Sans"/>
              </a:defRPr>
            </a:lvl4pPr>
            <a:lvl5pPr algn="ctr">
              <a:defRPr sz="2550" b="1">
                <a:solidFill>
                  <a:srgbClr val="031C36"/>
                </a:solidFill>
                <a:latin typeface="Noto Sans"/>
                <a:ea typeface="Noto Sans"/>
                <a:cs typeface="Noto Sans"/>
              </a:defRPr>
            </a:lvl5pPr>
            <a:lvl6pPr algn="ctr">
              <a:defRPr sz="2550" b="1">
                <a:solidFill>
                  <a:srgbClr val="031C36"/>
                </a:solidFill>
                <a:latin typeface="Noto Sans"/>
                <a:ea typeface="Noto Sans"/>
                <a:cs typeface="Noto Sans"/>
              </a:defRPr>
            </a:lvl6pPr>
            <a:lvl7pPr algn="ctr">
              <a:defRPr sz="2550" b="1">
                <a:solidFill>
                  <a:srgbClr val="031C36"/>
                </a:solidFill>
                <a:latin typeface="Noto Sans"/>
                <a:ea typeface="Noto Sans"/>
                <a:cs typeface="Noto Sans"/>
              </a:defRPr>
            </a:lvl7pPr>
            <a:lvl8pPr algn="ctr">
              <a:defRPr sz="2550" b="1">
                <a:solidFill>
                  <a:srgbClr val="031C36"/>
                </a:solidFill>
                <a:latin typeface="Noto Sans"/>
                <a:ea typeface="Noto Sans"/>
                <a:cs typeface="Noto Sans"/>
              </a:defRPr>
            </a:lvl8pPr>
            <a:lvl9pPr algn="ctr">
              <a:defRPr sz="2550" b="1">
                <a:solidFill>
                  <a:srgbClr val="031C36"/>
                </a:solidFill>
                <a:latin typeface="Noto Sans"/>
                <a:ea typeface="Noto Sans"/>
                <a:cs typeface="Noto Sans"/>
              </a:defRPr>
            </a:lvl9pPr>
          </a:lstStyle>
          <a:p xmlns:a="http://schemas.openxmlformats.org/drawingml/2006/main">
            <a:pPr algn="ctr">
              <a:defRPr sz="2550" b="1">
                <a:solidFill>
                  <a:srgbClr val="031C36"/>
                </a:solidFill>
                <a:latin typeface="Noto Sans"/>
                <a:ea typeface="Noto Sans"/>
                <a:cs typeface="Noto Sans"/>
              </a:defRPr>
            </a:pPr>
            <a:r>
              <a:rPr sz="2550" b="1">
                <a:solidFill>
                  <a:srgbClr val="031C36"/>
                </a:solidFill>
                <a:latin typeface="Noto Sans"/>
                <a:ea typeface="Noto Sans"/>
                <a:cs typeface="Noto Sans"/>
              </a:rPr>
              <a:t>S05  Khám phá</a:t>
            </a:r>
          </a:p>
        </p:txBody>
      </p:sp>
      <p:sp>
        <p:nvSpPr>
          <p:cNvPr id="13" name="S08  Tiến độ">
            <a:extLst xmlns:a="http://schemas.openxmlformats.org/drawingml/2006/main">
              <a:ext uri="{FF2B5EF4-FFF2-40B4-BE49-F238E27FC236}">
                <a16:creationId xmlns:a16="http://schemas.microsoft.com/office/drawing/2014/main" id="{FC3E2594-386D-44B3-8C5A-265BDE794265}"/>
              </a:ext>
            </a:extLst>
          </p:cNvPr>
          <p:cNvSpPr>
            <a:spLocks xmlns:a="http://schemas.openxmlformats.org/drawingml/2006/main" noGrp="1"/>
          </p:cNvSpPr>
          <p:nvPr/>
        </p:nvSpPr>
        <p:spPr>
          <a:xfrm xmlns:a="http://schemas.openxmlformats.org/drawingml/2006/main">
            <a:off x="5810250" y="4905375"/>
            <a:ext cx="4095750" cy="904875"/>
          </a:xfrm>
          <a:prstGeom xmlns:a="http://schemas.openxmlformats.org/drawingml/2006/main" prst="roundRect">
            <a:avLst>
              <a:gd name="adj" fmla="val 10526"/>
            </a:avLst>
          </a:prstGeom>
          <a:solidFill xmlns:a="http://schemas.openxmlformats.org/drawingml/2006/main">
            <a:srgbClr val="EFF4FF"/>
          </a:solidFill>
          <a:ln xmlns:a="http://schemas.openxmlformats.org/drawingml/2006/main" w="9525">
            <a:solidFill>
              <a:srgbClr val="1E5AA8"/>
            </a:solidFill>
          </a:ln>
        </p:spPr>
        <p:txBody>
          <a:bodyPr xmlns:a="http://schemas.openxmlformats.org/drawingml/2006/main" lIns="95250" tIns="95250" rIns="95250" bIns="95250" anchor="ctr"/>
          <a:lstStyle xmlns:a="http://schemas.openxmlformats.org/drawingml/2006/main">
            <a:defPPr algn="ctr">
              <a:defRPr sz="2550" b="1">
                <a:solidFill>
                  <a:srgbClr val="031C36"/>
                </a:solidFill>
                <a:latin typeface="Noto Sans"/>
                <a:ea typeface="Noto Sans"/>
                <a:cs typeface="Noto Sans"/>
              </a:defRPr>
            </a:defPPr>
            <a:lvl1pPr algn="ctr">
              <a:defRPr sz="2550" b="1">
                <a:solidFill>
                  <a:srgbClr val="031C36"/>
                </a:solidFill>
                <a:latin typeface="Noto Sans"/>
                <a:ea typeface="Noto Sans"/>
                <a:cs typeface="Noto Sans"/>
              </a:defRPr>
            </a:lvl1pPr>
            <a:lvl2pPr algn="ctr">
              <a:defRPr sz="2550" b="1">
                <a:solidFill>
                  <a:srgbClr val="031C36"/>
                </a:solidFill>
                <a:latin typeface="Noto Sans"/>
                <a:ea typeface="Noto Sans"/>
                <a:cs typeface="Noto Sans"/>
              </a:defRPr>
            </a:lvl2pPr>
            <a:lvl3pPr algn="ctr">
              <a:defRPr sz="2550" b="1">
                <a:solidFill>
                  <a:srgbClr val="031C36"/>
                </a:solidFill>
                <a:latin typeface="Noto Sans"/>
                <a:ea typeface="Noto Sans"/>
                <a:cs typeface="Noto Sans"/>
              </a:defRPr>
            </a:lvl3pPr>
            <a:lvl4pPr algn="ctr">
              <a:defRPr sz="2550" b="1">
                <a:solidFill>
                  <a:srgbClr val="031C36"/>
                </a:solidFill>
                <a:latin typeface="Noto Sans"/>
                <a:ea typeface="Noto Sans"/>
                <a:cs typeface="Noto Sans"/>
              </a:defRPr>
            </a:lvl4pPr>
            <a:lvl5pPr algn="ctr">
              <a:defRPr sz="2550" b="1">
                <a:solidFill>
                  <a:srgbClr val="031C36"/>
                </a:solidFill>
                <a:latin typeface="Noto Sans"/>
                <a:ea typeface="Noto Sans"/>
                <a:cs typeface="Noto Sans"/>
              </a:defRPr>
            </a:lvl5pPr>
            <a:lvl6pPr algn="ctr">
              <a:defRPr sz="2550" b="1">
                <a:solidFill>
                  <a:srgbClr val="031C36"/>
                </a:solidFill>
                <a:latin typeface="Noto Sans"/>
                <a:ea typeface="Noto Sans"/>
                <a:cs typeface="Noto Sans"/>
              </a:defRPr>
            </a:lvl6pPr>
            <a:lvl7pPr algn="ctr">
              <a:defRPr sz="2550" b="1">
                <a:solidFill>
                  <a:srgbClr val="031C36"/>
                </a:solidFill>
                <a:latin typeface="Noto Sans"/>
                <a:ea typeface="Noto Sans"/>
                <a:cs typeface="Noto Sans"/>
              </a:defRPr>
            </a:lvl7pPr>
            <a:lvl8pPr algn="ctr">
              <a:defRPr sz="2550" b="1">
                <a:solidFill>
                  <a:srgbClr val="031C36"/>
                </a:solidFill>
                <a:latin typeface="Noto Sans"/>
                <a:ea typeface="Noto Sans"/>
                <a:cs typeface="Noto Sans"/>
              </a:defRPr>
            </a:lvl8pPr>
            <a:lvl9pPr algn="ctr">
              <a:defRPr sz="2550" b="1">
                <a:solidFill>
                  <a:srgbClr val="031C36"/>
                </a:solidFill>
                <a:latin typeface="Noto Sans"/>
                <a:ea typeface="Noto Sans"/>
                <a:cs typeface="Noto Sans"/>
              </a:defRPr>
            </a:lvl9pPr>
          </a:lstStyle>
          <a:p xmlns:a="http://schemas.openxmlformats.org/drawingml/2006/main">
            <a:pPr algn="ctr">
              <a:defRPr sz="2550" b="1">
                <a:solidFill>
                  <a:srgbClr val="031C36"/>
                </a:solidFill>
                <a:latin typeface="Noto Sans"/>
                <a:ea typeface="Noto Sans"/>
                <a:cs typeface="Noto Sans"/>
              </a:defRPr>
            </a:pPr>
            <a:r>
              <a:rPr sz="2550" b="1">
                <a:solidFill>
                  <a:srgbClr val="031C36"/>
                </a:solidFill>
                <a:latin typeface="Noto Sans"/>
                <a:ea typeface="Noto Sans"/>
                <a:cs typeface="Noto Sans"/>
              </a:rPr>
              <a:t>S08  Tiến độ</a:t>
            </a:r>
          </a:p>
        </p:txBody>
      </p:sp>
      <p:sp>
        <p:nvSpPr>
          <p:cNvPr id="14" name="S06  Chi tiết">
            <a:extLst xmlns:a="http://schemas.openxmlformats.org/drawingml/2006/main">
              <a:ext uri="{FF2B5EF4-FFF2-40B4-BE49-F238E27FC236}">
                <a16:creationId xmlns:a16="http://schemas.microsoft.com/office/drawing/2014/main" id="{098782FC-B620-4349-8B75-0CFE9BB208C4}"/>
              </a:ext>
            </a:extLst>
          </p:cNvPr>
          <p:cNvSpPr>
            <a:spLocks xmlns:a="http://schemas.openxmlformats.org/drawingml/2006/main" noGrp="1"/>
          </p:cNvSpPr>
          <p:nvPr/>
        </p:nvSpPr>
        <p:spPr>
          <a:xfrm xmlns:a="http://schemas.openxmlformats.org/drawingml/2006/main">
            <a:off x="1066800" y="7143750"/>
            <a:ext cx="3429000" cy="904875"/>
          </a:xfrm>
          <a:prstGeom xmlns:a="http://schemas.openxmlformats.org/drawingml/2006/main" prst="roundRect">
            <a:avLst>
              <a:gd name="adj" fmla="val 10526"/>
            </a:avLst>
          </a:prstGeom>
          <a:solidFill xmlns:a="http://schemas.openxmlformats.org/drawingml/2006/main">
            <a:srgbClr val="EFF4FF"/>
          </a:solidFill>
          <a:ln xmlns:a="http://schemas.openxmlformats.org/drawingml/2006/main" w="9525">
            <a:solidFill>
              <a:srgbClr val="1E5AA8"/>
            </a:solidFill>
          </a:ln>
        </p:spPr>
        <p:txBody>
          <a:bodyPr xmlns:a="http://schemas.openxmlformats.org/drawingml/2006/main" lIns="95250" tIns="95250" rIns="95250" bIns="95250" anchor="ctr"/>
          <a:lstStyle xmlns:a="http://schemas.openxmlformats.org/drawingml/2006/main">
            <a:defPPr algn="ctr">
              <a:defRPr sz="2475" b="1">
                <a:solidFill>
                  <a:srgbClr val="031C36"/>
                </a:solidFill>
                <a:latin typeface="Noto Sans"/>
                <a:ea typeface="Noto Sans"/>
                <a:cs typeface="Noto Sans"/>
              </a:defRPr>
            </a:defPPr>
            <a:lvl1pPr algn="ctr">
              <a:defRPr sz="2475" b="1">
                <a:solidFill>
                  <a:srgbClr val="031C36"/>
                </a:solidFill>
                <a:latin typeface="Noto Sans"/>
                <a:ea typeface="Noto Sans"/>
                <a:cs typeface="Noto Sans"/>
              </a:defRPr>
            </a:lvl1pPr>
            <a:lvl2pPr algn="ctr">
              <a:defRPr sz="2475" b="1">
                <a:solidFill>
                  <a:srgbClr val="031C36"/>
                </a:solidFill>
                <a:latin typeface="Noto Sans"/>
                <a:ea typeface="Noto Sans"/>
                <a:cs typeface="Noto Sans"/>
              </a:defRPr>
            </a:lvl2pPr>
            <a:lvl3pPr algn="ctr">
              <a:defRPr sz="2475" b="1">
                <a:solidFill>
                  <a:srgbClr val="031C36"/>
                </a:solidFill>
                <a:latin typeface="Noto Sans"/>
                <a:ea typeface="Noto Sans"/>
                <a:cs typeface="Noto Sans"/>
              </a:defRPr>
            </a:lvl3pPr>
            <a:lvl4pPr algn="ctr">
              <a:defRPr sz="2475" b="1">
                <a:solidFill>
                  <a:srgbClr val="031C36"/>
                </a:solidFill>
                <a:latin typeface="Noto Sans"/>
                <a:ea typeface="Noto Sans"/>
                <a:cs typeface="Noto Sans"/>
              </a:defRPr>
            </a:lvl4pPr>
            <a:lvl5pPr algn="ctr">
              <a:defRPr sz="2475" b="1">
                <a:solidFill>
                  <a:srgbClr val="031C36"/>
                </a:solidFill>
                <a:latin typeface="Noto Sans"/>
                <a:ea typeface="Noto Sans"/>
                <a:cs typeface="Noto Sans"/>
              </a:defRPr>
            </a:lvl5pPr>
            <a:lvl6pPr algn="ctr">
              <a:defRPr sz="2475" b="1">
                <a:solidFill>
                  <a:srgbClr val="031C36"/>
                </a:solidFill>
                <a:latin typeface="Noto Sans"/>
                <a:ea typeface="Noto Sans"/>
                <a:cs typeface="Noto Sans"/>
              </a:defRPr>
            </a:lvl6pPr>
            <a:lvl7pPr algn="ctr">
              <a:defRPr sz="2475" b="1">
                <a:solidFill>
                  <a:srgbClr val="031C36"/>
                </a:solidFill>
                <a:latin typeface="Noto Sans"/>
                <a:ea typeface="Noto Sans"/>
                <a:cs typeface="Noto Sans"/>
              </a:defRPr>
            </a:lvl7pPr>
            <a:lvl8pPr algn="ctr">
              <a:defRPr sz="2475" b="1">
                <a:solidFill>
                  <a:srgbClr val="031C36"/>
                </a:solidFill>
                <a:latin typeface="Noto Sans"/>
                <a:ea typeface="Noto Sans"/>
                <a:cs typeface="Noto Sans"/>
              </a:defRPr>
            </a:lvl8pPr>
            <a:lvl9pPr algn="ctr">
              <a:defRPr sz="2475" b="1">
                <a:solidFill>
                  <a:srgbClr val="031C36"/>
                </a:solidFill>
                <a:latin typeface="Noto Sans"/>
                <a:ea typeface="Noto Sans"/>
                <a:cs typeface="Noto Sans"/>
              </a:defRPr>
            </a:lvl9pPr>
          </a:lstStyle>
          <a:p xmlns:a="http://schemas.openxmlformats.org/drawingml/2006/main">
            <a:pPr algn="ctr">
              <a:defRPr sz="2475" b="1">
                <a:solidFill>
                  <a:srgbClr val="031C36"/>
                </a:solidFill>
                <a:latin typeface="Noto Sans"/>
                <a:ea typeface="Noto Sans"/>
                <a:cs typeface="Noto Sans"/>
              </a:defRPr>
            </a:pPr>
            <a:r>
              <a:rPr sz="2475" b="1">
                <a:solidFill>
                  <a:srgbClr val="031C36"/>
                </a:solidFill>
                <a:latin typeface="Noto Sans"/>
                <a:ea typeface="Noto Sans"/>
                <a:cs typeface="Noto Sans"/>
              </a:rPr>
              <a:t>S06  Chi tiết</a:t>
            </a:r>
          </a:p>
        </p:txBody>
      </p:sp>
      <p:sp>
        <p:nvSpPr>
          <p:cNvPr id="15" name="S07  Lịch">
            <a:extLst xmlns:a="http://schemas.openxmlformats.org/drawingml/2006/main">
              <a:ext uri="{FF2B5EF4-FFF2-40B4-BE49-F238E27FC236}">
                <a16:creationId xmlns:a16="http://schemas.microsoft.com/office/drawing/2014/main" id="{FA69B76B-EC8B-4D80-8D49-CA807E4221F7}"/>
              </a:ext>
            </a:extLst>
          </p:cNvPr>
          <p:cNvSpPr>
            <a:spLocks xmlns:a="http://schemas.openxmlformats.org/drawingml/2006/main" noGrp="1"/>
          </p:cNvSpPr>
          <p:nvPr/>
        </p:nvSpPr>
        <p:spPr>
          <a:xfrm xmlns:a="http://schemas.openxmlformats.org/drawingml/2006/main">
            <a:off x="5238750" y="7143750"/>
            <a:ext cx="3429000" cy="904875"/>
          </a:xfrm>
          <a:prstGeom xmlns:a="http://schemas.openxmlformats.org/drawingml/2006/main" prst="roundRect">
            <a:avLst>
              <a:gd name="adj" fmla="val 10526"/>
            </a:avLst>
          </a:prstGeom>
          <a:solidFill xmlns:a="http://schemas.openxmlformats.org/drawingml/2006/main">
            <a:srgbClr val="EFF4FF"/>
          </a:solidFill>
          <a:ln xmlns:a="http://schemas.openxmlformats.org/drawingml/2006/main" w="9525">
            <a:solidFill>
              <a:srgbClr val="1E5AA8"/>
            </a:solidFill>
          </a:ln>
        </p:spPr>
        <p:txBody>
          <a:bodyPr xmlns:a="http://schemas.openxmlformats.org/drawingml/2006/main" lIns="95250" tIns="95250" rIns="95250" bIns="95250" anchor="ctr"/>
          <a:lstStyle xmlns:a="http://schemas.openxmlformats.org/drawingml/2006/main">
            <a:defPPr algn="ctr">
              <a:defRPr sz="2475" b="1">
                <a:solidFill>
                  <a:srgbClr val="031C36"/>
                </a:solidFill>
                <a:latin typeface="Noto Sans"/>
                <a:ea typeface="Noto Sans"/>
                <a:cs typeface="Noto Sans"/>
              </a:defRPr>
            </a:defPPr>
            <a:lvl1pPr algn="ctr">
              <a:defRPr sz="2475" b="1">
                <a:solidFill>
                  <a:srgbClr val="031C36"/>
                </a:solidFill>
                <a:latin typeface="Noto Sans"/>
                <a:ea typeface="Noto Sans"/>
                <a:cs typeface="Noto Sans"/>
              </a:defRPr>
            </a:lvl1pPr>
            <a:lvl2pPr algn="ctr">
              <a:defRPr sz="2475" b="1">
                <a:solidFill>
                  <a:srgbClr val="031C36"/>
                </a:solidFill>
                <a:latin typeface="Noto Sans"/>
                <a:ea typeface="Noto Sans"/>
                <a:cs typeface="Noto Sans"/>
              </a:defRPr>
            </a:lvl2pPr>
            <a:lvl3pPr algn="ctr">
              <a:defRPr sz="2475" b="1">
                <a:solidFill>
                  <a:srgbClr val="031C36"/>
                </a:solidFill>
                <a:latin typeface="Noto Sans"/>
                <a:ea typeface="Noto Sans"/>
                <a:cs typeface="Noto Sans"/>
              </a:defRPr>
            </a:lvl3pPr>
            <a:lvl4pPr algn="ctr">
              <a:defRPr sz="2475" b="1">
                <a:solidFill>
                  <a:srgbClr val="031C36"/>
                </a:solidFill>
                <a:latin typeface="Noto Sans"/>
                <a:ea typeface="Noto Sans"/>
                <a:cs typeface="Noto Sans"/>
              </a:defRPr>
            </a:lvl4pPr>
            <a:lvl5pPr algn="ctr">
              <a:defRPr sz="2475" b="1">
                <a:solidFill>
                  <a:srgbClr val="031C36"/>
                </a:solidFill>
                <a:latin typeface="Noto Sans"/>
                <a:ea typeface="Noto Sans"/>
                <a:cs typeface="Noto Sans"/>
              </a:defRPr>
            </a:lvl5pPr>
            <a:lvl6pPr algn="ctr">
              <a:defRPr sz="2475" b="1">
                <a:solidFill>
                  <a:srgbClr val="031C36"/>
                </a:solidFill>
                <a:latin typeface="Noto Sans"/>
                <a:ea typeface="Noto Sans"/>
                <a:cs typeface="Noto Sans"/>
              </a:defRPr>
            </a:lvl6pPr>
            <a:lvl7pPr algn="ctr">
              <a:defRPr sz="2475" b="1">
                <a:solidFill>
                  <a:srgbClr val="031C36"/>
                </a:solidFill>
                <a:latin typeface="Noto Sans"/>
                <a:ea typeface="Noto Sans"/>
                <a:cs typeface="Noto Sans"/>
              </a:defRPr>
            </a:lvl7pPr>
            <a:lvl8pPr algn="ctr">
              <a:defRPr sz="2475" b="1">
                <a:solidFill>
                  <a:srgbClr val="031C36"/>
                </a:solidFill>
                <a:latin typeface="Noto Sans"/>
                <a:ea typeface="Noto Sans"/>
                <a:cs typeface="Noto Sans"/>
              </a:defRPr>
            </a:lvl8pPr>
            <a:lvl9pPr algn="ctr">
              <a:defRPr sz="2475" b="1">
                <a:solidFill>
                  <a:srgbClr val="031C36"/>
                </a:solidFill>
                <a:latin typeface="Noto Sans"/>
                <a:ea typeface="Noto Sans"/>
                <a:cs typeface="Noto Sans"/>
              </a:defRPr>
            </a:lvl9pPr>
          </a:lstStyle>
          <a:p xmlns:a="http://schemas.openxmlformats.org/drawingml/2006/main">
            <a:pPr algn="ctr">
              <a:defRPr sz="2475" b="1">
                <a:solidFill>
                  <a:srgbClr val="031C36"/>
                </a:solidFill>
                <a:latin typeface="Noto Sans"/>
                <a:ea typeface="Noto Sans"/>
                <a:cs typeface="Noto Sans"/>
              </a:defRPr>
            </a:pPr>
            <a:r>
              <a:rPr sz="2475" b="1">
                <a:solidFill>
                  <a:srgbClr val="031C36"/>
                </a:solidFill>
                <a:latin typeface="Noto Sans"/>
                <a:ea typeface="Noto Sans"/>
                <a:cs typeface="Noto Sans"/>
              </a:rPr>
              <a:t>S07  Lịch</a:t>
            </a:r>
          </a:p>
        </p:txBody>
      </p:sp>
      <p:sp>
        <p:nvSpPr>
          <p:cNvPr id="18" name="Các nhóm nội dung trong Khám phá">
            <a:extLst xmlns:a="http://schemas.openxmlformats.org/drawingml/2006/main">
              <a:ext uri="{FF2B5EF4-FFF2-40B4-BE49-F238E27FC236}">
                <a16:creationId xmlns:a16="http://schemas.microsoft.com/office/drawing/2014/main" id="{DD495EDF-B540-41D4-99C6-E253ABD1E83D}"/>
              </a:ext>
            </a:extLst>
          </p:cNvPr>
          <p:cNvSpPr>
            <a:spLocks xmlns:a="http://schemas.openxmlformats.org/drawingml/2006/main" noGrp="1"/>
          </p:cNvSpPr>
          <p:nvPr/>
        </p:nvSpPr>
        <p:spPr>
          <a:xfrm xmlns:a="http://schemas.openxmlformats.org/drawingml/2006/main">
            <a:off x="10477500" y="4143375"/>
            <a:ext cx="666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400" b="1">
                <a:solidFill>
                  <a:srgbClr val="1E5AA8"/>
                </a:solidFill>
                <a:latin typeface="Noto Sans"/>
                <a:ea typeface="Noto Sans"/>
                <a:cs typeface="Noto Sans"/>
              </a:defRPr>
            </a:defPPr>
            <a:lvl1pPr>
              <a:defRPr sz="2400" b="1">
                <a:solidFill>
                  <a:srgbClr val="1E5AA8"/>
                </a:solidFill>
                <a:latin typeface="Noto Sans"/>
                <a:ea typeface="Noto Sans"/>
                <a:cs typeface="Noto Sans"/>
              </a:defRPr>
            </a:lvl1pPr>
            <a:lvl2pPr>
              <a:defRPr sz="2400" b="1">
                <a:solidFill>
                  <a:srgbClr val="1E5AA8"/>
                </a:solidFill>
                <a:latin typeface="Noto Sans"/>
                <a:ea typeface="Noto Sans"/>
                <a:cs typeface="Noto Sans"/>
              </a:defRPr>
            </a:lvl2pPr>
            <a:lvl3pPr>
              <a:defRPr sz="2400" b="1">
                <a:solidFill>
                  <a:srgbClr val="1E5AA8"/>
                </a:solidFill>
                <a:latin typeface="Noto Sans"/>
                <a:ea typeface="Noto Sans"/>
                <a:cs typeface="Noto Sans"/>
              </a:defRPr>
            </a:lvl3pPr>
            <a:lvl4pPr>
              <a:defRPr sz="2400" b="1">
                <a:solidFill>
                  <a:srgbClr val="1E5AA8"/>
                </a:solidFill>
                <a:latin typeface="Noto Sans"/>
                <a:ea typeface="Noto Sans"/>
                <a:cs typeface="Noto Sans"/>
              </a:defRPr>
            </a:lvl4pPr>
            <a:lvl5pPr>
              <a:defRPr sz="2400" b="1">
                <a:solidFill>
                  <a:srgbClr val="1E5AA8"/>
                </a:solidFill>
                <a:latin typeface="Noto Sans"/>
                <a:ea typeface="Noto Sans"/>
                <a:cs typeface="Noto Sans"/>
              </a:defRPr>
            </a:lvl5pPr>
            <a:lvl6pPr>
              <a:defRPr sz="2400" b="1">
                <a:solidFill>
                  <a:srgbClr val="1E5AA8"/>
                </a:solidFill>
                <a:latin typeface="Noto Sans"/>
                <a:ea typeface="Noto Sans"/>
                <a:cs typeface="Noto Sans"/>
              </a:defRPr>
            </a:lvl6pPr>
            <a:lvl7pPr>
              <a:defRPr sz="2400" b="1">
                <a:solidFill>
                  <a:srgbClr val="1E5AA8"/>
                </a:solidFill>
                <a:latin typeface="Noto Sans"/>
                <a:ea typeface="Noto Sans"/>
                <a:cs typeface="Noto Sans"/>
              </a:defRPr>
            </a:lvl7pPr>
            <a:lvl8pPr>
              <a:defRPr sz="2400" b="1">
                <a:solidFill>
                  <a:srgbClr val="1E5AA8"/>
                </a:solidFill>
                <a:latin typeface="Noto Sans"/>
                <a:ea typeface="Noto Sans"/>
                <a:cs typeface="Noto Sans"/>
              </a:defRPr>
            </a:lvl8pPr>
            <a:lvl9pPr>
              <a:defRPr sz="2400" b="1">
                <a:solidFill>
                  <a:srgbClr val="1E5AA8"/>
                </a:solidFill>
                <a:latin typeface="Noto Sans"/>
                <a:ea typeface="Noto Sans"/>
                <a:cs typeface="Noto Sans"/>
              </a:defRPr>
            </a:lvl9pPr>
          </a:lstStyle>
          <a:p xmlns:a="http://schemas.openxmlformats.org/drawingml/2006/main">
            <a:pPr>
              <a:defRPr sz="2400" b="1">
                <a:solidFill>
                  <a:srgbClr val="1E5AA8"/>
                </a:solidFill>
                <a:latin typeface="Noto Sans"/>
                <a:ea typeface="Noto Sans"/>
                <a:cs typeface="Noto Sans"/>
              </a:defRPr>
            </a:pPr>
            <a:r>
              <a:rPr sz="2400" b="1">
                <a:solidFill>
                  <a:srgbClr val="1E5AA8"/>
                </a:solidFill>
                <a:latin typeface="Noto Sans"/>
                <a:ea typeface="Noto Sans"/>
                <a:cs typeface="Noto Sans"/>
              </a:rPr>
              <a:t>Các nhóm nội dung trong Khám phá</a:t>
            </a:r>
          </a:p>
        </p:txBody>
      </p:sp>
      <p:sp>
        <p:nvSpPr>
          <p:cNvPr id="19" name="S09  Góc làm việc">
            <a:extLst xmlns:a="http://schemas.openxmlformats.org/drawingml/2006/main">
              <a:ext uri="{FF2B5EF4-FFF2-40B4-BE49-F238E27FC236}">
                <a16:creationId xmlns:a16="http://schemas.microsoft.com/office/drawing/2014/main" id="{A6B051EC-CC2C-4395-873E-2FE22A52589B}"/>
              </a:ext>
            </a:extLst>
          </p:cNvPr>
          <p:cNvSpPr>
            <a:spLocks xmlns:a="http://schemas.openxmlformats.org/drawingml/2006/main" noGrp="1"/>
          </p:cNvSpPr>
          <p:nvPr/>
        </p:nvSpPr>
        <p:spPr>
          <a:xfrm xmlns:a="http://schemas.openxmlformats.org/drawingml/2006/main">
            <a:off x="10477500" y="5143500"/>
            <a:ext cx="6191250" cy="904875"/>
          </a:xfrm>
          <a:prstGeom xmlns:a="http://schemas.openxmlformats.org/drawingml/2006/main" prst="roundRect">
            <a:avLst>
              <a:gd name="adj" fmla="val 10526"/>
            </a:avLst>
          </a:prstGeom>
          <a:solidFill xmlns:a="http://schemas.openxmlformats.org/drawingml/2006/main">
            <a:srgbClr val="EFF4FF"/>
          </a:solidFill>
          <a:ln xmlns:a="http://schemas.openxmlformats.org/drawingml/2006/main" w="9525">
            <a:solidFill>
              <a:srgbClr val="1E5AA8"/>
            </a:solidFill>
          </a:ln>
        </p:spPr>
        <p:txBody>
          <a:bodyPr xmlns:a="http://schemas.openxmlformats.org/drawingml/2006/main" lIns="95250" tIns="95250" rIns="95250" bIns="95250" anchor="ctr"/>
          <a:lstStyle xmlns:a="http://schemas.openxmlformats.org/drawingml/2006/main">
            <a:defPPr algn="ctr">
              <a:defRPr sz="2550" b="1">
                <a:solidFill>
                  <a:srgbClr val="031C36"/>
                </a:solidFill>
                <a:latin typeface="Noto Sans"/>
                <a:ea typeface="Noto Sans"/>
                <a:cs typeface="Noto Sans"/>
              </a:defRPr>
            </a:defPPr>
            <a:lvl1pPr algn="ctr">
              <a:defRPr sz="2550" b="1">
                <a:solidFill>
                  <a:srgbClr val="031C36"/>
                </a:solidFill>
                <a:latin typeface="Noto Sans"/>
                <a:ea typeface="Noto Sans"/>
                <a:cs typeface="Noto Sans"/>
              </a:defRPr>
            </a:lvl1pPr>
            <a:lvl2pPr algn="ctr">
              <a:defRPr sz="2550" b="1">
                <a:solidFill>
                  <a:srgbClr val="031C36"/>
                </a:solidFill>
                <a:latin typeface="Noto Sans"/>
                <a:ea typeface="Noto Sans"/>
                <a:cs typeface="Noto Sans"/>
              </a:defRPr>
            </a:lvl2pPr>
            <a:lvl3pPr algn="ctr">
              <a:defRPr sz="2550" b="1">
                <a:solidFill>
                  <a:srgbClr val="031C36"/>
                </a:solidFill>
                <a:latin typeface="Noto Sans"/>
                <a:ea typeface="Noto Sans"/>
                <a:cs typeface="Noto Sans"/>
              </a:defRPr>
            </a:lvl3pPr>
            <a:lvl4pPr algn="ctr">
              <a:defRPr sz="2550" b="1">
                <a:solidFill>
                  <a:srgbClr val="031C36"/>
                </a:solidFill>
                <a:latin typeface="Noto Sans"/>
                <a:ea typeface="Noto Sans"/>
                <a:cs typeface="Noto Sans"/>
              </a:defRPr>
            </a:lvl4pPr>
            <a:lvl5pPr algn="ctr">
              <a:defRPr sz="2550" b="1">
                <a:solidFill>
                  <a:srgbClr val="031C36"/>
                </a:solidFill>
                <a:latin typeface="Noto Sans"/>
                <a:ea typeface="Noto Sans"/>
                <a:cs typeface="Noto Sans"/>
              </a:defRPr>
            </a:lvl5pPr>
            <a:lvl6pPr algn="ctr">
              <a:defRPr sz="2550" b="1">
                <a:solidFill>
                  <a:srgbClr val="031C36"/>
                </a:solidFill>
                <a:latin typeface="Noto Sans"/>
                <a:ea typeface="Noto Sans"/>
                <a:cs typeface="Noto Sans"/>
              </a:defRPr>
            </a:lvl6pPr>
            <a:lvl7pPr algn="ctr">
              <a:defRPr sz="2550" b="1">
                <a:solidFill>
                  <a:srgbClr val="031C36"/>
                </a:solidFill>
                <a:latin typeface="Noto Sans"/>
                <a:ea typeface="Noto Sans"/>
                <a:cs typeface="Noto Sans"/>
              </a:defRPr>
            </a:lvl7pPr>
            <a:lvl8pPr algn="ctr">
              <a:defRPr sz="2550" b="1">
                <a:solidFill>
                  <a:srgbClr val="031C36"/>
                </a:solidFill>
                <a:latin typeface="Noto Sans"/>
                <a:ea typeface="Noto Sans"/>
                <a:cs typeface="Noto Sans"/>
              </a:defRPr>
            </a:lvl8pPr>
            <a:lvl9pPr algn="ctr">
              <a:defRPr sz="2550" b="1">
                <a:solidFill>
                  <a:srgbClr val="031C36"/>
                </a:solidFill>
                <a:latin typeface="Noto Sans"/>
                <a:ea typeface="Noto Sans"/>
                <a:cs typeface="Noto Sans"/>
              </a:defRPr>
            </a:lvl9pPr>
          </a:lstStyle>
          <a:p xmlns:a="http://schemas.openxmlformats.org/drawingml/2006/main">
            <a:pPr algn="ctr">
              <a:defRPr sz="2550" b="1">
                <a:solidFill>
                  <a:srgbClr val="031C36"/>
                </a:solidFill>
                <a:latin typeface="Noto Sans"/>
                <a:ea typeface="Noto Sans"/>
                <a:cs typeface="Noto Sans"/>
              </a:defRPr>
            </a:pPr>
            <a:r>
              <a:rPr sz="2550" b="1">
                <a:solidFill>
                  <a:srgbClr val="031C36"/>
                </a:solidFill>
                <a:latin typeface="Noto Sans"/>
                <a:ea typeface="Noto Sans"/>
                <a:cs typeface="Noto Sans"/>
              </a:rPr>
              <a:t>S09  Góc làm việc</a:t>
            </a:r>
          </a:p>
        </p:txBody>
      </p:sp>
      <p:sp>
        <p:nvSpPr>
          <p:cNvPr id="20" name="S10  Ngủ &amp; phục hồi">
            <a:extLst xmlns:a="http://schemas.openxmlformats.org/drawingml/2006/main">
              <a:ext uri="{FF2B5EF4-FFF2-40B4-BE49-F238E27FC236}">
                <a16:creationId xmlns:a16="http://schemas.microsoft.com/office/drawing/2014/main" id="{B40B05D5-D92A-4F24-BCC1-17A8051AC94F}"/>
              </a:ext>
            </a:extLst>
          </p:cNvPr>
          <p:cNvSpPr>
            <a:spLocks xmlns:a="http://schemas.openxmlformats.org/drawingml/2006/main" noGrp="1"/>
          </p:cNvSpPr>
          <p:nvPr/>
        </p:nvSpPr>
        <p:spPr>
          <a:xfrm xmlns:a="http://schemas.openxmlformats.org/drawingml/2006/main">
            <a:off x="10477500" y="7143750"/>
            <a:ext cx="6191250" cy="904875"/>
          </a:xfrm>
          <a:prstGeom xmlns:a="http://schemas.openxmlformats.org/drawingml/2006/main" prst="roundRect">
            <a:avLst>
              <a:gd name="adj" fmla="val 10526"/>
            </a:avLst>
          </a:prstGeom>
          <a:solidFill xmlns:a="http://schemas.openxmlformats.org/drawingml/2006/main">
            <a:srgbClr val="EFF4FF"/>
          </a:solidFill>
          <a:ln xmlns:a="http://schemas.openxmlformats.org/drawingml/2006/main" w="9525">
            <a:solidFill>
              <a:srgbClr val="1E5AA8"/>
            </a:solidFill>
          </a:ln>
        </p:spPr>
        <p:txBody>
          <a:bodyPr xmlns:a="http://schemas.openxmlformats.org/drawingml/2006/main" lIns="95250" tIns="95250" rIns="95250" bIns="95250" anchor="ctr"/>
          <a:lstStyle xmlns:a="http://schemas.openxmlformats.org/drawingml/2006/main">
            <a:defPPr algn="ctr">
              <a:defRPr sz="2550" b="1">
                <a:solidFill>
                  <a:srgbClr val="031C36"/>
                </a:solidFill>
                <a:latin typeface="Noto Sans"/>
                <a:ea typeface="Noto Sans"/>
                <a:cs typeface="Noto Sans"/>
              </a:defRPr>
            </a:defPPr>
            <a:lvl1pPr algn="ctr">
              <a:defRPr sz="2550" b="1">
                <a:solidFill>
                  <a:srgbClr val="031C36"/>
                </a:solidFill>
                <a:latin typeface="Noto Sans"/>
                <a:ea typeface="Noto Sans"/>
                <a:cs typeface="Noto Sans"/>
              </a:defRPr>
            </a:lvl1pPr>
            <a:lvl2pPr algn="ctr">
              <a:defRPr sz="2550" b="1">
                <a:solidFill>
                  <a:srgbClr val="031C36"/>
                </a:solidFill>
                <a:latin typeface="Noto Sans"/>
                <a:ea typeface="Noto Sans"/>
                <a:cs typeface="Noto Sans"/>
              </a:defRPr>
            </a:lvl2pPr>
            <a:lvl3pPr algn="ctr">
              <a:defRPr sz="2550" b="1">
                <a:solidFill>
                  <a:srgbClr val="031C36"/>
                </a:solidFill>
                <a:latin typeface="Noto Sans"/>
                <a:ea typeface="Noto Sans"/>
                <a:cs typeface="Noto Sans"/>
              </a:defRPr>
            </a:lvl3pPr>
            <a:lvl4pPr algn="ctr">
              <a:defRPr sz="2550" b="1">
                <a:solidFill>
                  <a:srgbClr val="031C36"/>
                </a:solidFill>
                <a:latin typeface="Noto Sans"/>
                <a:ea typeface="Noto Sans"/>
                <a:cs typeface="Noto Sans"/>
              </a:defRPr>
            </a:lvl4pPr>
            <a:lvl5pPr algn="ctr">
              <a:defRPr sz="2550" b="1">
                <a:solidFill>
                  <a:srgbClr val="031C36"/>
                </a:solidFill>
                <a:latin typeface="Noto Sans"/>
                <a:ea typeface="Noto Sans"/>
                <a:cs typeface="Noto Sans"/>
              </a:defRPr>
            </a:lvl5pPr>
            <a:lvl6pPr algn="ctr">
              <a:defRPr sz="2550" b="1">
                <a:solidFill>
                  <a:srgbClr val="031C36"/>
                </a:solidFill>
                <a:latin typeface="Noto Sans"/>
                <a:ea typeface="Noto Sans"/>
                <a:cs typeface="Noto Sans"/>
              </a:defRPr>
            </a:lvl6pPr>
            <a:lvl7pPr algn="ctr">
              <a:defRPr sz="2550" b="1">
                <a:solidFill>
                  <a:srgbClr val="031C36"/>
                </a:solidFill>
                <a:latin typeface="Noto Sans"/>
                <a:ea typeface="Noto Sans"/>
                <a:cs typeface="Noto Sans"/>
              </a:defRPr>
            </a:lvl7pPr>
            <a:lvl8pPr algn="ctr">
              <a:defRPr sz="2550" b="1">
                <a:solidFill>
                  <a:srgbClr val="031C36"/>
                </a:solidFill>
                <a:latin typeface="Noto Sans"/>
                <a:ea typeface="Noto Sans"/>
                <a:cs typeface="Noto Sans"/>
              </a:defRPr>
            </a:lvl8pPr>
            <a:lvl9pPr algn="ctr">
              <a:defRPr sz="2550" b="1">
                <a:solidFill>
                  <a:srgbClr val="031C36"/>
                </a:solidFill>
                <a:latin typeface="Noto Sans"/>
                <a:ea typeface="Noto Sans"/>
                <a:cs typeface="Noto Sans"/>
              </a:defRPr>
            </a:lvl9pPr>
          </a:lstStyle>
          <a:p xmlns:a="http://schemas.openxmlformats.org/drawingml/2006/main">
            <a:pPr algn="ctr">
              <a:defRPr sz="2550" b="1">
                <a:solidFill>
                  <a:srgbClr val="031C36"/>
                </a:solidFill>
                <a:latin typeface="Noto Sans"/>
                <a:ea typeface="Noto Sans"/>
                <a:cs typeface="Noto Sans"/>
              </a:defRPr>
            </a:pPr>
            <a:r>
              <a:rPr sz="2550" b="1">
                <a:solidFill>
                  <a:srgbClr val="031C36"/>
                </a:solidFill>
                <a:latin typeface="Noto Sans"/>
                <a:ea typeface="Noto Sans"/>
                <a:cs typeface="Noto Sans"/>
              </a:rPr>
              <a:t>S10  Ngủ &amp; phục hồi</a:t>
            </a:r>
          </a:p>
        </p:txBody>
      </p:sp>
      <p:sp>
        <p:nvSpPr>
          <p:cNvPr id="21" name="Tư thế và không gian làm việc">
            <a:extLst xmlns:a="http://schemas.openxmlformats.org/drawingml/2006/main">
              <a:ext uri="{FF2B5EF4-FFF2-40B4-BE49-F238E27FC236}">
                <a16:creationId xmlns:a16="http://schemas.microsoft.com/office/drawing/2014/main" id="{B7CD0ED1-7EEB-4311-894A-066638CEAC0D}"/>
              </a:ext>
            </a:extLst>
          </p:cNvPr>
          <p:cNvSpPr>
            <a:spLocks xmlns:a="http://schemas.openxmlformats.org/drawingml/2006/main" noGrp="1"/>
          </p:cNvSpPr>
          <p:nvPr/>
        </p:nvSpPr>
        <p:spPr>
          <a:xfrm xmlns:a="http://schemas.openxmlformats.org/drawingml/2006/main">
            <a:off x="10572750" y="6238875"/>
            <a:ext cx="6000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0">
                <a:solidFill>
                  <a:srgbClr val="424751"/>
                </a:solidFill>
                <a:latin typeface="Noto Sans"/>
                <a:ea typeface="Noto Sans"/>
                <a:cs typeface="Noto Sans"/>
              </a:defRPr>
            </a:defPPr>
            <a:lvl1pPr>
              <a:defRPr sz="2100" b="0">
                <a:solidFill>
                  <a:srgbClr val="424751"/>
                </a:solidFill>
                <a:latin typeface="Noto Sans"/>
                <a:ea typeface="Noto Sans"/>
                <a:cs typeface="Noto Sans"/>
              </a:defRPr>
            </a:lvl1pPr>
            <a:lvl2pPr>
              <a:defRPr sz="2100" b="0">
                <a:solidFill>
                  <a:srgbClr val="424751"/>
                </a:solidFill>
                <a:latin typeface="Noto Sans"/>
                <a:ea typeface="Noto Sans"/>
                <a:cs typeface="Noto Sans"/>
              </a:defRPr>
            </a:lvl2pPr>
            <a:lvl3pPr>
              <a:defRPr sz="2100" b="0">
                <a:solidFill>
                  <a:srgbClr val="424751"/>
                </a:solidFill>
                <a:latin typeface="Noto Sans"/>
                <a:ea typeface="Noto Sans"/>
                <a:cs typeface="Noto Sans"/>
              </a:defRPr>
            </a:lvl3pPr>
            <a:lvl4pPr>
              <a:defRPr sz="2100" b="0">
                <a:solidFill>
                  <a:srgbClr val="424751"/>
                </a:solidFill>
                <a:latin typeface="Noto Sans"/>
                <a:ea typeface="Noto Sans"/>
                <a:cs typeface="Noto Sans"/>
              </a:defRPr>
            </a:lvl4pPr>
            <a:lvl5pPr>
              <a:defRPr sz="2100" b="0">
                <a:solidFill>
                  <a:srgbClr val="424751"/>
                </a:solidFill>
                <a:latin typeface="Noto Sans"/>
                <a:ea typeface="Noto Sans"/>
                <a:cs typeface="Noto Sans"/>
              </a:defRPr>
            </a:lvl5pPr>
            <a:lvl6pPr>
              <a:defRPr sz="2100" b="0">
                <a:solidFill>
                  <a:srgbClr val="424751"/>
                </a:solidFill>
                <a:latin typeface="Noto Sans"/>
                <a:ea typeface="Noto Sans"/>
                <a:cs typeface="Noto Sans"/>
              </a:defRPr>
            </a:lvl6pPr>
            <a:lvl7pPr>
              <a:defRPr sz="2100" b="0">
                <a:solidFill>
                  <a:srgbClr val="424751"/>
                </a:solidFill>
                <a:latin typeface="Noto Sans"/>
                <a:ea typeface="Noto Sans"/>
                <a:cs typeface="Noto Sans"/>
              </a:defRPr>
            </a:lvl7pPr>
            <a:lvl8pPr>
              <a:defRPr sz="2100" b="0">
                <a:solidFill>
                  <a:srgbClr val="424751"/>
                </a:solidFill>
                <a:latin typeface="Noto Sans"/>
                <a:ea typeface="Noto Sans"/>
                <a:cs typeface="Noto Sans"/>
              </a:defRPr>
            </a:lvl8pPr>
            <a:lvl9pPr>
              <a:defRPr sz="2100" b="0">
                <a:solidFill>
                  <a:srgbClr val="424751"/>
                </a:solidFill>
                <a:latin typeface="Noto Sans"/>
                <a:ea typeface="Noto Sans"/>
                <a:cs typeface="Noto Sans"/>
              </a:defRPr>
            </a:lvl9pPr>
          </a:lstStyle>
          <a:p xmlns:a="http://schemas.openxmlformats.org/drawingml/2006/main">
            <a:pPr>
              <a:defRPr sz="2100" b="0">
                <a:solidFill>
                  <a:srgbClr val="424751"/>
                </a:solidFill>
                <a:latin typeface="Noto Sans"/>
                <a:ea typeface="Noto Sans"/>
                <a:cs typeface="Noto Sans"/>
              </a:defRPr>
            </a:pPr>
            <a:r>
              <a:rPr sz="2100" b="0">
                <a:solidFill>
                  <a:srgbClr val="424751"/>
                </a:solidFill>
                <a:latin typeface="Noto Sans"/>
                <a:ea typeface="Noto Sans"/>
                <a:cs typeface="Noto Sans"/>
              </a:rPr>
              <a:t>Tư thế và không gian làm việc</a:t>
            </a:r>
          </a:p>
        </p:txBody>
      </p:sp>
      <p:sp>
        <p:nvSpPr>
          <p:cNvPr id="22" name="Có thể mở form giờ nhắc">
            <a:extLst xmlns:a="http://schemas.openxmlformats.org/drawingml/2006/main">
              <a:ext uri="{FF2B5EF4-FFF2-40B4-BE49-F238E27FC236}">
                <a16:creationId xmlns:a16="http://schemas.microsoft.com/office/drawing/2014/main" id="{E0032D63-320F-4C95-A980-B15E8BF0EA07}"/>
              </a:ext>
            </a:extLst>
          </p:cNvPr>
          <p:cNvSpPr>
            <a:spLocks xmlns:a="http://schemas.openxmlformats.org/drawingml/2006/main" noGrp="1"/>
          </p:cNvSpPr>
          <p:nvPr/>
        </p:nvSpPr>
        <p:spPr>
          <a:xfrm xmlns:a="http://schemas.openxmlformats.org/drawingml/2006/main">
            <a:off x="10572750" y="8239125"/>
            <a:ext cx="6000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0">
                <a:solidFill>
                  <a:srgbClr val="424751"/>
                </a:solidFill>
                <a:latin typeface="Noto Sans"/>
                <a:ea typeface="Noto Sans"/>
                <a:cs typeface="Noto Sans"/>
              </a:defRPr>
            </a:defPPr>
            <a:lvl1pPr>
              <a:defRPr sz="2100" b="0">
                <a:solidFill>
                  <a:srgbClr val="424751"/>
                </a:solidFill>
                <a:latin typeface="Noto Sans"/>
                <a:ea typeface="Noto Sans"/>
                <a:cs typeface="Noto Sans"/>
              </a:defRPr>
            </a:lvl1pPr>
            <a:lvl2pPr>
              <a:defRPr sz="2100" b="0">
                <a:solidFill>
                  <a:srgbClr val="424751"/>
                </a:solidFill>
                <a:latin typeface="Noto Sans"/>
                <a:ea typeface="Noto Sans"/>
                <a:cs typeface="Noto Sans"/>
              </a:defRPr>
            </a:lvl2pPr>
            <a:lvl3pPr>
              <a:defRPr sz="2100" b="0">
                <a:solidFill>
                  <a:srgbClr val="424751"/>
                </a:solidFill>
                <a:latin typeface="Noto Sans"/>
                <a:ea typeface="Noto Sans"/>
                <a:cs typeface="Noto Sans"/>
              </a:defRPr>
            </a:lvl3pPr>
            <a:lvl4pPr>
              <a:defRPr sz="2100" b="0">
                <a:solidFill>
                  <a:srgbClr val="424751"/>
                </a:solidFill>
                <a:latin typeface="Noto Sans"/>
                <a:ea typeface="Noto Sans"/>
                <a:cs typeface="Noto Sans"/>
              </a:defRPr>
            </a:lvl4pPr>
            <a:lvl5pPr>
              <a:defRPr sz="2100" b="0">
                <a:solidFill>
                  <a:srgbClr val="424751"/>
                </a:solidFill>
                <a:latin typeface="Noto Sans"/>
                <a:ea typeface="Noto Sans"/>
                <a:cs typeface="Noto Sans"/>
              </a:defRPr>
            </a:lvl5pPr>
            <a:lvl6pPr>
              <a:defRPr sz="2100" b="0">
                <a:solidFill>
                  <a:srgbClr val="424751"/>
                </a:solidFill>
                <a:latin typeface="Noto Sans"/>
                <a:ea typeface="Noto Sans"/>
                <a:cs typeface="Noto Sans"/>
              </a:defRPr>
            </a:lvl6pPr>
            <a:lvl7pPr>
              <a:defRPr sz="2100" b="0">
                <a:solidFill>
                  <a:srgbClr val="424751"/>
                </a:solidFill>
                <a:latin typeface="Noto Sans"/>
                <a:ea typeface="Noto Sans"/>
                <a:cs typeface="Noto Sans"/>
              </a:defRPr>
            </a:lvl7pPr>
            <a:lvl8pPr>
              <a:defRPr sz="2100" b="0">
                <a:solidFill>
                  <a:srgbClr val="424751"/>
                </a:solidFill>
                <a:latin typeface="Noto Sans"/>
                <a:ea typeface="Noto Sans"/>
                <a:cs typeface="Noto Sans"/>
              </a:defRPr>
            </a:lvl8pPr>
            <a:lvl9pPr>
              <a:defRPr sz="2100" b="0">
                <a:solidFill>
                  <a:srgbClr val="424751"/>
                </a:solidFill>
                <a:latin typeface="Noto Sans"/>
                <a:ea typeface="Noto Sans"/>
                <a:cs typeface="Noto Sans"/>
              </a:defRPr>
            </a:lvl9pPr>
          </a:lstStyle>
          <a:p xmlns:a="http://schemas.openxmlformats.org/drawingml/2006/main">
            <a:pPr>
              <a:defRPr sz="2100" b="0">
                <a:solidFill>
                  <a:srgbClr val="424751"/>
                </a:solidFill>
                <a:latin typeface="Noto Sans"/>
                <a:ea typeface="Noto Sans"/>
                <a:cs typeface="Noto Sans"/>
              </a:defRPr>
            </a:pPr>
            <a:r>
              <a:rPr sz="2100" b="0">
                <a:solidFill>
                  <a:srgbClr val="424751"/>
                </a:solidFill>
                <a:latin typeface="Noto Sans"/>
                <a:ea typeface="Noto Sans"/>
                <a:cs typeface="Noto Sans"/>
              </a:rPr>
              <a:t>Có thể mở form giờ nhắc</a:t>
            </a:r>
          </a:p>
        </p:txBody>
      </p:sp>
      <p:sp>
        <p:nvSpPr>
          <p:cNvPr id="23" name="S05 chứa 9 nhóm; mỗi nhóm mở/thu gọn và có thẻ hoạt động.">
            <a:extLst xmlns:a="http://schemas.openxmlformats.org/drawingml/2006/main">
              <a:ext uri="{FF2B5EF4-FFF2-40B4-BE49-F238E27FC236}">
                <a16:creationId xmlns:a16="http://schemas.microsoft.com/office/drawing/2014/main" id="{B2559013-5BDC-4202-8891-F2DC3AFAA6FF}"/>
              </a:ext>
            </a:extLst>
          </p:cNvPr>
          <p:cNvSpPr>
            <a:spLocks xmlns:a="http://schemas.openxmlformats.org/drawingml/2006/main" noGrp="1"/>
          </p:cNvSpPr>
          <p:nvPr/>
        </p:nvSpPr>
        <p:spPr>
          <a:xfrm xmlns:a="http://schemas.openxmlformats.org/drawingml/2006/main">
            <a:off x="1066800" y="8572500"/>
            <a:ext cx="9048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75" b="0">
                <a:solidFill>
                  <a:srgbClr val="424751"/>
                </a:solidFill>
                <a:latin typeface="Noto Sans"/>
                <a:ea typeface="Noto Sans"/>
                <a:cs typeface="Noto Sans"/>
              </a:defRPr>
            </a:defPPr>
            <a:lvl1pPr>
              <a:defRPr sz="2175" b="0">
                <a:solidFill>
                  <a:srgbClr val="424751"/>
                </a:solidFill>
                <a:latin typeface="Noto Sans"/>
                <a:ea typeface="Noto Sans"/>
                <a:cs typeface="Noto Sans"/>
              </a:defRPr>
            </a:lvl1pPr>
            <a:lvl2pPr>
              <a:defRPr sz="2175" b="0">
                <a:solidFill>
                  <a:srgbClr val="424751"/>
                </a:solidFill>
                <a:latin typeface="Noto Sans"/>
                <a:ea typeface="Noto Sans"/>
                <a:cs typeface="Noto Sans"/>
              </a:defRPr>
            </a:lvl2pPr>
            <a:lvl3pPr>
              <a:defRPr sz="2175" b="0">
                <a:solidFill>
                  <a:srgbClr val="424751"/>
                </a:solidFill>
                <a:latin typeface="Noto Sans"/>
                <a:ea typeface="Noto Sans"/>
                <a:cs typeface="Noto Sans"/>
              </a:defRPr>
            </a:lvl3pPr>
            <a:lvl4pPr>
              <a:defRPr sz="2175" b="0">
                <a:solidFill>
                  <a:srgbClr val="424751"/>
                </a:solidFill>
                <a:latin typeface="Noto Sans"/>
                <a:ea typeface="Noto Sans"/>
                <a:cs typeface="Noto Sans"/>
              </a:defRPr>
            </a:lvl4pPr>
            <a:lvl5pPr>
              <a:defRPr sz="2175" b="0">
                <a:solidFill>
                  <a:srgbClr val="424751"/>
                </a:solidFill>
                <a:latin typeface="Noto Sans"/>
                <a:ea typeface="Noto Sans"/>
                <a:cs typeface="Noto Sans"/>
              </a:defRPr>
            </a:lvl5pPr>
            <a:lvl6pPr>
              <a:defRPr sz="2175" b="0">
                <a:solidFill>
                  <a:srgbClr val="424751"/>
                </a:solidFill>
                <a:latin typeface="Noto Sans"/>
                <a:ea typeface="Noto Sans"/>
                <a:cs typeface="Noto Sans"/>
              </a:defRPr>
            </a:lvl6pPr>
            <a:lvl7pPr>
              <a:defRPr sz="2175" b="0">
                <a:solidFill>
                  <a:srgbClr val="424751"/>
                </a:solidFill>
                <a:latin typeface="Noto Sans"/>
                <a:ea typeface="Noto Sans"/>
                <a:cs typeface="Noto Sans"/>
              </a:defRPr>
            </a:lvl7pPr>
            <a:lvl8pPr>
              <a:defRPr sz="2175" b="0">
                <a:solidFill>
                  <a:srgbClr val="424751"/>
                </a:solidFill>
                <a:latin typeface="Noto Sans"/>
                <a:ea typeface="Noto Sans"/>
                <a:cs typeface="Noto Sans"/>
              </a:defRPr>
            </a:lvl8pPr>
            <a:lvl9pPr>
              <a:defRPr sz="2175" b="0">
                <a:solidFill>
                  <a:srgbClr val="424751"/>
                </a:solidFill>
                <a:latin typeface="Noto Sans"/>
                <a:ea typeface="Noto Sans"/>
                <a:cs typeface="Noto Sans"/>
              </a:defRPr>
            </a:lvl9pPr>
          </a:lstStyle>
          <a:p xmlns:a="http://schemas.openxmlformats.org/drawingml/2006/main">
            <a:pPr>
              <a:defRPr sz="2175" b="0">
                <a:solidFill>
                  <a:srgbClr val="424751"/>
                </a:solidFill>
                <a:latin typeface="Noto Sans"/>
                <a:ea typeface="Noto Sans"/>
                <a:cs typeface="Noto Sans"/>
              </a:defRPr>
            </a:pPr>
            <a:r>
              <a:rPr sz="2175" b="0">
                <a:solidFill>
                  <a:srgbClr val="424751"/>
                </a:solidFill>
                <a:latin typeface="Noto Sans"/>
                <a:ea typeface="Noto Sans"/>
                <a:cs typeface="Noto Sans"/>
              </a:rPr>
              <a:t>S05 chứa 9 nhóm; mỗi nhóm mở/thu gọn và có thẻ hoạt động.</a:t>
            </a:r>
          </a:p>
        </p:txBody>
      </p:sp>
    </p:spTree>
    <p:extLst>
      <p:ext uri="{BB962C8B-B14F-4D97-AF65-F5344CB8AC3E}">
        <p14:creationId xmlns:p14="http://schemas.microsoft.com/office/powerpoint/2010/main" val="113624938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44" name="">
            <a:extLst xmlns:a="http://schemas.openxmlformats.org/drawingml/2006/main">
              <a:ext uri="{FF2B5EF4-FFF2-40B4-BE49-F238E27FC236}">
                <a16:creationId xmlns:a16="http://schemas.microsoft.com/office/drawing/2014/main" id="{040E9D7F-776E-46E0-AB90-491CF99C3C33}"/>
              </a:ext>
            </a:extLst>
          </p:cNvPr>
          <p:cNvCxnSpPr>
            <a:stCxn xmlns:a="http://schemas.openxmlformats.org/drawingml/2006/main" id="38" idx="3"/>
            <a:endCxn xmlns:a="http://schemas.openxmlformats.org/drawingml/2006/main" id="39" idx="1"/>
          </p:cNvCxnSpPr>
          <p:nvPr/>
        </p:nvCxnSpPr>
        <p:spPr>
          <a:xfrm xmlns:a="http://schemas.openxmlformats.org/drawingml/2006/main">
            <a:off x="14516100" y="7953375"/>
            <a:ext cx="266700" cy="0"/>
          </a:xfrm>
          <a:prstGeom xmlns:a="http://schemas.openxmlformats.org/drawingml/2006/main" prst="straightConnector1">
            <a:avLst/>
          </a:prstGeom>
          <a:ln xmlns:a="http://schemas.openxmlformats.org/drawingml/2006/main" w="19050">
            <a:solidFill>
              <a:srgbClr val="1E5AA8"/>
            </a:solidFill>
            <a:tailEnd type="arrow" w="med" len="med"/>
          </a:ln>
        </p:spPr>
      </p:cxnSp>
      <p:cxnSp>
        <p:nvCxnSpPr>
          <p:cNvPr id="43" name="">
            <a:extLst xmlns:a="http://schemas.openxmlformats.org/drawingml/2006/main">
              <a:ext uri="{FF2B5EF4-FFF2-40B4-BE49-F238E27FC236}">
                <a16:creationId xmlns:a16="http://schemas.microsoft.com/office/drawing/2014/main" id="{9D03C330-AA6D-46F2-B0F4-59ED67E0087F}"/>
              </a:ext>
            </a:extLst>
          </p:cNvPr>
          <p:cNvCxnSpPr>
            <a:stCxn xmlns:a="http://schemas.openxmlformats.org/drawingml/2006/main" id="37" idx="3"/>
            <a:endCxn xmlns:a="http://schemas.openxmlformats.org/drawingml/2006/main" id="38" idx="1"/>
          </p:cNvCxnSpPr>
          <p:nvPr/>
        </p:nvCxnSpPr>
        <p:spPr>
          <a:xfrm xmlns:a="http://schemas.openxmlformats.org/drawingml/2006/main">
            <a:off x="11772900" y="7953375"/>
            <a:ext cx="266700" cy="0"/>
          </a:xfrm>
          <a:prstGeom xmlns:a="http://schemas.openxmlformats.org/drawingml/2006/main" prst="straightConnector1">
            <a:avLst/>
          </a:prstGeom>
          <a:ln xmlns:a="http://schemas.openxmlformats.org/drawingml/2006/main" w="19050">
            <a:solidFill>
              <a:srgbClr val="1E5AA8"/>
            </a:solidFill>
            <a:tailEnd type="arrow" w="med" len="med"/>
          </a:ln>
        </p:spPr>
      </p:cxnSp>
      <p:cxnSp>
        <p:nvCxnSpPr>
          <p:cNvPr id="42" name="">
            <a:extLst xmlns:a="http://schemas.openxmlformats.org/drawingml/2006/main">
              <a:ext uri="{FF2B5EF4-FFF2-40B4-BE49-F238E27FC236}">
                <a16:creationId xmlns:a16="http://schemas.microsoft.com/office/drawing/2014/main" id="{12BB5AC9-3B7D-42C6-9176-BD281002A0BE}"/>
              </a:ext>
            </a:extLst>
          </p:cNvPr>
          <p:cNvCxnSpPr>
            <a:stCxn xmlns:a="http://schemas.openxmlformats.org/drawingml/2006/main" id="36" idx="3"/>
            <a:endCxn xmlns:a="http://schemas.openxmlformats.org/drawingml/2006/main" id="37" idx="1"/>
          </p:cNvCxnSpPr>
          <p:nvPr/>
        </p:nvCxnSpPr>
        <p:spPr>
          <a:xfrm xmlns:a="http://schemas.openxmlformats.org/drawingml/2006/main">
            <a:off x="9029700" y="7953375"/>
            <a:ext cx="266700" cy="0"/>
          </a:xfrm>
          <a:prstGeom xmlns:a="http://schemas.openxmlformats.org/drawingml/2006/main" prst="straightConnector1">
            <a:avLst/>
          </a:prstGeom>
          <a:ln xmlns:a="http://schemas.openxmlformats.org/drawingml/2006/main" w="19050">
            <a:solidFill>
              <a:srgbClr val="1E5AA8"/>
            </a:solidFill>
            <a:tailEnd type="arrow" w="med" len="med"/>
          </a:ln>
        </p:spPr>
      </p:cxnSp>
      <p:cxnSp>
        <p:nvCxnSpPr>
          <p:cNvPr id="41" name="">
            <a:extLst xmlns:a="http://schemas.openxmlformats.org/drawingml/2006/main">
              <a:ext uri="{FF2B5EF4-FFF2-40B4-BE49-F238E27FC236}">
                <a16:creationId xmlns:a16="http://schemas.microsoft.com/office/drawing/2014/main" id="{F291DA5E-2EF9-4F58-8BD2-0AC5CD24A90C}"/>
              </a:ext>
            </a:extLst>
          </p:cNvPr>
          <p:cNvCxnSpPr>
            <a:stCxn xmlns:a="http://schemas.openxmlformats.org/drawingml/2006/main" id="35" idx="3"/>
            <a:endCxn xmlns:a="http://schemas.openxmlformats.org/drawingml/2006/main" id="36" idx="1"/>
          </p:cNvCxnSpPr>
          <p:nvPr/>
        </p:nvCxnSpPr>
        <p:spPr>
          <a:xfrm xmlns:a="http://schemas.openxmlformats.org/drawingml/2006/main">
            <a:off x="6286500" y="7953375"/>
            <a:ext cx="266700" cy="0"/>
          </a:xfrm>
          <a:prstGeom xmlns:a="http://schemas.openxmlformats.org/drawingml/2006/main" prst="straightConnector1">
            <a:avLst/>
          </a:prstGeom>
          <a:ln xmlns:a="http://schemas.openxmlformats.org/drawingml/2006/main" w="19050">
            <a:solidFill>
              <a:srgbClr val="1E5AA8"/>
            </a:solidFill>
            <a:tailEnd type="arrow" w="med" len="med"/>
          </a:ln>
        </p:spPr>
      </p:cxnSp>
      <p:cxnSp>
        <p:nvCxnSpPr>
          <p:cNvPr id="40" name="">
            <a:extLst xmlns:a="http://schemas.openxmlformats.org/drawingml/2006/main">
              <a:ext uri="{FF2B5EF4-FFF2-40B4-BE49-F238E27FC236}">
                <a16:creationId xmlns:a16="http://schemas.microsoft.com/office/drawing/2014/main" id="{B711DE2F-EAC8-4CBC-8C84-A11590A6647A}"/>
              </a:ext>
            </a:extLst>
          </p:cNvPr>
          <p:cNvCxnSpPr>
            <a:stCxn xmlns:a="http://schemas.openxmlformats.org/drawingml/2006/main" id="34" idx="3"/>
            <a:endCxn xmlns:a="http://schemas.openxmlformats.org/drawingml/2006/main" id="35" idx="1"/>
          </p:cNvCxnSpPr>
          <p:nvPr/>
        </p:nvCxnSpPr>
        <p:spPr>
          <a:xfrm xmlns:a="http://schemas.openxmlformats.org/drawingml/2006/main">
            <a:off x="3543300" y="7953375"/>
            <a:ext cx="266700" cy="0"/>
          </a:xfrm>
          <a:prstGeom xmlns:a="http://schemas.openxmlformats.org/drawingml/2006/main" prst="straightConnector1">
            <a:avLst/>
          </a:prstGeom>
          <a:ln xmlns:a="http://schemas.openxmlformats.org/drawingml/2006/main" w="19050">
            <a:solidFill>
              <a:srgbClr val="1E5AA8"/>
            </a:solidFill>
            <a:tailEnd type="arrow" w="med" len="med"/>
          </a:ln>
        </p:spPr>
      </p:cxnSp>
      <p:cxnSp>
        <p:nvCxnSpPr>
          <p:cNvPr id="31" name="">
            <a:extLst xmlns:a="http://schemas.openxmlformats.org/drawingml/2006/main">
              <a:ext uri="{FF2B5EF4-FFF2-40B4-BE49-F238E27FC236}">
                <a16:creationId xmlns:a16="http://schemas.microsoft.com/office/drawing/2014/main" id="{482C7C02-DF27-4471-8989-39ACE0BD7751}"/>
              </a:ext>
            </a:extLst>
          </p:cNvPr>
          <p:cNvCxnSpPr>
            <a:stCxn xmlns:a="http://schemas.openxmlformats.org/drawingml/2006/main" id="25" idx="3"/>
            <a:endCxn xmlns:a="http://schemas.openxmlformats.org/drawingml/2006/main" id="26" idx="1"/>
          </p:cNvCxnSpPr>
          <p:nvPr/>
        </p:nvCxnSpPr>
        <p:spPr>
          <a:xfrm xmlns:a="http://schemas.openxmlformats.org/drawingml/2006/main">
            <a:off x="14516100" y="5810250"/>
            <a:ext cx="266700" cy="0"/>
          </a:xfrm>
          <a:prstGeom xmlns:a="http://schemas.openxmlformats.org/drawingml/2006/main" prst="straightConnector1">
            <a:avLst/>
          </a:prstGeom>
          <a:ln xmlns:a="http://schemas.openxmlformats.org/drawingml/2006/main" w="19050">
            <a:solidFill>
              <a:srgbClr val="1E5AA8"/>
            </a:solidFill>
            <a:tailEnd type="arrow" w="med" len="med"/>
          </a:ln>
        </p:spPr>
      </p:cxnSp>
      <p:cxnSp>
        <p:nvCxnSpPr>
          <p:cNvPr id="30" name="">
            <a:extLst xmlns:a="http://schemas.openxmlformats.org/drawingml/2006/main">
              <a:ext uri="{FF2B5EF4-FFF2-40B4-BE49-F238E27FC236}">
                <a16:creationId xmlns:a16="http://schemas.microsoft.com/office/drawing/2014/main" id="{C69A015E-E0FD-4241-94C3-F657BCA77AD0}"/>
              </a:ext>
            </a:extLst>
          </p:cNvPr>
          <p:cNvCxnSpPr>
            <a:stCxn xmlns:a="http://schemas.openxmlformats.org/drawingml/2006/main" id="24" idx="3"/>
            <a:endCxn xmlns:a="http://schemas.openxmlformats.org/drawingml/2006/main" id="25" idx="1"/>
          </p:cNvCxnSpPr>
          <p:nvPr/>
        </p:nvCxnSpPr>
        <p:spPr>
          <a:xfrm xmlns:a="http://schemas.openxmlformats.org/drawingml/2006/main">
            <a:off x="11772900" y="5810250"/>
            <a:ext cx="266700" cy="0"/>
          </a:xfrm>
          <a:prstGeom xmlns:a="http://schemas.openxmlformats.org/drawingml/2006/main" prst="straightConnector1">
            <a:avLst/>
          </a:prstGeom>
          <a:ln xmlns:a="http://schemas.openxmlformats.org/drawingml/2006/main" w="19050">
            <a:solidFill>
              <a:srgbClr val="1E5AA8"/>
            </a:solidFill>
            <a:tailEnd type="arrow" w="med" len="med"/>
          </a:ln>
        </p:spPr>
      </p:cxnSp>
      <p:cxnSp>
        <p:nvCxnSpPr>
          <p:cNvPr id="29" name="">
            <a:extLst xmlns:a="http://schemas.openxmlformats.org/drawingml/2006/main">
              <a:ext uri="{FF2B5EF4-FFF2-40B4-BE49-F238E27FC236}">
                <a16:creationId xmlns:a16="http://schemas.microsoft.com/office/drawing/2014/main" id="{F8205AEE-4023-465D-86B0-3BC38D907D0F}"/>
              </a:ext>
            </a:extLst>
          </p:cNvPr>
          <p:cNvCxnSpPr>
            <a:stCxn xmlns:a="http://schemas.openxmlformats.org/drawingml/2006/main" id="23" idx="3"/>
            <a:endCxn xmlns:a="http://schemas.openxmlformats.org/drawingml/2006/main" id="24" idx="1"/>
          </p:cNvCxnSpPr>
          <p:nvPr/>
        </p:nvCxnSpPr>
        <p:spPr>
          <a:xfrm xmlns:a="http://schemas.openxmlformats.org/drawingml/2006/main">
            <a:off x="9029700" y="5810250"/>
            <a:ext cx="266700" cy="0"/>
          </a:xfrm>
          <a:prstGeom xmlns:a="http://schemas.openxmlformats.org/drawingml/2006/main" prst="straightConnector1">
            <a:avLst/>
          </a:prstGeom>
          <a:ln xmlns:a="http://schemas.openxmlformats.org/drawingml/2006/main" w="19050">
            <a:solidFill>
              <a:srgbClr val="1E5AA8"/>
            </a:solidFill>
            <a:tailEnd type="arrow" w="med" len="med"/>
          </a:ln>
        </p:spPr>
      </p:cxnSp>
      <p:cxnSp>
        <p:nvCxnSpPr>
          <p:cNvPr id="28" name="">
            <a:extLst xmlns:a="http://schemas.openxmlformats.org/drawingml/2006/main">
              <a:ext uri="{FF2B5EF4-FFF2-40B4-BE49-F238E27FC236}">
                <a16:creationId xmlns:a16="http://schemas.microsoft.com/office/drawing/2014/main" id="{94A1F0A9-8AC6-41E1-9024-70F6895793AB}"/>
              </a:ext>
            </a:extLst>
          </p:cNvPr>
          <p:cNvCxnSpPr>
            <a:stCxn xmlns:a="http://schemas.openxmlformats.org/drawingml/2006/main" id="22" idx="3"/>
            <a:endCxn xmlns:a="http://schemas.openxmlformats.org/drawingml/2006/main" id="23" idx="1"/>
          </p:cNvCxnSpPr>
          <p:nvPr/>
        </p:nvCxnSpPr>
        <p:spPr>
          <a:xfrm xmlns:a="http://schemas.openxmlformats.org/drawingml/2006/main">
            <a:off x="6286500" y="5810250"/>
            <a:ext cx="266700" cy="0"/>
          </a:xfrm>
          <a:prstGeom xmlns:a="http://schemas.openxmlformats.org/drawingml/2006/main" prst="straightConnector1">
            <a:avLst/>
          </a:prstGeom>
          <a:ln xmlns:a="http://schemas.openxmlformats.org/drawingml/2006/main" w="19050">
            <a:solidFill>
              <a:srgbClr val="1E5AA8"/>
            </a:solidFill>
            <a:tailEnd type="arrow" w="med" len="med"/>
          </a:ln>
        </p:spPr>
      </p:cxnSp>
      <p:cxnSp>
        <p:nvCxnSpPr>
          <p:cNvPr id="27" name="">
            <a:extLst xmlns:a="http://schemas.openxmlformats.org/drawingml/2006/main">
              <a:ext uri="{FF2B5EF4-FFF2-40B4-BE49-F238E27FC236}">
                <a16:creationId xmlns:a16="http://schemas.microsoft.com/office/drawing/2014/main" id="{CD90FF40-CD5A-4EEF-A137-6108318D621E}"/>
              </a:ext>
            </a:extLst>
          </p:cNvPr>
          <p:cNvCxnSpPr>
            <a:stCxn xmlns:a="http://schemas.openxmlformats.org/drawingml/2006/main" id="21" idx="3"/>
            <a:endCxn xmlns:a="http://schemas.openxmlformats.org/drawingml/2006/main" id="22" idx="1"/>
          </p:cNvCxnSpPr>
          <p:nvPr/>
        </p:nvCxnSpPr>
        <p:spPr>
          <a:xfrm xmlns:a="http://schemas.openxmlformats.org/drawingml/2006/main">
            <a:off x="3543300" y="5810250"/>
            <a:ext cx="266700" cy="0"/>
          </a:xfrm>
          <a:prstGeom xmlns:a="http://schemas.openxmlformats.org/drawingml/2006/main" prst="straightConnector1">
            <a:avLst/>
          </a:prstGeom>
          <a:ln xmlns:a="http://schemas.openxmlformats.org/drawingml/2006/main" w="19050">
            <a:solidFill>
              <a:srgbClr val="1E5AA8"/>
            </a:solidFill>
            <a:tailEnd type="arrow" w="med" len="med"/>
          </a:ln>
        </p:spPr>
      </p:cxnSp>
      <p:cxnSp>
        <p:nvCxnSpPr>
          <p:cNvPr id="18" name="">
            <a:extLst xmlns:a="http://schemas.openxmlformats.org/drawingml/2006/main">
              <a:ext uri="{FF2B5EF4-FFF2-40B4-BE49-F238E27FC236}">
                <a16:creationId xmlns:a16="http://schemas.microsoft.com/office/drawing/2014/main" id="{73B8BDE2-F890-42D1-A031-403D0A88E45E}"/>
              </a:ext>
            </a:extLst>
          </p:cNvPr>
          <p:cNvCxnSpPr>
            <a:stCxn xmlns:a="http://schemas.openxmlformats.org/drawingml/2006/main" id="12" idx="3"/>
            <a:endCxn xmlns:a="http://schemas.openxmlformats.org/drawingml/2006/main" id="13" idx="1"/>
          </p:cNvCxnSpPr>
          <p:nvPr/>
        </p:nvCxnSpPr>
        <p:spPr>
          <a:xfrm xmlns:a="http://schemas.openxmlformats.org/drawingml/2006/main">
            <a:off x="14516100" y="3667125"/>
            <a:ext cx="266700" cy="0"/>
          </a:xfrm>
          <a:prstGeom xmlns:a="http://schemas.openxmlformats.org/drawingml/2006/main" prst="straightConnector1">
            <a:avLst/>
          </a:prstGeom>
          <a:ln xmlns:a="http://schemas.openxmlformats.org/drawingml/2006/main" w="19050">
            <a:solidFill>
              <a:srgbClr val="1E5AA8"/>
            </a:solidFill>
            <a:tailEnd type="arrow" w="med" len="med"/>
          </a:ln>
        </p:spPr>
      </p:cxnSp>
      <p:cxnSp>
        <p:nvCxnSpPr>
          <p:cNvPr id="17" name="">
            <a:extLst xmlns:a="http://schemas.openxmlformats.org/drawingml/2006/main">
              <a:ext uri="{FF2B5EF4-FFF2-40B4-BE49-F238E27FC236}">
                <a16:creationId xmlns:a16="http://schemas.microsoft.com/office/drawing/2014/main" id="{53BE1777-346E-481E-AE82-AB4AEA054AD4}"/>
              </a:ext>
            </a:extLst>
          </p:cNvPr>
          <p:cNvCxnSpPr>
            <a:stCxn xmlns:a="http://schemas.openxmlformats.org/drawingml/2006/main" id="11" idx="3"/>
            <a:endCxn xmlns:a="http://schemas.openxmlformats.org/drawingml/2006/main" id="12" idx="1"/>
          </p:cNvCxnSpPr>
          <p:nvPr/>
        </p:nvCxnSpPr>
        <p:spPr>
          <a:xfrm xmlns:a="http://schemas.openxmlformats.org/drawingml/2006/main">
            <a:off x="11772900" y="3667125"/>
            <a:ext cx="266700" cy="0"/>
          </a:xfrm>
          <a:prstGeom xmlns:a="http://schemas.openxmlformats.org/drawingml/2006/main" prst="straightConnector1">
            <a:avLst/>
          </a:prstGeom>
          <a:ln xmlns:a="http://schemas.openxmlformats.org/drawingml/2006/main" w="19050">
            <a:solidFill>
              <a:srgbClr val="1E5AA8"/>
            </a:solidFill>
            <a:tailEnd type="arrow" w="med" len="med"/>
          </a:ln>
        </p:spPr>
      </p:cxnSp>
      <p:cxnSp>
        <p:nvCxnSpPr>
          <p:cNvPr id="16" name="">
            <a:extLst xmlns:a="http://schemas.openxmlformats.org/drawingml/2006/main">
              <a:ext uri="{FF2B5EF4-FFF2-40B4-BE49-F238E27FC236}">
                <a16:creationId xmlns:a16="http://schemas.microsoft.com/office/drawing/2014/main" id="{A9D5E538-44CB-4958-80C2-590B35342A79}"/>
              </a:ext>
            </a:extLst>
          </p:cNvPr>
          <p:cNvCxnSpPr>
            <a:stCxn xmlns:a="http://schemas.openxmlformats.org/drawingml/2006/main" id="10" idx="3"/>
            <a:endCxn xmlns:a="http://schemas.openxmlformats.org/drawingml/2006/main" id="11" idx="1"/>
          </p:cNvCxnSpPr>
          <p:nvPr/>
        </p:nvCxnSpPr>
        <p:spPr>
          <a:xfrm xmlns:a="http://schemas.openxmlformats.org/drawingml/2006/main">
            <a:off x="9029700" y="3667125"/>
            <a:ext cx="266700" cy="0"/>
          </a:xfrm>
          <a:prstGeom xmlns:a="http://schemas.openxmlformats.org/drawingml/2006/main" prst="straightConnector1">
            <a:avLst/>
          </a:prstGeom>
          <a:ln xmlns:a="http://schemas.openxmlformats.org/drawingml/2006/main" w="19050">
            <a:solidFill>
              <a:srgbClr val="1E5AA8"/>
            </a:solidFill>
            <a:tailEnd type="arrow" w="med" len="med"/>
          </a:ln>
        </p:spPr>
      </p:cxnSp>
      <p:cxnSp>
        <p:nvCxnSpPr>
          <p:cNvPr id="15" name="">
            <a:extLst xmlns:a="http://schemas.openxmlformats.org/drawingml/2006/main">
              <a:ext uri="{FF2B5EF4-FFF2-40B4-BE49-F238E27FC236}">
                <a16:creationId xmlns:a16="http://schemas.microsoft.com/office/drawing/2014/main" id="{517DCA77-E41F-4682-A788-82C178172C5E}"/>
              </a:ext>
            </a:extLst>
          </p:cNvPr>
          <p:cNvCxnSpPr>
            <a:stCxn xmlns:a="http://schemas.openxmlformats.org/drawingml/2006/main" id="9" idx="3"/>
            <a:endCxn xmlns:a="http://schemas.openxmlformats.org/drawingml/2006/main" id="10" idx="1"/>
          </p:cNvCxnSpPr>
          <p:nvPr/>
        </p:nvCxnSpPr>
        <p:spPr>
          <a:xfrm xmlns:a="http://schemas.openxmlformats.org/drawingml/2006/main">
            <a:off x="6286500" y="3667125"/>
            <a:ext cx="266700" cy="0"/>
          </a:xfrm>
          <a:prstGeom xmlns:a="http://schemas.openxmlformats.org/drawingml/2006/main" prst="straightConnector1">
            <a:avLst/>
          </a:prstGeom>
          <a:ln xmlns:a="http://schemas.openxmlformats.org/drawingml/2006/main" w="19050">
            <a:solidFill>
              <a:srgbClr val="1E5AA8"/>
            </a:solidFill>
            <a:tailEnd type="arrow" w="med" len="med"/>
          </a:ln>
        </p:spPr>
      </p:cxnSp>
      <p:cxnSp>
        <p:nvCxnSpPr>
          <p:cNvPr id="14" name="">
            <a:extLst xmlns:a="http://schemas.openxmlformats.org/drawingml/2006/main">
              <a:ext uri="{FF2B5EF4-FFF2-40B4-BE49-F238E27FC236}">
                <a16:creationId xmlns:a16="http://schemas.microsoft.com/office/drawing/2014/main" id="{622E907C-EC61-437E-8D40-A3D64EA27574}"/>
              </a:ext>
            </a:extLst>
          </p:cNvPr>
          <p:cNvCxnSpPr>
            <a:stCxn xmlns:a="http://schemas.openxmlformats.org/drawingml/2006/main" id="8" idx="3"/>
            <a:endCxn xmlns:a="http://schemas.openxmlformats.org/drawingml/2006/main" id="9" idx="1"/>
          </p:cNvCxnSpPr>
          <p:nvPr/>
        </p:nvCxnSpPr>
        <p:spPr>
          <a:xfrm xmlns:a="http://schemas.openxmlformats.org/drawingml/2006/main">
            <a:off x="3543300" y="3667125"/>
            <a:ext cx="266700" cy="0"/>
          </a:xfrm>
          <a:prstGeom xmlns:a="http://schemas.openxmlformats.org/drawingml/2006/main" prst="straightConnector1">
            <a:avLst/>
          </a:prstGeom>
          <a:ln xmlns:a="http://schemas.openxmlformats.org/drawingml/2006/main" w="19050">
            <a:solidFill>
              <a:srgbClr val="1E5AA8"/>
            </a:solidFill>
            <a:tailEnd type="arrow" w="med" len="med"/>
          </a:ln>
        </p:spPr>
      </p:cxnSp>
      <p:sp>
        <p:nvSpPr>
          <p:cNvPr id="46" name="Ba luồng người dùng">
            <a:extLst xmlns:a="http://schemas.openxmlformats.org/drawingml/2006/main">
              <a:ext uri="{FF2B5EF4-FFF2-40B4-BE49-F238E27FC236}">
                <a16:creationId xmlns:a16="http://schemas.microsoft.com/office/drawing/2014/main" id="{64626D8A-064E-4B59-9564-33B1D58BCCCF}"/>
              </a:ext>
            </a:extLst>
          </p:cNvPr>
          <p:cNvSpPr>
            <a:spLocks xmlns:a="http://schemas.openxmlformats.org/drawingml/2006/main" noGrp="1"/>
          </p:cNvSpPr>
          <p:nvPr/>
        </p:nvSpPr>
        <p:spPr>
          <a:xfrm xmlns:a="http://schemas.openxmlformats.org/drawingml/2006/main">
            <a:off x="952500" y="619125"/>
            <a:ext cx="16192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4350" b="1">
                <a:solidFill>
                  <a:srgbClr val="1E5AA8"/>
                </a:solidFill>
                <a:latin typeface="Noto Sans"/>
                <a:ea typeface="Noto Sans"/>
                <a:cs typeface="Noto Sans"/>
              </a:defRPr>
            </a:defPPr>
            <a:lvl1pPr>
              <a:defRPr sz="4350" b="1">
                <a:solidFill>
                  <a:srgbClr val="1E5AA8"/>
                </a:solidFill>
                <a:latin typeface="Noto Sans"/>
                <a:ea typeface="Noto Sans"/>
                <a:cs typeface="Noto Sans"/>
              </a:defRPr>
            </a:lvl1pPr>
            <a:lvl2pPr>
              <a:defRPr sz="4350" b="1">
                <a:solidFill>
                  <a:srgbClr val="1E5AA8"/>
                </a:solidFill>
                <a:latin typeface="Noto Sans"/>
                <a:ea typeface="Noto Sans"/>
                <a:cs typeface="Noto Sans"/>
              </a:defRPr>
            </a:lvl2pPr>
            <a:lvl3pPr>
              <a:defRPr sz="4350" b="1">
                <a:solidFill>
                  <a:srgbClr val="1E5AA8"/>
                </a:solidFill>
                <a:latin typeface="Noto Sans"/>
                <a:ea typeface="Noto Sans"/>
                <a:cs typeface="Noto Sans"/>
              </a:defRPr>
            </a:lvl3pPr>
            <a:lvl4pPr>
              <a:defRPr sz="4350" b="1">
                <a:solidFill>
                  <a:srgbClr val="1E5AA8"/>
                </a:solidFill>
                <a:latin typeface="Noto Sans"/>
                <a:ea typeface="Noto Sans"/>
                <a:cs typeface="Noto Sans"/>
              </a:defRPr>
            </a:lvl4pPr>
            <a:lvl5pPr>
              <a:defRPr sz="4350" b="1">
                <a:solidFill>
                  <a:srgbClr val="1E5AA8"/>
                </a:solidFill>
                <a:latin typeface="Noto Sans"/>
                <a:ea typeface="Noto Sans"/>
                <a:cs typeface="Noto Sans"/>
              </a:defRPr>
            </a:lvl5pPr>
            <a:lvl6pPr>
              <a:defRPr sz="4350" b="1">
                <a:solidFill>
                  <a:srgbClr val="1E5AA8"/>
                </a:solidFill>
                <a:latin typeface="Noto Sans"/>
                <a:ea typeface="Noto Sans"/>
                <a:cs typeface="Noto Sans"/>
              </a:defRPr>
            </a:lvl6pPr>
            <a:lvl7pPr>
              <a:defRPr sz="4350" b="1">
                <a:solidFill>
                  <a:srgbClr val="1E5AA8"/>
                </a:solidFill>
                <a:latin typeface="Noto Sans"/>
                <a:ea typeface="Noto Sans"/>
                <a:cs typeface="Noto Sans"/>
              </a:defRPr>
            </a:lvl7pPr>
            <a:lvl8pPr>
              <a:defRPr sz="4350" b="1">
                <a:solidFill>
                  <a:srgbClr val="1E5AA8"/>
                </a:solidFill>
                <a:latin typeface="Noto Sans"/>
                <a:ea typeface="Noto Sans"/>
                <a:cs typeface="Noto Sans"/>
              </a:defRPr>
            </a:lvl8pPr>
            <a:lvl9pPr>
              <a:defRPr sz="4350" b="1">
                <a:solidFill>
                  <a:srgbClr val="1E5AA8"/>
                </a:solidFill>
                <a:latin typeface="Noto Sans"/>
                <a:ea typeface="Noto Sans"/>
                <a:cs typeface="Noto Sans"/>
              </a:defRPr>
            </a:lvl9pPr>
          </a:lstStyle>
          <a:p xmlns:a="http://schemas.openxmlformats.org/drawingml/2006/main">
            <a:pPr>
              <a:defRPr sz="4350" b="1">
                <a:solidFill>
                  <a:srgbClr val="1E5AA8"/>
                </a:solidFill>
                <a:latin typeface="Noto Sans"/>
                <a:ea typeface="Noto Sans"/>
                <a:cs typeface="Noto Sans"/>
              </a:defRPr>
            </a:pPr>
            <a:r>
              <a:rPr sz="4350" b="1">
                <a:solidFill>
                  <a:srgbClr val="1E5AA8"/>
                </a:solidFill>
                <a:latin typeface="Noto Sans"/>
                <a:ea typeface="Noto Sans"/>
                <a:cs typeface="Noto Sans"/>
              </a:rPr>
              <a:t>Ba luồng người dùng</a:t>
            </a:r>
          </a:p>
        </p:txBody>
      </p:sp>
      <p:sp>
        <p:nvSpPr>
          <p:cNvPr id="2" name="Mỗi luồng có điểm bắt đầu, đích hoàn thành và nhánh thay thế">
            <a:extLst xmlns:a="http://schemas.openxmlformats.org/drawingml/2006/main">
              <a:ext uri="{FF2B5EF4-FFF2-40B4-BE49-F238E27FC236}">
                <a16:creationId xmlns:a16="http://schemas.microsoft.com/office/drawing/2014/main" id="{13F5E9A1-79CF-4394-8666-5A1F9AC2A5FD}"/>
              </a:ext>
            </a:extLst>
          </p:cNvPr>
          <p:cNvSpPr>
            <a:spLocks xmlns:a="http://schemas.openxmlformats.org/drawingml/2006/main" noGrp="1"/>
          </p:cNvSpPr>
          <p:nvPr/>
        </p:nvSpPr>
        <p:spPr>
          <a:xfrm xmlns:a="http://schemas.openxmlformats.org/drawingml/2006/main">
            <a:off x="990600" y="1600200"/>
            <a:ext cx="1600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0">
                <a:solidFill>
                  <a:srgbClr val="424751"/>
                </a:solidFill>
                <a:latin typeface="Noto Sans"/>
                <a:ea typeface="Noto Sans"/>
                <a:cs typeface="Noto Sans"/>
              </a:defRPr>
            </a:defPPr>
            <a:lvl1pPr>
              <a:defRPr sz="2250" b="0">
                <a:solidFill>
                  <a:srgbClr val="424751"/>
                </a:solidFill>
                <a:latin typeface="Noto Sans"/>
                <a:ea typeface="Noto Sans"/>
                <a:cs typeface="Noto Sans"/>
              </a:defRPr>
            </a:lvl1pPr>
            <a:lvl2pPr>
              <a:defRPr sz="2250" b="0">
                <a:solidFill>
                  <a:srgbClr val="424751"/>
                </a:solidFill>
                <a:latin typeface="Noto Sans"/>
                <a:ea typeface="Noto Sans"/>
                <a:cs typeface="Noto Sans"/>
              </a:defRPr>
            </a:lvl2pPr>
            <a:lvl3pPr>
              <a:defRPr sz="2250" b="0">
                <a:solidFill>
                  <a:srgbClr val="424751"/>
                </a:solidFill>
                <a:latin typeface="Noto Sans"/>
                <a:ea typeface="Noto Sans"/>
                <a:cs typeface="Noto Sans"/>
              </a:defRPr>
            </a:lvl3pPr>
            <a:lvl4pPr>
              <a:defRPr sz="2250" b="0">
                <a:solidFill>
                  <a:srgbClr val="424751"/>
                </a:solidFill>
                <a:latin typeface="Noto Sans"/>
                <a:ea typeface="Noto Sans"/>
                <a:cs typeface="Noto Sans"/>
              </a:defRPr>
            </a:lvl4pPr>
            <a:lvl5pPr>
              <a:defRPr sz="2250" b="0">
                <a:solidFill>
                  <a:srgbClr val="424751"/>
                </a:solidFill>
                <a:latin typeface="Noto Sans"/>
                <a:ea typeface="Noto Sans"/>
                <a:cs typeface="Noto Sans"/>
              </a:defRPr>
            </a:lvl5pPr>
            <a:lvl6pPr>
              <a:defRPr sz="2250" b="0">
                <a:solidFill>
                  <a:srgbClr val="424751"/>
                </a:solidFill>
                <a:latin typeface="Noto Sans"/>
                <a:ea typeface="Noto Sans"/>
                <a:cs typeface="Noto Sans"/>
              </a:defRPr>
            </a:lvl6pPr>
            <a:lvl7pPr>
              <a:defRPr sz="2250" b="0">
                <a:solidFill>
                  <a:srgbClr val="424751"/>
                </a:solidFill>
                <a:latin typeface="Noto Sans"/>
                <a:ea typeface="Noto Sans"/>
                <a:cs typeface="Noto Sans"/>
              </a:defRPr>
            </a:lvl7pPr>
            <a:lvl8pPr>
              <a:defRPr sz="2250" b="0">
                <a:solidFill>
                  <a:srgbClr val="424751"/>
                </a:solidFill>
                <a:latin typeface="Noto Sans"/>
                <a:ea typeface="Noto Sans"/>
                <a:cs typeface="Noto Sans"/>
              </a:defRPr>
            </a:lvl8pPr>
            <a:lvl9pPr>
              <a:defRPr sz="2250" b="0">
                <a:solidFill>
                  <a:srgbClr val="424751"/>
                </a:solidFill>
                <a:latin typeface="Noto Sans"/>
                <a:ea typeface="Noto Sans"/>
                <a:cs typeface="Noto Sans"/>
              </a:defRPr>
            </a:lvl9pPr>
          </a:lstStyle>
          <a:p xmlns:a="http://schemas.openxmlformats.org/drawingml/2006/main">
            <a:pPr>
              <a:defRPr sz="2250" b="0">
                <a:solidFill>
                  <a:srgbClr val="424751"/>
                </a:solidFill>
                <a:latin typeface="Noto Sans"/>
                <a:ea typeface="Noto Sans"/>
                <a:cs typeface="Noto Sans"/>
              </a:defRPr>
            </a:pPr>
            <a:r>
              <a:rPr sz="2250" b="0">
                <a:solidFill>
                  <a:srgbClr val="424751"/>
                </a:solidFill>
                <a:latin typeface="Noto Sans"/>
                <a:ea typeface="Noto Sans"/>
                <a:cs typeface="Noto Sans"/>
              </a:rPr>
              <a:t>Mỗi luồng có điểm bắt đầu, đích hoàn thành và nhánh thay thế hoặc phục hồi.</a:t>
            </a:r>
          </a:p>
        </p:txBody>
      </p:sp>
      <p:sp>
        <p:nvSpPr>
          <p:cNvPr id="3" name="04 / 12">
            <a:extLst xmlns:a="http://schemas.openxmlformats.org/drawingml/2006/main">
              <a:ext uri="{FF2B5EF4-FFF2-40B4-BE49-F238E27FC236}">
                <a16:creationId xmlns:a16="http://schemas.microsoft.com/office/drawing/2014/main" id="{41BCBC3E-6E40-4602-A6B1-B54EE816FCCB}"/>
              </a:ext>
            </a:extLst>
          </p:cNvPr>
          <p:cNvSpPr>
            <a:spLocks xmlns:a="http://schemas.openxmlformats.org/drawingml/2006/main" noGrp="1"/>
          </p:cNvSpPr>
          <p:nvPr/>
        </p:nvSpPr>
        <p:spPr>
          <a:xfrm xmlns:a="http://schemas.openxmlformats.org/drawingml/2006/main">
            <a:off x="16097250" y="72390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0">
                <a:solidFill>
                  <a:srgbClr val="424751"/>
                </a:solidFill>
                <a:latin typeface="Noto Sans"/>
                <a:ea typeface="Noto Sans"/>
                <a:cs typeface="Noto Sans"/>
              </a:defRPr>
            </a:defPPr>
            <a:lvl1pPr>
              <a:defRPr sz="1800" b="0">
                <a:solidFill>
                  <a:srgbClr val="424751"/>
                </a:solidFill>
                <a:latin typeface="Noto Sans"/>
                <a:ea typeface="Noto Sans"/>
                <a:cs typeface="Noto Sans"/>
              </a:defRPr>
            </a:lvl1pPr>
            <a:lvl2pPr>
              <a:defRPr sz="1800" b="0">
                <a:solidFill>
                  <a:srgbClr val="424751"/>
                </a:solidFill>
                <a:latin typeface="Noto Sans"/>
                <a:ea typeface="Noto Sans"/>
                <a:cs typeface="Noto Sans"/>
              </a:defRPr>
            </a:lvl2pPr>
            <a:lvl3pPr>
              <a:defRPr sz="1800" b="0">
                <a:solidFill>
                  <a:srgbClr val="424751"/>
                </a:solidFill>
                <a:latin typeface="Noto Sans"/>
                <a:ea typeface="Noto Sans"/>
                <a:cs typeface="Noto Sans"/>
              </a:defRPr>
            </a:lvl3pPr>
            <a:lvl4pPr>
              <a:defRPr sz="1800" b="0">
                <a:solidFill>
                  <a:srgbClr val="424751"/>
                </a:solidFill>
                <a:latin typeface="Noto Sans"/>
                <a:ea typeface="Noto Sans"/>
                <a:cs typeface="Noto Sans"/>
              </a:defRPr>
            </a:lvl4pPr>
            <a:lvl5pPr>
              <a:defRPr sz="1800" b="0">
                <a:solidFill>
                  <a:srgbClr val="424751"/>
                </a:solidFill>
                <a:latin typeface="Noto Sans"/>
                <a:ea typeface="Noto Sans"/>
                <a:cs typeface="Noto Sans"/>
              </a:defRPr>
            </a:lvl5pPr>
            <a:lvl6pPr>
              <a:defRPr sz="1800" b="0">
                <a:solidFill>
                  <a:srgbClr val="424751"/>
                </a:solidFill>
                <a:latin typeface="Noto Sans"/>
                <a:ea typeface="Noto Sans"/>
                <a:cs typeface="Noto Sans"/>
              </a:defRPr>
            </a:lvl6pPr>
            <a:lvl7pPr>
              <a:defRPr sz="1800" b="0">
                <a:solidFill>
                  <a:srgbClr val="424751"/>
                </a:solidFill>
                <a:latin typeface="Noto Sans"/>
                <a:ea typeface="Noto Sans"/>
                <a:cs typeface="Noto Sans"/>
              </a:defRPr>
            </a:lvl7pPr>
            <a:lvl8pPr>
              <a:defRPr sz="1800" b="0">
                <a:solidFill>
                  <a:srgbClr val="424751"/>
                </a:solidFill>
                <a:latin typeface="Noto Sans"/>
                <a:ea typeface="Noto Sans"/>
                <a:cs typeface="Noto Sans"/>
              </a:defRPr>
            </a:lvl8pPr>
            <a:lvl9pPr>
              <a:defRPr sz="1800" b="0">
                <a:solidFill>
                  <a:srgbClr val="424751"/>
                </a:solidFill>
                <a:latin typeface="Noto Sans"/>
                <a:ea typeface="Noto Sans"/>
                <a:cs typeface="Noto Sans"/>
              </a:defRPr>
            </a:lvl9pPr>
          </a:lstStyle>
          <a:p xmlns:a="http://schemas.openxmlformats.org/drawingml/2006/main">
            <a:pPr>
              <a:defRPr sz="1800" b="0">
                <a:solidFill>
                  <a:srgbClr val="424751"/>
                </a:solidFill>
                <a:latin typeface="Noto Sans"/>
                <a:ea typeface="Noto Sans"/>
                <a:cs typeface="Noto Sans"/>
              </a:defRPr>
            </a:pPr>
            <a:r>
              <a:rPr sz="1800" b="0">
                <a:solidFill>
                  <a:srgbClr val="424751"/>
                </a:solidFill>
                <a:latin typeface="Noto Sans"/>
                <a:ea typeface="Noto Sans"/>
                <a:cs typeface="Noto Sans"/>
              </a:rPr>
              <a:t>04 / 12</a:t>
            </a:r>
          </a:p>
        </p:txBody>
      </p:sp>
      <p:sp>
        <p:nvSpPr>
          <p:cNvPr id="4" name="Nguồn">
            <a:extLst xmlns:a="http://schemas.openxmlformats.org/drawingml/2006/main">
              <a:ext uri="{FF2B5EF4-FFF2-40B4-BE49-F238E27FC236}">
                <a16:creationId xmlns:a16="http://schemas.microsoft.com/office/drawing/2014/main" id="{B74009B7-2B0D-4A03-9875-60A9AC112573}"/>
              </a:ext>
            </a:extLst>
          </p:cNvPr>
          <p:cNvSpPr>
            <a:spLocks xmlns:a="http://schemas.openxmlformats.org/drawingml/2006/main" noGrp="1"/>
          </p:cNvSpPr>
          <p:nvPr/>
        </p:nvSpPr>
        <p:spPr>
          <a:xfrm xmlns:a="http://schemas.openxmlformats.org/drawingml/2006/main">
            <a:off x="990600" y="9467850"/>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424751"/>
                </a:solidFill>
                <a:latin typeface="Noto Sans"/>
                <a:ea typeface="Noto Sans"/>
                <a:cs typeface="Noto Sans"/>
              </a:defRPr>
            </a:defPPr>
            <a:lvl1pPr>
              <a:defRPr sz="1650" b="0">
                <a:solidFill>
                  <a:srgbClr val="424751"/>
                </a:solidFill>
                <a:latin typeface="Noto Sans"/>
                <a:ea typeface="Noto Sans"/>
                <a:cs typeface="Noto Sans"/>
              </a:defRPr>
            </a:lvl1pPr>
            <a:lvl2pPr>
              <a:defRPr sz="1650" b="0">
                <a:solidFill>
                  <a:srgbClr val="424751"/>
                </a:solidFill>
                <a:latin typeface="Noto Sans"/>
                <a:ea typeface="Noto Sans"/>
                <a:cs typeface="Noto Sans"/>
              </a:defRPr>
            </a:lvl2pPr>
            <a:lvl3pPr>
              <a:defRPr sz="1650" b="0">
                <a:solidFill>
                  <a:srgbClr val="424751"/>
                </a:solidFill>
                <a:latin typeface="Noto Sans"/>
                <a:ea typeface="Noto Sans"/>
                <a:cs typeface="Noto Sans"/>
              </a:defRPr>
            </a:lvl3pPr>
            <a:lvl4pPr>
              <a:defRPr sz="1650" b="0">
                <a:solidFill>
                  <a:srgbClr val="424751"/>
                </a:solidFill>
                <a:latin typeface="Noto Sans"/>
                <a:ea typeface="Noto Sans"/>
                <a:cs typeface="Noto Sans"/>
              </a:defRPr>
            </a:lvl4pPr>
            <a:lvl5pPr>
              <a:defRPr sz="1650" b="0">
                <a:solidFill>
                  <a:srgbClr val="424751"/>
                </a:solidFill>
                <a:latin typeface="Noto Sans"/>
                <a:ea typeface="Noto Sans"/>
                <a:cs typeface="Noto Sans"/>
              </a:defRPr>
            </a:lvl5pPr>
            <a:lvl6pPr>
              <a:defRPr sz="1650" b="0">
                <a:solidFill>
                  <a:srgbClr val="424751"/>
                </a:solidFill>
                <a:latin typeface="Noto Sans"/>
                <a:ea typeface="Noto Sans"/>
                <a:cs typeface="Noto Sans"/>
              </a:defRPr>
            </a:lvl6pPr>
            <a:lvl7pPr>
              <a:defRPr sz="1650" b="0">
                <a:solidFill>
                  <a:srgbClr val="424751"/>
                </a:solidFill>
                <a:latin typeface="Noto Sans"/>
                <a:ea typeface="Noto Sans"/>
                <a:cs typeface="Noto Sans"/>
              </a:defRPr>
            </a:lvl7pPr>
            <a:lvl8pPr>
              <a:defRPr sz="1650" b="0">
                <a:solidFill>
                  <a:srgbClr val="424751"/>
                </a:solidFill>
                <a:latin typeface="Noto Sans"/>
                <a:ea typeface="Noto Sans"/>
                <a:cs typeface="Noto Sans"/>
              </a:defRPr>
            </a:lvl8pPr>
            <a:lvl9pPr>
              <a:defRPr sz="1650" b="0">
                <a:solidFill>
                  <a:srgbClr val="424751"/>
                </a:solidFill>
                <a:latin typeface="Noto Sans"/>
                <a:ea typeface="Noto Sans"/>
                <a:cs typeface="Noto Sans"/>
              </a:defRPr>
            </a:lvl9pPr>
          </a:lstStyle>
          <a:p xmlns:a="http://schemas.openxmlformats.org/drawingml/2006/main">
            <a:pPr>
              <a:defRPr sz="1650" b="0">
                <a:solidFill>
                  <a:srgbClr val="424751"/>
                </a:solidFill>
                <a:latin typeface="Noto Sans"/>
                <a:ea typeface="Noto Sans"/>
                <a:cs typeface="Noto Sans"/>
              </a:defRPr>
            </a:pPr>
            <a:r>
              <a:rPr sz="1650" b="0">
                <a:solidFill>
                  <a:srgbClr val="424751"/>
                </a:solidFill>
                <a:latin typeface="Noto Sans"/>
                <a:ea typeface="Noto Sans"/>
                <a:cs typeface="Noto Sans"/>
              </a:rPr>
              <a:t>Nguồn</a:t>
            </a:r>
          </a:p>
        </p:txBody>
      </p:sp>
      <p:sp>
        <p:nvSpPr>
          <p:cNvPr id="5" name="Đặc tả ba flow">
            <a:extLst xmlns:a="http://schemas.openxmlformats.org/drawingml/2006/main">
              <a:ext uri="{FF2B5EF4-FFF2-40B4-BE49-F238E27FC236}">
                <a16:creationId xmlns:a16="http://schemas.microsoft.com/office/drawing/2014/main" id="{6406C478-14A9-4CBF-B5F9-1D82B591B778}"/>
              </a:ext>
            </a:extLst>
          </p:cNvPr>
          <p:cNvSpPr>
            <a:spLocks xmlns:a="http://schemas.openxmlformats.org/drawingml/2006/main" noGrp="1"/>
          </p:cNvSpPr>
          <p:nvPr/>
        </p:nvSpPr>
        <p:spPr>
          <a:xfrm xmlns:a="http://schemas.openxmlformats.org/drawingml/2006/main">
            <a:off x="2047875" y="9467850"/>
            <a:ext cx="5000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1E5AA8"/>
                </a:solidFill>
                <a:latin typeface="Noto Sans"/>
                <a:ea typeface="Noto Sans"/>
                <a:cs typeface="Noto Sans"/>
              </a:defRPr>
            </a:defPPr>
            <a:lvl1pPr>
              <a:defRPr sz="1650" b="0">
                <a:solidFill>
                  <a:srgbClr val="1E5AA8"/>
                </a:solidFill>
                <a:latin typeface="Noto Sans"/>
                <a:ea typeface="Noto Sans"/>
                <a:cs typeface="Noto Sans"/>
              </a:defRPr>
            </a:lvl1pPr>
            <a:lvl2pPr>
              <a:defRPr sz="1650" b="0">
                <a:solidFill>
                  <a:srgbClr val="1E5AA8"/>
                </a:solidFill>
                <a:latin typeface="Noto Sans"/>
                <a:ea typeface="Noto Sans"/>
                <a:cs typeface="Noto Sans"/>
              </a:defRPr>
            </a:lvl2pPr>
            <a:lvl3pPr>
              <a:defRPr sz="1650" b="0">
                <a:solidFill>
                  <a:srgbClr val="1E5AA8"/>
                </a:solidFill>
                <a:latin typeface="Noto Sans"/>
                <a:ea typeface="Noto Sans"/>
                <a:cs typeface="Noto Sans"/>
              </a:defRPr>
            </a:lvl3pPr>
            <a:lvl4pPr>
              <a:defRPr sz="1650" b="0">
                <a:solidFill>
                  <a:srgbClr val="1E5AA8"/>
                </a:solidFill>
                <a:latin typeface="Noto Sans"/>
                <a:ea typeface="Noto Sans"/>
                <a:cs typeface="Noto Sans"/>
              </a:defRPr>
            </a:lvl4pPr>
            <a:lvl5pPr>
              <a:defRPr sz="1650" b="0">
                <a:solidFill>
                  <a:srgbClr val="1E5AA8"/>
                </a:solidFill>
                <a:latin typeface="Noto Sans"/>
                <a:ea typeface="Noto Sans"/>
                <a:cs typeface="Noto Sans"/>
              </a:defRPr>
            </a:lvl5pPr>
            <a:lvl6pPr>
              <a:defRPr sz="1650" b="0">
                <a:solidFill>
                  <a:srgbClr val="1E5AA8"/>
                </a:solidFill>
                <a:latin typeface="Noto Sans"/>
                <a:ea typeface="Noto Sans"/>
                <a:cs typeface="Noto Sans"/>
              </a:defRPr>
            </a:lvl6pPr>
            <a:lvl7pPr>
              <a:defRPr sz="1650" b="0">
                <a:solidFill>
                  <a:srgbClr val="1E5AA8"/>
                </a:solidFill>
                <a:latin typeface="Noto Sans"/>
                <a:ea typeface="Noto Sans"/>
                <a:cs typeface="Noto Sans"/>
              </a:defRPr>
            </a:lvl7pPr>
            <a:lvl8pPr>
              <a:defRPr sz="1650" b="0">
                <a:solidFill>
                  <a:srgbClr val="1E5AA8"/>
                </a:solidFill>
                <a:latin typeface="Noto Sans"/>
                <a:ea typeface="Noto Sans"/>
                <a:cs typeface="Noto Sans"/>
              </a:defRPr>
            </a:lvl8pPr>
            <a:lvl9pPr>
              <a:defRPr sz="1650" b="0">
                <a:solidFill>
                  <a:srgbClr val="1E5AA8"/>
                </a:solidFill>
                <a:latin typeface="Noto Sans"/>
                <a:ea typeface="Noto Sans"/>
                <a:cs typeface="Noto Sans"/>
              </a:defRPr>
            </a:lvl9pPr>
          </a:lstStyle>
          <a:p xmlns:a="http://schemas.openxmlformats.org/drawingml/2006/main">
            <a:pPr>
              <a:defRPr sz="1650" b="0">
                <a:solidFill>
                  <a:srgbClr val="1E5AA8"/>
                </a:solidFill>
                <a:latin typeface="Noto Sans"/>
                <a:ea typeface="Noto Sans"/>
                <a:cs typeface="Noto Sans"/>
              </a:defRPr>
            </a:pPr>
            <a:r>
              <a:rPr sz="1650" b="0">
                <a:solidFill>
                  <a:srgbClr val="1E5AA8"/>
                </a:solidFill>
                <a:latin typeface="Noto Sans"/>
                <a:ea typeface="Noto Sans"/>
                <a:cs typeface="Noto Sans"/>
                <a:hlinkClick xmlns:r="http://schemas.openxmlformats.org/officeDocument/2006/relationships" r:id="R86cded2b8638479e"/>
              </a:rPr>
              <a:t>Đặc tả ba flow</a:t>
            </a:r>
          </a:p>
        </p:txBody>
      </p:sp>
      <p:sp>
        <p:nvSpPr>
          <p:cNvPr id="6" name="Figma 06 Prototype">
            <a:extLst xmlns:a="http://schemas.openxmlformats.org/drawingml/2006/main">
              <a:ext uri="{FF2B5EF4-FFF2-40B4-BE49-F238E27FC236}">
                <a16:creationId xmlns:a16="http://schemas.microsoft.com/office/drawing/2014/main" id="{EA6AB748-7EEC-450D-9B59-AC69B3A1A1F7}"/>
              </a:ext>
            </a:extLst>
          </p:cNvPr>
          <p:cNvSpPr>
            <a:spLocks xmlns:a="http://schemas.openxmlformats.org/drawingml/2006/main" noGrp="1"/>
          </p:cNvSpPr>
          <p:nvPr/>
        </p:nvSpPr>
        <p:spPr>
          <a:xfrm xmlns:a="http://schemas.openxmlformats.org/drawingml/2006/main">
            <a:off x="7191375" y="9467850"/>
            <a:ext cx="5000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1E5AA8"/>
                </a:solidFill>
                <a:latin typeface="Noto Sans"/>
                <a:ea typeface="Noto Sans"/>
                <a:cs typeface="Noto Sans"/>
              </a:defRPr>
            </a:defPPr>
            <a:lvl1pPr>
              <a:defRPr sz="1650" b="0">
                <a:solidFill>
                  <a:srgbClr val="1E5AA8"/>
                </a:solidFill>
                <a:latin typeface="Noto Sans"/>
                <a:ea typeface="Noto Sans"/>
                <a:cs typeface="Noto Sans"/>
              </a:defRPr>
            </a:lvl1pPr>
            <a:lvl2pPr>
              <a:defRPr sz="1650" b="0">
                <a:solidFill>
                  <a:srgbClr val="1E5AA8"/>
                </a:solidFill>
                <a:latin typeface="Noto Sans"/>
                <a:ea typeface="Noto Sans"/>
                <a:cs typeface="Noto Sans"/>
              </a:defRPr>
            </a:lvl2pPr>
            <a:lvl3pPr>
              <a:defRPr sz="1650" b="0">
                <a:solidFill>
                  <a:srgbClr val="1E5AA8"/>
                </a:solidFill>
                <a:latin typeface="Noto Sans"/>
                <a:ea typeface="Noto Sans"/>
                <a:cs typeface="Noto Sans"/>
              </a:defRPr>
            </a:lvl3pPr>
            <a:lvl4pPr>
              <a:defRPr sz="1650" b="0">
                <a:solidFill>
                  <a:srgbClr val="1E5AA8"/>
                </a:solidFill>
                <a:latin typeface="Noto Sans"/>
                <a:ea typeface="Noto Sans"/>
                <a:cs typeface="Noto Sans"/>
              </a:defRPr>
            </a:lvl4pPr>
            <a:lvl5pPr>
              <a:defRPr sz="1650" b="0">
                <a:solidFill>
                  <a:srgbClr val="1E5AA8"/>
                </a:solidFill>
                <a:latin typeface="Noto Sans"/>
                <a:ea typeface="Noto Sans"/>
                <a:cs typeface="Noto Sans"/>
              </a:defRPr>
            </a:lvl5pPr>
            <a:lvl6pPr>
              <a:defRPr sz="1650" b="0">
                <a:solidFill>
                  <a:srgbClr val="1E5AA8"/>
                </a:solidFill>
                <a:latin typeface="Noto Sans"/>
                <a:ea typeface="Noto Sans"/>
                <a:cs typeface="Noto Sans"/>
              </a:defRPr>
            </a:lvl6pPr>
            <a:lvl7pPr>
              <a:defRPr sz="1650" b="0">
                <a:solidFill>
                  <a:srgbClr val="1E5AA8"/>
                </a:solidFill>
                <a:latin typeface="Noto Sans"/>
                <a:ea typeface="Noto Sans"/>
                <a:cs typeface="Noto Sans"/>
              </a:defRPr>
            </a:lvl7pPr>
            <a:lvl8pPr>
              <a:defRPr sz="1650" b="0">
                <a:solidFill>
                  <a:srgbClr val="1E5AA8"/>
                </a:solidFill>
                <a:latin typeface="Noto Sans"/>
                <a:ea typeface="Noto Sans"/>
                <a:cs typeface="Noto Sans"/>
              </a:defRPr>
            </a:lvl8pPr>
            <a:lvl9pPr>
              <a:defRPr sz="1650" b="0">
                <a:solidFill>
                  <a:srgbClr val="1E5AA8"/>
                </a:solidFill>
                <a:latin typeface="Noto Sans"/>
                <a:ea typeface="Noto Sans"/>
                <a:cs typeface="Noto Sans"/>
              </a:defRPr>
            </a:lvl9pPr>
          </a:lstStyle>
          <a:p xmlns:a="http://schemas.openxmlformats.org/drawingml/2006/main">
            <a:pPr>
              <a:defRPr sz="1650" b="0">
                <a:solidFill>
                  <a:srgbClr val="1E5AA8"/>
                </a:solidFill>
                <a:latin typeface="Noto Sans"/>
                <a:ea typeface="Noto Sans"/>
                <a:cs typeface="Noto Sans"/>
              </a:defRPr>
            </a:pPr>
            <a:r>
              <a:rPr sz="1650" b="0">
                <a:solidFill>
                  <a:srgbClr val="1E5AA8"/>
                </a:solidFill>
                <a:latin typeface="Noto Sans"/>
                <a:ea typeface="Noto Sans"/>
                <a:cs typeface="Noto Sans"/>
                <a:hlinkClick xmlns:r="http://schemas.openxmlformats.org/officeDocument/2006/relationships" r:id="R2449ed4ab85d4add"/>
              </a:rPr>
              <a:t>Figma 06 Prototype</a:t>
            </a:r>
          </a:p>
        </p:txBody>
      </p:sp>
      <p:sp>
        <p:nvSpPr>
          <p:cNvPr id="7" name="F01  Mai">
            <a:extLst xmlns:a="http://schemas.openxmlformats.org/drawingml/2006/main">
              <a:ext uri="{FF2B5EF4-FFF2-40B4-BE49-F238E27FC236}">
                <a16:creationId xmlns:a16="http://schemas.microsoft.com/office/drawing/2014/main" id="{E741477A-3C63-44FE-9009-205A3788088D}"/>
              </a:ext>
            </a:extLst>
          </p:cNvPr>
          <p:cNvSpPr>
            <a:spLocks xmlns:a="http://schemas.openxmlformats.org/drawingml/2006/main" noGrp="1"/>
          </p:cNvSpPr>
          <p:nvPr/>
        </p:nvSpPr>
        <p:spPr>
          <a:xfrm xmlns:a="http://schemas.openxmlformats.org/drawingml/2006/main">
            <a:off x="1066800" y="2667000"/>
            <a:ext cx="1238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625" b="1">
                <a:solidFill>
                  <a:srgbClr val="1E5AA8"/>
                </a:solidFill>
                <a:latin typeface="Noto Sans"/>
                <a:ea typeface="Noto Sans"/>
                <a:cs typeface="Noto Sans"/>
              </a:defRPr>
            </a:defPPr>
            <a:lvl1pPr>
              <a:defRPr sz="2625" b="1">
                <a:solidFill>
                  <a:srgbClr val="1E5AA8"/>
                </a:solidFill>
                <a:latin typeface="Noto Sans"/>
                <a:ea typeface="Noto Sans"/>
                <a:cs typeface="Noto Sans"/>
              </a:defRPr>
            </a:lvl1pPr>
            <a:lvl2pPr>
              <a:defRPr sz="2625" b="1">
                <a:solidFill>
                  <a:srgbClr val="1E5AA8"/>
                </a:solidFill>
                <a:latin typeface="Noto Sans"/>
                <a:ea typeface="Noto Sans"/>
                <a:cs typeface="Noto Sans"/>
              </a:defRPr>
            </a:lvl2pPr>
            <a:lvl3pPr>
              <a:defRPr sz="2625" b="1">
                <a:solidFill>
                  <a:srgbClr val="1E5AA8"/>
                </a:solidFill>
                <a:latin typeface="Noto Sans"/>
                <a:ea typeface="Noto Sans"/>
                <a:cs typeface="Noto Sans"/>
              </a:defRPr>
            </a:lvl3pPr>
            <a:lvl4pPr>
              <a:defRPr sz="2625" b="1">
                <a:solidFill>
                  <a:srgbClr val="1E5AA8"/>
                </a:solidFill>
                <a:latin typeface="Noto Sans"/>
                <a:ea typeface="Noto Sans"/>
                <a:cs typeface="Noto Sans"/>
              </a:defRPr>
            </a:lvl4pPr>
            <a:lvl5pPr>
              <a:defRPr sz="2625" b="1">
                <a:solidFill>
                  <a:srgbClr val="1E5AA8"/>
                </a:solidFill>
                <a:latin typeface="Noto Sans"/>
                <a:ea typeface="Noto Sans"/>
                <a:cs typeface="Noto Sans"/>
              </a:defRPr>
            </a:lvl5pPr>
            <a:lvl6pPr>
              <a:defRPr sz="2625" b="1">
                <a:solidFill>
                  <a:srgbClr val="1E5AA8"/>
                </a:solidFill>
                <a:latin typeface="Noto Sans"/>
                <a:ea typeface="Noto Sans"/>
                <a:cs typeface="Noto Sans"/>
              </a:defRPr>
            </a:lvl6pPr>
            <a:lvl7pPr>
              <a:defRPr sz="2625" b="1">
                <a:solidFill>
                  <a:srgbClr val="1E5AA8"/>
                </a:solidFill>
                <a:latin typeface="Noto Sans"/>
                <a:ea typeface="Noto Sans"/>
                <a:cs typeface="Noto Sans"/>
              </a:defRPr>
            </a:lvl7pPr>
            <a:lvl8pPr>
              <a:defRPr sz="2625" b="1">
                <a:solidFill>
                  <a:srgbClr val="1E5AA8"/>
                </a:solidFill>
                <a:latin typeface="Noto Sans"/>
                <a:ea typeface="Noto Sans"/>
                <a:cs typeface="Noto Sans"/>
              </a:defRPr>
            </a:lvl8pPr>
            <a:lvl9pPr>
              <a:defRPr sz="2625" b="1">
                <a:solidFill>
                  <a:srgbClr val="1E5AA8"/>
                </a:solidFill>
                <a:latin typeface="Noto Sans"/>
                <a:ea typeface="Noto Sans"/>
                <a:cs typeface="Noto Sans"/>
              </a:defRPr>
            </a:lvl9pPr>
          </a:lstStyle>
          <a:p xmlns:a="http://schemas.openxmlformats.org/drawingml/2006/main">
            <a:pPr>
              <a:defRPr sz="2625" b="1">
                <a:solidFill>
                  <a:srgbClr val="1E5AA8"/>
                </a:solidFill>
                <a:latin typeface="Noto Sans"/>
                <a:ea typeface="Noto Sans"/>
                <a:cs typeface="Noto Sans"/>
              </a:defRPr>
            </a:pPr>
            <a:r>
              <a:rPr sz="2625" b="1">
                <a:solidFill>
                  <a:srgbClr val="1E5AA8"/>
                </a:solidFill>
                <a:latin typeface="Noto Sans"/>
                <a:ea typeface="Noto Sans"/>
                <a:cs typeface="Noto Sans"/>
              </a:rPr>
              <a:t>F01  Mai</a:t>
            </a:r>
          </a:p>
        </p:txBody>
      </p:sp>
      <p:sp>
        <p:nvSpPr>
          <p:cNvPr id="8" name="Hôm nay">
            <a:extLst xmlns:a="http://schemas.openxmlformats.org/drawingml/2006/main">
              <a:ext uri="{FF2B5EF4-FFF2-40B4-BE49-F238E27FC236}">
                <a16:creationId xmlns:a16="http://schemas.microsoft.com/office/drawing/2014/main" id="{ACBC8996-B00F-450D-BAC7-25CA63D512F7}"/>
              </a:ext>
            </a:extLst>
          </p:cNvPr>
          <p:cNvSpPr>
            <a:spLocks xmlns:a="http://schemas.openxmlformats.org/drawingml/2006/main" noGrp="1"/>
          </p:cNvSpPr>
          <p:nvPr/>
        </p:nvSpPr>
        <p:spPr>
          <a:xfrm xmlns:a="http://schemas.openxmlformats.org/drawingml/2006/main">
            <a:off x="1066800" y="3286125"/>
            <a:ext cx="2476500" cy="762000"/>
          </a:xfrm>
          <a:prstGeom xmlns:a="http://schemas.openxmlformats.org/drawingml/2006/main" prst="roundRect">
            <a:avLst>
              <a:gd name="adj" fmla="val 12500"/>
            </a:avLst>
          </a:prstGeom>
          <a:solidFill xmlns:a="http://schemas.openxmlformats.org/drawingml/2006/main">
            <a:srgbClr val="EFF4FF"/>
          </a:solidFill>
          <a:ln xmlns:a="http://schemas.openxmlformats.org/drawingml/2006/main" w="9525">
            <a:solidFill>
              <a:srgbClr val="1E5AA8"/>
            </a:solidFill>
          </a:ln>
        </p:spPr>
        <p:txBody>
          <a:bodyPr xmlns:a="http://schemas.openxmlformats.org/drawingml/2006/main" lIns="95250" tIns="95250" rIns="95250" bIns="95250" anchor="ctr"/>
          <a:lstStyle xmlns:a="http://schemas.openxmlformats.org/drawingml/2006/main">
            <a:defPPr algn="ctr">
              <a:defRPr sz="2025" b="1">
                <a:solidFill>
                  <a:srgbClr val="031C36"/>
                </a:solidFill>
                <a:latin typeface="Noto Sans"/>
                <a:ea typeface="Noto Sans"/>
                <a:cs typeface="Noto Sans"/>
              </a:defRPr>
            </a:defPPr>
            <a:lvl1pPr algn="ctr">
              <a:defRPr sz="2025" b="1">
                <a:solidFill>
                  <a:srgbClr val="031C36"/>
                </a:solidFill>
                <a:latin typeface="Noto Sans"/>
                <a:ea typeface="Noto Sans"/>
                <a:cs typeface="Noto Sans"/>
              </a:defRPr>
            </a:lvl1pPr>
            <a:lvl2pPr algn="ctr">
              <a:defRPr sz="2025" b="1">
                <a:solidFill>
                  <a:srgbClr val="031C36"/>
                </a:solidFill>
                <a:latin typeface="Noto Sans"/>
                <a:ea typeface="Noto Sans"/>
                <a:cs typeface="Noto Sans"/>
              </a:defRPr>
            </a:lvl2pPr>
            <a:lvl3pPr algn="ctr">
              <a:defRPr sz="2025" b="1">
                <a:solidFill>
                  <a:srgbClr val="031C36"/>
                </a:solidFill>
                <a:latin typeface="Noto Sans"/>
                <a:ea typeface="Noto Sans"/>
                <a:cs typeface="Noto Sans"/>
              </a:defRPr>
            </a:lvl3pPr>
            <a:lvl4pPr algn="ctr">
              <a:defRPr sz="2025" b="1">
                <a:solidFill>
                  <a:srgbClr val="031C36"/>
                </a:solidFill>
                <a:latin typeface="Noto Sans"/>
                <a:ea typeface="Noto Sans"/>
                <a:cs typeface="Noto Sans"/>
              </a:defRPr>
            </a:lvl4pPr>
            <a:lvl5pPr algn="ctr">
              <a:defRPr sz="2025" b="1">
                <a:solidFill>
                  <a:srgbClr val="031C36"/>
                </a:solidFill>
                <a:latin typeface="Noto Sans"/>
                <a:ea typeface="Noto Sans"/>
                <a:cs typeface="Noto Sans"/>
              </a:defRPr>
            </a:lvl5pPr>
            <a:lvl6pPr algn="ctr">
              <a:defRPr sz="2025" b="1">
                <a:solidFill>
                  <a:srgbClr val="031C36"/>
                </a:solidFill>
                <a:latin typeface="Noto Sans"/>
                <a:ea typeface="Noto Sans"/>
                <a:cs typeface="Noto Sans"/>
              </a:defRPr>
            </a:lvl6pPr>
            <a:lvl7pPr algn="ctr">
              <a:defRPr sz="2025" b="1">
                <a:solidFill>
                  <a:srgbClr val="031C36"/>
                </a:solidFill>
                <a:latin typeface="Noto Sans"/>
                <a:ea typeface="Noto Sans"/>
                <a:cs typeface="Noto Sans"/>
              </a:defRPr>
            </a:lvl7pPr>
            <a:lvl8pPr algn="ctr">
              <a:defRPr sz="2025" b="1">
                <a:solidFill>
                  <a:srgbClr val="031C36"/>
                </a:solidFill>
                <a:latin typeface="Noto Sans"/>
                <a:ea typeface="Noto Sans"/>
                <a:cs typeface="Noto Sans"/>
              </a:defRPr>
            </a:lvl8pPr>
            <a:lvl9pPr algn="ctr">
              <a:defRPr sz="2025" b="1">
                <a:solidFill>
                  <a:srgbClr val="031C36"/>
                </a:solidFill>
                <a:latin typeface="Noto Sans"/>
                <a:ea typeface="Noto Sans"/>
                <a:cs typeface="Noto Sans"/>
              </a:defRPr>
            </a:lvl9pPr>
          </a:lstStyle>
          <a:p xmlns:a="http://schemas.openxmlformats.org/drawingml/2006/main">
            <a:pPr algn="ctr">
              <a:defRPr sz="2025" b="1">
                <a:solidFill>
                  <a:srgbClr val="031C36"/>
                </a:solidFill>
                <a:latin typeface="Noto Sans"/>
                <a:ea typeface="Noto Sans"/>
                <a:cs typeface="Noto Sans"/>
              </a:defRPr>
            </a:pPr>
            <a:r>
              <a:rPr sz="2025" b="1">
                <a:solidFill>
                  <a:srgbClr val="031C36"/>
                </a:solidFill>
                <a:latin typeface="Noto Sans"/>
                <a:ea typeface="Noto Sans"/>
                <a:cs typeface="Noto Sans"/>
              </a:rPr>
              <a:t>Hôm nay</a:t>
            </a:r>
          </a:p>
        </p:txBody>
      </p:sp>
      <p:sp>
        <p:nvSpPr>
          <p:cNvPr id="9" name="Khám phá ≤5 phút">
            <a:extLst xmlns:a="http://schemas.openxmlformats.org/drawingml/2006/main">
              <a:ext uri="{FF2B5EF4-FFF2-40B4-BE49-F238E27FC236}">
                <a16:creationId xmlns:a16="http://schemas.microsoft.com/office/drawing/2014/main" id="{5DF46367-994C-45C8-BF34-76D22BE0BE48}"/>
              </a:ext>
            </a:extLst>
          </p:cNvPr>
          <p:cNvSpPr>
            <a:spLocks xmlns:a="http://schemas.openxmlformats.org/drawingml/2006/main" noGrp="1"/>
          </p:cNvSpPr>
          <p:nvPr/>
        </p:nvSpPr>
        <p:spPr>
          <a:xfrm xmlns:a="http://schemas.openxmlformats.org/drawingml/2006/main">
            <a:off x="3810000" y="3286125"/>
            <a:ext cx="2476500" cy="762000"/>
          </a:xfrm>
          <a:prstGeom xmlns:a="http://schemas.openxmlformats.org/drawingml/2006/main" prst="roundRect">
            <a:avLst>
              <a:gd name="adj" fmla="val 12500"/>
            </a:avLst>
          </a:prstGeom>
          <a:solidFill xmlns:a="http://schemas.openxmlformats.org/drawingml/2006/main">
            <a:srgbClr val="EFF4FF"/>
          </a:solidFill>
          <a:ln xmlns:a="http://schemas.openxmlformats.org/drawingml/2006/main" w="9525">
            <a:solidFill>
              <a:srgbClr val="1E5AA8"/>
            </a:solidFill>
          </a:ln>
        </p:spPr>
        <p:txBody>
          <a:bodyPr xmlns:a="http://schemas.openxmlformats.org/drawingml/2006/main" lIns="95250" tIns="95250" rIns="95250" bIns="95250" anchor="ctr"/>
          <a:lstStyle xmlns:a="http://schemas.openxmlformats.org/drawingml/2006/main">
            <a:defPPr algn="ctr">
              <a:defRPr sz="2025" b="1">
                <a:solidFill>
                  <a:srgbClr val="031C36"/>
                </a:solidFill>
                <a:latin typeface="Noto Sans"/>
                <a:ea typeface="Noto Sans"/>
                <a:cs typeface="Noto Sans"/>
              </a:defRPr>
            </a:defPPr>
            <a:lvl1pPr algn="ctr">
              <a:defRPr sz="2025" b="1">
                <a:solidFill>
                  <a:srgbClr val="031C36"/>
                </a:solidFill>
                <a:latin typeface="Noto Sans"/>
                <a:ea typeface="Noto Sans"/>
                <a:cs typeface="Noto Sans"/>
              </a:defRPr>
            </a:lvl1pPr>
            <a:lvl2pPr algn="ctr">
              <a:defRPr sz="2025" b="1">
                <a:solidFill>
                  <a:srgbClr val="031C36"/>
                </a:solidFill>
                <a:latin typeface="Noto Sans"/>
                <a:ea typeface="Noto Sans"/>
                <a:cs typeface="Noto Sans"/>
              </a:defRPr>
            </a:lvl2pPr>
            <a:lvl3pPr algn="ctr">
              <a:defRPr sz="2025" b="1">
                <a:solidFill>
                  <a:srgbClr val="031C36"/>
                </a:solidFill>
                <a:latin typeface="Noto Sans"/>
                <a:ea typeface="Noto Sans"/>
                <a:cs typeface="Noto Sans"/>
              </a:defRPr>
            </a:lvl3pPr>
            <a:lvl4pPr algn="ctr">
              <a:defRPr sz="2025" b="1">
                <a:solidFill>
                  <a:srgbClr val="031C36"/>
                </a:solidFill>
                <a:latin typeface="Noto Sans"/>
                <a:ea typeface="Noto Sans"/>
                <a:cs typeface="Noto Sans"/>
              </a:defRPr>
            </a:lvl4pPr>
            <a:lvl5pPr algn="ctr">
              <a:defRPr sz="2025" b="1">
                <a:solidFill>
                  <a:srgbClr val="031C36"/>
                </a:solidFill>
                <a:latin typeface="Noto Sans"/>
                <a:ea typeface="Noto Sans"/>
                <a:cs typeface="Noto Sans"/>
              </a:defRPr>
            </a:lvl5pPr>
            <a:lvl6pPr algn="ctr">
              <a:defRPr sz="2025" b="1">
                <a:solidFill>
                  <a:srgbClr val="031C36"/>
                </a:solidFill>
                <a:latin typeface="Noto Sans"/>
                <a:ea typeface="Noto Sans"/>
                <a:cs typeface="Noto Sans"/>
              </a:defRPr>
            </a:lvl6pPr>
            <a:lvl7pPr algn="ctr">
              <a:defRPr sz="2025" b="1">
                <a:solidFill>
                  <a:srgbClr val="031C36"/>
                </a:solidFill>
                <a:latin typeface="Noto Sans"/>
                <a:ea typeface="Noto Sans"/>
                <a:cs typeface="Noto Sans"/>
              </a:defRPr>
            </a:lvl7pPr>
            <a:lvl8pPr algn="ctr">
              <a:defRPr sz="2025" b="1">
                <a:solidFill>
                  <a:srgbClr val="031C36"/>
                </a:solidFill>
                <a:latin typeface="Noto Sans"/>
                <a:ea typeface="Noto Sans"/>
                <a:cs typeface="Noto Sans"/>
              </a:defRPr>
            </a:lvl8pPr>
            <a:lvl9pPr algn="ctr">
              <a:defRPr sz="2025" b="1">
                <a:solidFill>
                  <a:srgbClr val="031C36"/>
                </a:solidFill>
                <a:latin typeface="Noto Sans"/>
                <a:ea typeface="Noto Sans"/>
                <a:cs typeface="Noto Sans"/>
              </a:defRPr>
            </a:lvl9pPr>
          </a:lstStyle>
          <a:p xmlns:a="http://schemas.openxmlformats.org/drawingml/2006/main">
            <a:pPr algn="ctr">
              <a:defRPr sz="2025" b="1">
                <a:solidFill>
                  <a:srgbClr val="031C36"/>
                </a:solidFill>
                <a:latin typeface="Noto Sans"/>
                <a:ea typeface="Noto Sans"/>
                <a:cs typeface="Noto Sans"/>
              </a:defRPr>
            </a:pPr>
            <a:r>
              <a:rPr sz="2025" b="1">
                <a:solidFill>
                  <a:srgbClr val="031C36"/>
                </a:solidFill>
                <a:latin typeface="Noto Sans"/>
                <a:ea typeface="Noto Sans"/>
                <a:cs typeface="Noto Sans"/>
              </a:rPr>
              <a:t>Khám phá ≤5 phút</a:t>
            </a:r>
          </a:p>
        </p:txBody>
      </p:sp>
      <p:sp>
        <p:nvSpPr>
          <p:cNvPr id="10" name="Chi tiết">
            <a:extLst xmlns:a="http://schemas.openxmlformats.org/drawingml/2006/main">
              <a:ext uri="{FF2B5EF4-FFF2-40B4-BE49-F238E27FC236}">
                <a16:creationId xmlns:a16="http://schemas.microsoft.com/office/drawing/2014/main" id="{C09B6F2D-80EE-41F7-A5B7-11D854722D2E}"/>
              </a:ext>
            </a:extLst>
          </p:cNvPr>
          <p:cNvSpPr>
            <a:spLocks xmlns:a="http://schemas.openxmlformats.org/drawingml/2006/main" noGrp="1"/>
          </p:cNvSpPr>
          <p:nvPr/>
        </p:nvSpPr>
        <p:spPr>
          <a:xfrm xmlns:a="http://schemas.openxmlformats.org/drawingml/2006/main">
            <a:off x="6553200" y="3286125"/>
            <a:ext cx="2476500" cy="762000"/>
          </a:xfrm>
          <a:prstGeom xmlns:a="http://schemas.openxmlformats.org/drawingml/2006/main" prst="roundRect">
            <a:avLst>
              <a:gd name="adj" fmla="val 12500"/>
            </a:avLst>
          </a:prstGeom>
          <a:solidFill xmlns:a="http://schemas.openxmlformats.org/drawingml/2006/main">
            <a:srgbClr val="EFF4FF"/>
          </a:solidFill>
          <a:ln xmlns:a="http://schemas.openxmlformats.org/drawingml/2006/main" w="9525">
            <a:solidFill>
              <a:srgbClr val="1E5AA8"/>
            </a:solidFill>
          </a:ln>
        </p:spPr>
        <p:txBody>
          <a:bodyPr xmlns:a="http://schemas.openxmlformats.org/drawingml/2006/main" lIns="95250" tIns="95250" rIns="95250" bIns="95250" anchor="ctr"/>
          <a:lstStyle xmlns:a="http://schemas.openxmlformats.org/drawingml/2006/main">
            <a:defPPr algn="ctr">
              <a:defRPr sz="2025" b="1">
                <a:solidFill>
                  <a:srgbClr val="031C36"/>
                </a:solidFill>
                <a:latin typeface="Noto Sans"/>
                <a:ea typeface="Noto Sans"/>
                <a:cs typeface="Noto Sans"/>
              </a:defRPr>
            </a:defPPr>
            <a:lvl1pPr algn="ctr">
              <a:defRPr sz="2025" b="1">
                <a:solidFill>
                  <a:srgbClr val="031C36"/>
                </a:solidFill>
                <a:latin typeface="Noto Sans"/>
                <a:ea typeface="Noto Sans"/>
                <a:cs typeface="Noto Sans"/>
              </a:defRPr>
            </a:lvl1pPr>
            <a:lvl2pPr algn="ctr">
              <a:defRPr sz="2025" b="1">
                <a:solidFill>
                  <a:srgbClr val="031C36"/>
                </a:solidFill>
                <a:latin typeface="Noto Sans"/>
                <a:ea typeface="Noto Sans"/>
                <a:cs typeface="Noto Sans"/>
              </a:defRPr>
            </a:lvl2pPr>
            <a:lvl3pPr algn="ctr">
              <a:defRPr sz="2025" b="1">
                <a:solidFill>
                  <a:srgbClr val="031C36"/>
                </a:solidFill>
                <a:latin typeface="Noto Sans"/>
                <a:ea typeface="Noto Sans"/>
                <a:cs typeface="Noto Sans"/>
              </a:defRPr>
            </a:lvl3pPr>
            <a:lvl4pPr algn="ctr">
              <a:defRPr sz="2025" b="1">
                <a:solidFill>
                  <a:srgbClr val="031C36"/>
                </a:solidFill>
                <a:latin typeface="Noto Sans"/>
                <a:ea typeface="Noto Sans"/>
                <a:cs typeface="Noto Sans"/>
              </a:defRPr>
            </a:lvl4pPr>
            <a:lvl5pPr algn="ctr">
              <a:defRPr sz="2025" b="1">
                <a:solidFill>
                  <a:srgbClr val="031C36"/>
                </a:solidFill>
                <a:latin typeface="Noto Sans"/>
                <a:ea typeface="Noto Sans"/>
                <a:cs typeface="Noto Sans"/>
              </a:defRPr>
            </a:lvl5pPr>
            <a:lvl6pPr algn="ctr">
              <a:defRPr sz="2025" b="1">
                <a:solidFill>
                  <a:srgbClr val="031C36"/>
                </a:solidFill>
                <a:latin typeface="Noto Sans"/>
                <a:ea typeface="Noto Sans"/>
                <a:cs typeface="Noto Sans"/>
              </a:defRPr>
            </a:lvl6pPr>
            <a:lvl7pPr algn="ctr">
              <a:defRPr sz="2025" b="1">
                <a:solidFill>
                  <a:srgbClr val="031C36"/>
                </a:solidFill>
                <a:latin typeface="Noto Sans"/>
                <a:ea typeface="Noto Sans"/>
                <a:cs typeface="Noto Sans"/>
              </a:defRPr>
            </a:lvl7pPr>
            <a:lvl8pPr algn="ctr">
              <a:defRPr sz="2025" b="1">
                <a:solidFill>
                  <a:srgbClr val="031C36"/>
                </a:solidFill>
                <a:latin typeface="Noto Sans"/>
                <a:ea typeface="Noto Sans"/>
                <a:cs typeface="Noto Sans"/>
              </a:defRPr>
            </a:lvl8pPr>
            <a:lvl9pPr algn="ctr">
              <a:defRPr sz="2025" b="1">
                <a:solidFill>
                  <a:srgbClr val="031C36"/>
                </a:solidFill>
                <a:latin typeface="Noto Sans"/>
                <a:ea typeface="Noto Sans"/>
                <a:cs typeface="Noto Sans"/>
              </a:defRPr>
            </a:lvl9pPr>
          </a:lstStyle>
          <a:p xmlns:a="http://schemas.openxmlformats.org/drawingml/2006/main">
            <a:pPr algn="ctr">
              <a:defRPr sz="2025" b="1">
                <a:solidFill>
                  <a:srgbClr val="031C36"/>
                </a:solidFill>
                <a:latin typeface="Noto Sans"/>
                <a:ea typeface="Noto Sans"/>
                <a:cs typeface="Noto Sans"/>
              </a:defRPr>
            </a:pPr>
            <a:r>
              <a:rPr sz="2025" b="1">
                <a:solidFill>
                  <a:srgbClr val="031C36"/>
                </a:solidFill>
                <a:latin typeface="Noto Sans"/>
                <a:ea typeface="Noto Sans"/>
                <a:cs typeface="Noto Sans"/>
              </a:rPr>
              <a:t>Chi tiết</a:t>
            </a:r>
          </a:p>
        </p:txBody>
      </p:sp>
      <p:sp>
        <p:nvSpPr>
          <p:cNvPr id="11" name="Lịch 12:00">
            <a:extLst xmlns:a="http://schemas.openxmlformats.org/drawingml/2006/main">
              <a:ext uri="{FF2B5EF4-FFF2-40B4-BE49-F238E27FC236}">
                <a16:creationId xmlns:a16="http://schemas.microsoft.com/office/drawing/2014/main" id="{EDE9F4FD-DAAC-4798-A8BA-EF71DC611D6D}"/>
              </a:ext>
            </a:extLst>
          </p:cNvPr>
          <p:cNvSpPr>
            <a:spLocks xmlns:a="http://schemas.openxmlformats.org/drawingml/2006/main" noGrp="1"/>
          </p:cNvSpPr>
          <p:nvPr/>
        </p:nvSpPr>
        <p:spPr>
          <a:xfrm xmlns:a="http://schemas.openxmlformats.org/drawingml/2006/main">
            <a:off x="9296400" y="3286125"/>
            <a:ext cx="2476500" cy="762000"/>
          </a:xfrm>
          <a:prstGeom xmlns:a="http://schemas.openxmlformats.org/drawingml/2006/main" prst="roundRect">
            <a:avLst>
              <a:gd name="adj" fmla="val 12500"/>
            </a:avLst>
          </a:prstGeom>
          <a:solidFill xmlns:a="http://schemas.openxmlformats.org/drawingml/2006/main">
            <a:srgbClr val="EFF4FF"/>
          </a:solidFill>
          <a:ln xmlns:a="http://schemas.openxmlformats.org/drawingml/2006/main" w="9525">
            <a:solidFill>
              <a:srgbClr val="1E5AA8"/>
            </a:solidFill>
          </a:ln>
        </p:spPr>
        <p:txBody>
          <a:bodyPr xmlns:a="http://schemas.openxmlformats.org/drawingml/2006/main" lIns="95250" tIns="95250" rIns="95250" bIns="95250" anchor="ctr"/>
          <a:lstStyle xmlns:a="http://schemas.openxmlformats.org/drawingml/2006/main">
            <a:defPPr algn="ctr">
              <a:defRPr sz="2025" b="1">
                <a:solidFill>
                  <a:srgbClr val="031C36"/>
                </a:solidFill>
                <a:latin typeface="Noto Sans"/>
                <a:ea typeface="Noto Sans"/>
                <a:cs typeface="Noto Sans"/>
              </a:defRPr>
            </a:defPPr>
            <a:lvl1pPr algn="ctr">
              <a:defRPr sz="2025" b="1">
                <a:solidFill>
                  <a:srgbClr val="031C36"/>
                </a:solidFill>
                <a:latin typeface="Noto Sans"/>
                <a:ea typeface="Noto Sans"/>
                <a:cs typeface="Noto Sans"/>
              </a:defRPr>
            </a:lvl1pPr>
            <a:lvl2pPr algn="ctr">
              <a:defRPr sz="2025" b="1">
                <a:solidFill>
                  <a:srgbClr val="031C36"/>
                </a:solidFill>
                <a:latin typeface="Noto Sans"/>
                <a:ea typeface="Noto Sans"/>
                <a:cs typeface="Noto Sans"/>
              </a:defRPr>
            </a:lvl2pPr>
            <a:lvl3pPr algn="ctr">
              <a:defRPr sz="2025" b="1">
                <a:solidFill>
                  <a:srgbClr val="031C36"/>
                </a:solidFill>
                <a:latin typeface="Noto Sans"/>
                <a:ea typeface="Noto Sans"/>
                <a:cs typeface="Noto Sans"/>
              </a:defRPr>
            </a:lvl3pPr>
            <a:lvl4pPr algn="ctr">
              <a:defRPr sz="2025" b="1">
                <a:solidFill>
                  <a:srgbClr val="031C36"/>
                </a:solidFill>
                <a:latin typeface="Noto Sans"/>
                <a:ea typeface="Noto Sans"/>
                <a:cs typeface="Noto Sans"/>
              </a:defRPr>
            </a:lvl4pPr>
            <a:lvl5pPr algn="ctr">
              <a:defRPr sz="2025" b="1">
                <a:solidFill>
                  <a:srgbClr val="031C36"/>
                </a:solidFill>
                <a:latin typeface="Noto Sans"/>
                <a:ea typeface="Noto Sans"/>
                <a:cs typeface="Noto Sans"/>
              </a:defRPr>
            </a:lvl5pPr>
            <a:lvl6pPr algn="ctr">
              <a:defRPr sz="2025" b="1">
                <a:solidFill>
                  <a:srgbClr val="031C36"/>
                </a:solidFill>
                <a:latin typeface="Noto Sans"/>
                <a:ea typeface="Noto Sans"/>
                <a:cs typeface="Noto Sans"/>
              </a:defRPr>
            </a:lvl6pPr>
            <a:lvl7pPr algn="ctr">
              <a:defRPr sz="2025" b="1">
                <a:solidFill>
                  <a:srgbClr val="031C36"/>
                </a:solidFill>
                <a:latin typeface="Noto Sans"/>
                <a:ea typeface="Noto Sans"/>
                <a:cs typeface="Noto Sans"/>
              </a:defRPr>
            </a:lvl7pPr>
            <a:lvl8pPr algn="ctr">
              <a:defRPr sz="2025" b="1">
                <a:solidFill>
                  <a:srgbClr val="031C36"/>
                </a:solidFill>
                <a:latin typeface="Noto Sans"/>
                <a:ea typeface="Noto Sans"/>
                <a:cs typeface="Noto Sans"/>
              </a:defRPr>
            </a:lvl8pPr>
            <a:lvl9pPr algn="ctr">
              <a:defRPr sz="2025" b="1">
                <a:solidFill>
                  <a:srgbClr val="031C36"/>
                </a:solidFill>
                <a:latin typeface="Noto Sans"/>
                <a:ea typeface="Noto Sans"/>
                <a:cs typeface="Noto Sans"/>
              </a:defRPr>
            </a:lvl9pPr>
          </a:lstStyle>
          <a:p xmlns:a="http://schemas.openxmlformats.org/drawingml/2006/main">
            <a:pPr algn="ctr">
              <a:defRPr sz="2025" b="1">
                <a:solidFill>
                  <a:srgbClr val="031C36"/>
                </a:solidFill>
                <a:latin typeface="Noto Sans"/>
                <a:ea typeface="Noto Sans"/>
                <a:cs typeface="Noto Sans"/>
              </a:defRPr>
            </a:pPr>
            <a:r>
              <a:rPr sz="2025" b="1">
                <a:solidFill>
                  <a:srgbClr val="031C36"/>
                </a:solidFill>
                <a:latin typeface="Noto Sans"/>
                <a:ea typeface="Noto Sans"/>
                <a:cs typeface="Noto Sans"/>
              </a:rPr>
              <a:t>Lịch 12:00</a:t>
            </a:r>
          </a:p>
        </p:txBody>
      </p:sp>
      <p:sp>
        <p:nvSpPr>
          <p:cNvPr id="12" name="Lỗi / Thử lại">
            <a:extLst xmlns:a="http://schemas.openxmlformats.org/drawingml/2006/main">
              <a:ext uri="{FF2B5EF4-FFF2-40B4-BE49-F238E27FC236}">
                <a16:creationId xmlns:a16="http://schemas.microsoft.com/office/drawing/2014/main" id="{6C0EEADB-8485-46D7-A550-EC291F9F35CB}"/>
              </a:ext>
            </a:extLst>
          </p:cNvPr>
          <p:cNvSpPr>
            <a:spLocks xmlns:a="http://schemas.openxmlformats.org/drawingml/2006/main" noGrp="1"/>
          </p:cNvSpPr>
          <p:nvPr/>
        </p:nvSpPr>
        <p:spPr>
          <a:xfrm xmlns:a="http://schemas.openxmlformats.org/drawingml/2006/main">
            <a:off x="12039600" y="3286125"/>
            <a:ext cx="2476500" cy="762000"/>
          </a:xfrm>
          <a:prstGeom xmlns:a="http://schemas.openxmlformats.org/drawingml/2006/main" prst="roundRect">
            <a:avLst>
              <a:gd name="adj" fmla="val 12500"/>
            </a:avLst>
          </a:prstGeom>
          <a:solidFill xmlns:a="http://schemas.openxmlformats.org/drawingml/2006/main">
            <a:srgbClr val="EFF4FF"/>
          </a:solidFill>
          <a:ln xmlns:a="http://schemas.openxmlformats.org/drawingml/2006/main" w="9525">
            <a:solidFill>
              <a:srgbClr val="1E5AA8"/>
            </a:solidFill>
          </a:ln>
        </p:spPr>
        <p:txBody>
          <a:bodyPr xmlns:a="http://schemas.openxmlformats.org/drawingml/2006/main" lIns="95250" tIns="95250" rIns="95250" bIns="95250" anchor="ctr"/>
          <a:lstStyle xmlns:a="http://schemas.openxmlformats.org/drawingml/2006/main">
            <a:defPPr algn="ctr">
              <a:defRPr sz="2025" b="1">
                <a:solidFill>
                  <a:srgbClr val="031C36"/>
                </a:solidFill>
                <a:latin typeface="Noto Sans"/>
                <a:ea typeface="Noto Sans"/>
                <a:cs typeface="Noto Sans"/>
              </a:defRPr>
            </a:defPPr>
            <a:lvl1pPr algn="ctr">
              <a:defRPr sz="2025" b="1">
                <a:solidFill>
                  <a:srgbClr val="031C36"/>
                </a:solidFill>
                <a:latin typeface="Noto Sans"/>
                <a:ea typeface="Noto Sans"/>
                <a:cs typeface="Noto Sans"/>
              </a:defRPr>
            </a:lvl1pPr>
            <a:lvl2pPr algn="ctr">
              <a:defRPr sz="2025" b="1">
                <a:solidFill>
                  <a:srgbClr val="031C36"/>
                </a:solidFill>
                <a:latin typeface="Noto Sans"/>
                <a:ea typeface="Noto Sans"/>
                <a:cs typeface="Noto Sans"/>
              </a:defRPr>
            </a:lvl2pPr>
            <a:lvl3pPr algn="ctr">
              <a:defRPr sz="2025" b="1">
                <a:solidFill>
                  <a:srgbClr val="031C36"/>
                </a:solidFill>
                <a:latin typeface="Noto Sans"/>
                <a:ea typeface="Noto Sans"/>
                <a:cs typeface="Noto Sans"/>
              </a:defRPr>
            </a:lvl3pPr>
            <a:lvl4pPr algn="ctr">
              <a:defRPr sz="2025" b="1">
                <a:solidFill>
                  <a:srgbClr val="031C36"/>
                </a:solidFill>
                <a:latin typeface="Noto Sans"/>
                <a:ea typeface="Noto Sans"/>
                <a:cs typeface="Noto Sans"/>
              </a:defRPr>
            </a:lvl4pPr>
            <a:lvl5pPr algn="ctr">
              <a:defRPr sz="2025" b="1">
                <a:solidFill>
                  <a:srgbClr val="031C36"/>
                </a:solidFill>
                <a:latin typeface="Noto Sans"/>
                <a:ea typeface="Noto Sans"/>
                <a:cs typeface="Noto Sans"/>
              </a:defRPr>
            </a:lvl5pPr>
            <a:lvl6pPr algn="ctr">
              <a:defRPr sz="2025" b="1">
                <a:solidFill>
                  <a:srgbClr val="031C36"/>
                </a:solidFill>
                <a:latin typeface="Noto Sans"/>
                <a:ea typeface="Noto Sans"/>
                <a:cs typeface="Noto Sans"/>
              </a:defRPr>
            </a:lvl6pPr>
            <a:lvl7pPr algn="ctr">
              <a:defRPr sz="2025" b="1">
                <a:solidFill>
                  <a:srgbClr val="031C36"/>
                </a:solidFill>
                <a:latin typeface="Noto Sans"/>
                <a:ea typeface="Noto Sans"/>
                <a:cs typeface="Noto Sans"/>
              </a:defRPr>
            </a:lvl7pPr>
            <a:lvl8pPr algn="ctr">
              <a:defRPr sz="2025" b="1">
                <a:solidFill>
                  <a:srgbClr val="031C36"/>
                </a:solidFill>
                <a:latin typeface="Noto Sans"/>
                <a:ea typeface="Noto Sans"/>
                <a:cs typeface="Noto Sans"/>
              </a:defRPr>
            </a:lvl8pPr>
            <a:lvl9pPr algn="ctr">
              <a:defRPr sz="2025" b="1">
                <a:solidFill>
                  <a:srgbClr val="031C36"/>
                </a:solidFill>
                <a:latin typeface="Noto Sans"/>
                <a:ea typeface="Noto Sans"/>
                <a:cs typeface="Noto Sans"/>
              </a:defRPr>
            </a:lvl9pPr>
          </a:lstStyle>
          <a:p xmlns:a="http://schemas.openxmlformats.org/drawingml/2006/main">
            <a:pPr algn="ctr">
              <a:defRPr sz="2025" b="1">
                <a:solidFill>
                  <a:srgbClr val="031C36"/>
                </a:solidFill>
                <a:latin typeface="Noto Sans"/>
                <a:ea typeface="Noto Sans"/>
                <a:cs typeface="Noto Sans"/>
              </a:defRPr>
            </a:pPr>
            <a:r>
              <a:rPr sz="2025" b="1">
                <a:solidFill>
                  <a:srgbClr val="031C36"/>
                </a:solidFill>
                <a:latin typeface="Noto Sans"/>
                <a:ea typeface="Noto Sans"/>
                <a:cs typeface="Noto Sans"/>
              </a:rPr>
              <a:t>Lỗi / Thử lại</a:t>
            </a:r>
          </a:p>
        </p:txBody>
      </p:sp>
      <p:sp>
        <p:nvSpPr>
          <p:cNvPr id="13" name="Home 1/4">
            <a:extLst xmlns:a="http://schemas.openxmlformats.org/drawingml/2006/main">
              <a:ext uri="{FF2B5EF4-FFF2-40B4-BE49-F238E27FC236}">
                <a16:creationId xmlns:a16="http://schemas.microsoft.com/office/drawing/2014/main" id="{ACE329B8-8A31-4F05-862C-8BE371FEF248}"/>
              </a:ext>
            </a:extLst>
          </p:cNvPr>
          <p:cNvSpPr>
            <a:spLocks xmlns:a="http://schemas.openxmlformats.org/drawingml/2006/main" noGrp="1"/>
          </p:cNvSpPr>
          <p:nvPr/>
        </p:nvSpPr>
        <p:spPr>
          <a:xfrm xmlns:a="http://schemas.openxmlformats.org/drawingml/2006/main">
            <a:off x="14782800" y="3286125"/>
            <a:ext cx="2476500" cy="762000"/>
          </a:xfrm>
          <a:prstGeom xmlns:a="http://schemas.openxmlformats.org/drawingml/2006/main" prst="roundRect">
            <a:avLst>
              <a:gd name="adj" fmla="val 12500"/>
            </a:avLst>
          </a:prstGeom>
          <a:solidFill xmlns:a="http://schemas.openxmlformats.org/drawingml/2006/main">
            <a:srgbClr val="EFF4FF"/>
          </a:solidFill>
          <a:ln xmlns:a="http://schemas.openxmlformats.org/drawingml/2006/main" w="9525">
            <a:solidFill>
              <a:srgbClr val="1E5AA8"/>
            </a:solidFill>
          </a:ln>
        </p:spPr>
        <p:txBody>
          <a:bodyPr xmlns:a="http://schemas.openxmlformats.org/drawingml/2006/main" lIns="95250" tIns="95250" rIns="95250" bIns="95250" anchor="ctr"/>
          <a:lstStyle xmlns:a="http://schemas.openxmlformats.org/drawingml/2006/main">
            <a:defPPr algn="ctr">
              <a:defRPr sz="2025" b="1">
                <a:solidFill>
                  <a:srgbClr val="031C36"/>
                </a:solidFill>
                <a:latin typeface="Noto Sans"/>
                <a:ea typeface="Noto Sans"/>
                <a:cs typeface="Noto Sans"/>
              </a:defRPr>
            </a:defPPr>
            <a:lvl1pPr algn="ctr">
              <a:defRPr sz="2025" b="1">
                <a:solidFill>
                  <a:srgbClr val="031C36"/>
                </a:solidFill>
                <a:latin typeface="Noto Sans"/>
                <a:ea typeface="Noto Sans"/>
                <a:cs typeface="Noto Sans"/>
              </a:defRPr>
            </a:lvl1pPr>
            <a:lvl2pPr algn="ctr">
              <a:defRPr sz="2025" b="1">
                <a:solidFill>
                  <a:srgbClr val="031C36"/>
                </a:solidFill>
                <a:latin typeface="Noto Sans"/>
                <a:ea typeface="Noto Sans"/>
                <a:cs typeface="Noto Sans"/>
              </a:defRPr>
            </a:lvl2pPr>
            <a:lvl3pPr algn="ctr">
              <a:defRPr sz="2025" b="1">
                <a:solidFill>
                  <a:srgbClr val="031C36"/>
                </a:solidFill>
                <a:latin typeface="Noto Sans"/>
                <a:ea typeface="Noto Sans"/>
                <a:cs typeface="Noto Sans"/>
              </a:defRPr>
            </a:lvl3pPr>
            <a:lvl4pPr algn="ctr">
              <a:defRPr sz="2025" b="1">
                <a:solidFill>
                  <a:srgbClr val="031C36"/>
                </a:solidFill>
                <a:latin typeface="Noto Sans"/>
                <a:ea typeface="Noto Sans"/>
                <a:cs typeface="Noto Sans"/>
              </a:defRPr>
            </a:lvl4pPr>
            <a:lvl5pPr algn="ctr">
              <a:defRPr sz="2025" b="1">
                <a:solidFill>
                  <a:srgbClr val="031C36"/>
                </a:solidFill>
                <a:latin typeface="Noto Sans"/>
                <a:ea typeface="Noto Sans"/>
                <a:cs typeface="Noto Sans"/>
              </a:defRPr>
            </a:lvl5pPr>
            <a:lvl6pPr algn="ctr">
              <a:defRPr sz="2025" b="1">
                <a:solidFill>
                  <a:srgbClr val="031C36"/>
                </a:solidFill>
                <a:latin typeface="Noto Sans"/>
                <a:ea typeface="Noto Sans"/>
                <a:cs typeface="Noto Sans"/>
              </a:defRPr>
            </a:lvl6pPr>
            <a:lvl7pPr algn="ctr">
              <a:defRPr sz="2025" b="1">
                <a:solidFill>
                  <a:srgbClr val="031C36"/>
                </a:solidFill>
                <a:latin typeface="Noto Sans"/>
                <a:ea typeface="Noto Sans"/>
                <a:cs typeface="Noto Sans"/>
              </a:defRPr>
            </a:lvl7pPr>
            <a:lvl8pPr algn="ctr">
              <a:defRPr sz="2025" b="1">
                <a:solidFill>
                  <a:srgbClr val="031C36"/>
                </a:solidFill>
                <a:latin typeface="Noto Sans"/>
                <a:ea typeface="Noto Sans"/>
                <a:cs typeface="Noto Sans"/>
              </a:defRPr>
            </a:lvl8pPr>
            <a:lvl9pPr algn="ctr">
              <a:defRPr sz="2025" b="1">
                <a:solidFill>
                  <a:srgbClr val="031C36"/>
                </a:solidFill>
                <a:latin typeface="Noto Sans"/>
                <a:ea typeface="Noto Sans"/>
                <a:cs typeface="Noto Sans"/>
              </a:defRPr>
            </a:lvl9pPr>
          </a:lstStyle>
          <a:p xmlns:a="http://schemas.openxmlformats.org/drawingml/2006/main">
            <a:pPr algn="ctr">
              <a:defRPr sz="2025" b="1">
                <a:solidFill>
                  <a:srgbClr val="031C36"/>
                </a:solidFill>
                <a:latin typeface="Noto Sans"/>
                <a:ea typeface="Noto Sans"/>
                <a:cs typeface="Noto Sans"/>
              </a:defRPr>
            </a:pPr>
            <a:r>
              <a:rPr sz="2025" b="1">
                <a:solidFill>
                  <a:srgbClr val="031C36"/>
                </a:solidFill>
                <a:latin typeface="Noto Sans"/>
                <a:ea typeface="Noto Sans"/>
                <a:cs typeface="Noto Sans"/>
              </a:rPr>
              <a:t>Home 1/4</a:t>
            </a:r>
          </a:p>
        </p:txBody>
      </p:sp>
      <p:sp>
        <p:nvSpPr>
          <p:cNvPr id="19" name="Hủy giữ nguyên dữ liệu. Back từ chi tiết giữ bộ lọc.">
            <a:extLst xmlns:a="http://schemas.openxmlformats.org/drawingml/2006/main">
              <a:ext uri="{FF2B5EF4-FFF2-40B4-BE49-F238E27FC236}">
                <a16:creationId xmlns:a16="http://schemas.microsoft.com/office/drawing/2014/main" id="{67C38A87-3E27-44F1-892E-EF57221DEBAD}"/>
              </a:ext>
            </a:extLst>
          </p:cNvPr>
          <p:cNvSpPr>
            <a:spLocks xmlns:a="http://schemas.openxmlformats.org/drawingml/2006/main" noGrp="1"/>
          </p:cNvSpPr>
          <p:nvPr/>
        </p:nvSpPr>
        <p:spPr>
          <a:xfrm xmlns:a="http://schemas.openxmlformats.org/drawingml/2006/main">
            <a:off x="1143000" y="4191000"/>
            <a:ext cx="1571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0">
                <a:solidFill>
                  <a:srgbClr val="424751"/>
                </a:solidFill>
                <a:latin typeface="Noto Sans"/>
                <a:ea typeface="Noto Sans"/>
                <a:cs typeface="Noto Sans"/>
              </a:defRPr>
            </a:defPPr>
            <a:lvl1pPr>
              <a:defRPr sz="2100" b="0">
                <a:solidFill>
                  <a:srgbClr val="424751"/>
                </a:solidFill>
                <a:latin typeface="Noto Sans"/>
                <a:ea typeface="Noto Sans"/>
                <a:cs typeface="Noto Sans"/>
              </a:defRPr>
            </a:lvl1pPr>
            <a:lvl2pPr>
              <a:defRPr sz="2100" b="0">
                <a:solidFill>
                  <a:srgbClr val="424751"/>
                </a:solidFill>
                <a:latin typeface="Noto Sans"/>
                <a:ea typeface="Noto Sans"/>
                <a:cs typeface="Noto Sans"/>
              </a:defRPr>
            </a:lvl2pPr>
            <a:lvl3pPr>
              <a:defRPr sz="2100" b="0">
                <a:solidFill>
                  <a:srgbClr val="424751"/>
                </a:solidFill>
                <a:latin typeface="Noto Sans"/>
                <a:ea typeface="Noto Sans"/>
                <a:cs typeface="Noto Sans"/>
              </a:defRPr>
            </a:lvl3pPr>
            <a:lvl4pPr>
              <a:defRPr sz="2100" b="0">
                <a:solidFill>
                  <a:srgbClr val="424751"/>
                </a:solidFill>
                <a:latin typeface="Noto Sans"/>
                <a:ea typeface="Noto Sans"/>
                <a:cs typeface="Noto Sans"/>
              </a:defRPr>
            </a:lvl4pPr>
            <a:lvl5pPr>
              <a:defRPr sz="2100" b="0">
                <a:solidFill>
                  <a:srgbClr val="424751"/>
                </a:solidFill>
                <a:latin typeface="Noto Sans"/>
                <a:ea typeface="Noto Sans"/>
                <a:cs typeface="Noto Sans"/>
              </a:defRPr>
            </a:lvl5pPr>
            <a:lvl6pPr>
              <a:defRPr sz="2100" b="0">
                <a:solidFill>
                  <a:srgbClr val="424751"/>
                </a:solidFill>
                <a:latin typeface="Noto Sans"/>
                <a:ea typeface="Noto Sans"/>
                <a:cs typeface="Noto Sans"/>
              </a:defRPr>
            </a:lvl6pPr>
            <a:lvl7pPr>
              <a:defRPr sz="2100" b="0">
                <a:solidFill>
                  <a:srgbClr val="424751"/>
                </a:solidFill>
                <a:latin typeface="Noto Sans"/>
                <a:ea typeface="Noto Sans"/>
                <a:cs typeface="Noto Sans"/>
              </a:defRPr>
            </a:lvl7pPr>
            <a:lvl8pPr>
              <a:defRPr sz="2100" b="0">
                <a:solidFill>
                  <a:srgbClr val="424751"/>
                </a:solidFill>
                <a:latin typeface="Noto Sans"/>
                <a:ea typeface="Noto Sans"/>
                <a:cs typeface="Noto Sans"/>
              </a:defRPr>
            </a:lvl8pPr>
            <a:lvl9pPr>
              <a:defRPr sz="2100" b="0">
                <a:solidFill>
                  <a:srgbClr val="424751"/>
                </a:solidFill>
                <a:latin typeface="Noto Sans"/>
                <a:ea typeface="Noto Sans"/>
                <a:cs typeface="Noto Sans"/>
              </a:defRPr>
            </a:lvl9pPr>
          </a:lstStyle>
          <a:p xmlns:a="http://schemas.openxmlformats.org/drawingml/2006/main">
            <a:pPr>
              <a:defRPr sz="2100" b="0">
                <a:solidFill>
                  <a:srgbClr val="424751"/>
                </a:solidFill>
                <a:latin typeface="Noto Sans"/>
                <a:ea typeface="Noto Sans"/>
                <a:cs typeface="Noto Sans"/>
              </a:defRPr>
            </a:pPr>
            <a:r>
              <a:rPr sz="2100" b="0">
                <a:solidFill>
                  <a:srgbClr val="424751"/>
                </a:solidFill>
                <a:latin typeface="Noto Sans"/>
                <a:ea typeface="Noto Sans"/>
                <a:cs typeface="Noto Sans"/>
              </a:rPr>
              <a:t>Hủy giữ nguyên dữ liệu. Back từ chi tiết giữ bộ lọc.</a:t>
            </a:r>
          </a:p>
        </p:txBody>
      </p:sp>
      <p:sp>
        <p:nvSpPr>
          <p:cNvPr id="20" name="F02  Huy">
            <a:extLst xmlns:a="http://schemas.openxmlformats.org/drawingml/2006/main">
              <a:ext uri="{FF2B5EF4-FFF2-40B4-BE49-F238E27FC236}">
                <a16:creationId xmlns:a16="http://schemas.microsoft.com/office/drawing/2014/main" id="{C5F22B34-B07A-4F4A-B077-C84D0C530EEC}"/>
              </a:ext>
            </a:extLst>
          </p:cNvPr>
          <p:cNvSpPr>
            <a:spLocks xmlns:a="http://schemas.openxmlformats.org/drawingml/2006/main" noGrp="1"/>
          </p:cNvSpPr>
          <p:nvPr/>
        </p:nvSpPr>
        <p:spPr>
          <a:xfrm xmlns:a="http://schemas.openxmlformats.org/drawingml/2006/main">
            <a:off x="1066800" y="4810125"/>
            <a:ext cx="1238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625" b="1">
                <a:solidFill>
                  <a:srgbClr val="1E5AA8"/>
                </a:solidFill>
                <a:latin typeface="Noto Sans"/>
                <a:ea typeface="Noto Sans"/>
                <a:cs typeface="Noto Sans"/>
              </a:defRPr>
            </a:defPPr>
            <a:lvl1pPr>
              <a:defRPr sz="2625" b="1">
                <a:solidFill>
                  <a:srgbClr val="1E5AA8"/>
                </a:solidFill>
                <a:latin typeface="Noto Sans"/>
                <a:ea typeface="Noto Sans"/>
                <a:cs typeface="Noto Sans"/>
              </a:defRPr>
            </a:lvl1pPr>
            <a:lvl2pPr>
              <a:defRPr sz="2625" b="1">
                <a:solidFill>
                  <a:srgbClr val="1E5AA8"/>
                </a:solidFill>
                <a:latin typeface="Noto Sans"/>
                <a:ea typeface="Noto Sans"/>
                <a:cs typeface="Noto Sans"/>
              </a:defRPr>
            </a:lvl2pPr>
            <a:lvl3pPr>
              <a:defRPr sz="2625" b="1">
                <a:solidFill>
                  <a:srgbClr val="1E5AA8"/>
                </a:solidFill>
                <a:latin typeface="Noto Sans"/>
                <a:ea typeface="Noto Sans"/>
                <a:cs typeface="Noto Sans"/>
              </a:defRPr>
            </a:lvl3pPr>
            <a:lvl4pPr>
              <a:defRPr sz="2625" b="1">
                <a:solidFill>
                  <a:srgbClr val="1E5AA8"/>
                </a:solidFill>
                <a:latin typeface="Noto Sans"/>
                <a:ea typeface="Noto Sans"/>
                <a:cs typeface="Noto Sans"/>
              </a:defRPr>
            </a:lvl4pPr>
            <a:lvl5pPr>
              <a:defRPr sz="2625" b="1">
                <a:solidFill>
                  <a:srgbClr val="1E5AA8"/>
                </a:solidFill>
                <a:latin typeface="Noto Sans"/>
                <a:ea typeface="Noto Sans"/>
                <a:cs typeface="Noto Sans"/>
              </a:defRPr>
            </a:lvl5pPr>
            <a:lvl6pPr>
              <a:defRPr sz="2625" b="1">
                <a:solidFill>
                  <a:srgbClr val="1E5AA8"/>
                </a:solidFill>
                <a:latin typeface="Noto Sans"/>
                <a:ea typeface="Noto Sans"/>
                <a:cs typeface="Noto Sans"/>
              </a:defRPr>
            </a:lvl6pPr>
            <a:lvl7pPr>
              <a:defRPr sz="2625" b="1">
                <a:solidFill>
                  <a:srgbClr val="1E5AA8"/>
                </a:solidFill>
                <a:latin typeface="Noto Sans"/>
                <a:ea typeface="Noto Sans"/>
                <a:cs typeface="Noto Sans"/>
              </a:defRPr>
            </a:lvl7pPr>
            <a:lvl8pPr>
              <a:defRPr sz="2625" b="1">
                <a:solidFill>
                  <a:srgbClr val="1E5AA8"/>
                </a:solidFill>
                <a:latin typeface="Noto Sans"/>
                <a:ea typeface="Noto Sans"/>
                <a:cs typeface="Noto Sans"/>
              </a:defRPr>
            </a:lvl8pPr>
            <a:lvl9pPr>
              <a:defRPr sz="2625" b="1">
                <a:solidFill>
                  <a:srgbClr val="1E5AA8"/>
                </a:solidFill>
                <a:latin typeface="Noto Sans"/>
                <a:ea typeface="Noto Sans"/>
                <a:cs typeface="Noto Sans"/>
              </a:defRPr>
            </a:lvl9pPr>
          </a:lstStyle>
          <a:p xmlns:a="http://schemas.openxmlformats.org/drawingml/2006/main">
            <a:pPr>
              <a:defRPr sz="2625" b="1">
                <a:solidFill>
                  <a:srgbClr val="1E5AA8"/>
                </a:solidFill>
                <a:latin typeface="Noto Sans"/>
                <a:ea typeface="Noto Sans"/>
                <a:cs typeface="Noto Sans"/>
              </a:defRPr>
            </a:pPr>
            <a:r>
              <a:rPr sz="2625" b="1">
                <a:solidFill>
                  <a:srgbClr val="1E5AA8"/>
                </a:solidFill>
                <a:latin typeface="Noto Sans"/>
                <a:ea typeface="Noto Sans"/>
                <a:cs typeface="Noto Sans"/>
              </a:rPr>
              <a:t>F02  Huy</a:t>
            </a:r>
          </a:p>
        </p:txBody>
      </p:sp>
      <p:sp>
        <p:nvSpPr>
          <p:cNvPr id="21" name="Hôm nay">
            <a:extLst xmlns:a="http://schemas.openxmlformats.org/drawingml/2006/main">
              <a:ext uri="{FF2B5EF4-FFF2-40B4-BE49-F238E27FC236}">
                <a16:creationId xmlns:a16="http://schemas.microsoft.com/office/drawing/2014/main" id="{834FCE4B-45C0-413D-B9CB-E57B5DA6CD06}"/>
              </a:ext>
            </a:extLst>
          </p:cNvPr>
          <p:cNvSpPr>
            <a:spLocks xmlns:a="http://schemas.openxmlformats.org/drawingml/2006/main" noGrp="1"/>
          </p:cNvSpPr>
          <p:nvPr/>
        </p:nvSpPr>
        <p:spPr>
          <a:xfrm xmlns:a="http://schemas.openxmlformats.org/drawingml/2006/main">
            <a:off x="1066800" y="5429250"/>
            <a:ext cx="2476500" cy="762000"/>
          </a:xfrm>
          <a:prstGeom xmlns:a="http://schemas.openxmlformats.org/drawingml/2006/main" prst="roundRect">
            <a:avLst>
              <a:gd name="adj" fmla="val 12500"/>
            </a:avLst>
          </a:prstGeom>
          <a:solidFill xmlns:a="http://schemas.openxmlformats.org/drawingml/2006/main">
            <a:srgbClr val="EFF4FF"/>
          </a:solidFill>
          <a:ln xmlns:a="http://schemas.openxmlformats.org/drawingml/2006/main" w="9525">
            <a:solidFill>
              <a:srgbClr val="1E5AA8"/>
            </a:solidFill>
          </a:ln>
        </p:spPr>
        <p:txBody>
          <a:bodyPr xmlns:a="http://schemas.openxmlformats.org/drawingml/2006/main" lIns="95250" tIns="95250" rIns="95250" bIns="95250" anchor="ctr"/>
          <a:lstStyle xmlns:a="http://schemas.openxmlformats.org/drawingml/2006/main">
            <a:defPPr algn="ctr">
              <a:defRPr sz="2025" b="1">
                <a:solidFill>
                  <a:srgbClr val="031C36"/>
                </a:solidFill>
                <a:latin typeface="Noto Sans"/>
                <a:ea typeface="Noto Sans"/>
                <a:cs typeface="Noto Sans"/>
              </a:defRPr>
            </a:defPPr>
            <a:lvl1pPr algn="ctr">
              <a:defRPr sz="2025" b="1">
                <a:solidFill>
                  <a:srgbClr val="031C36"/>
                </a:solidFill>
                <a:latin typeface="Noto Sans"/>
                <a:ea typeface="Noto Sans"/>
                <a:cs typeface="Noto Sans"/>
              </a:defRPr>
            </a:lvl1pPr>
            <a:lvl2pPr algn="ctr">
              <a:defRPr sz="2025" b="1">
                <a:solidFill>
                  <a:srgbClr val="031C36"/>
                </a:solidFill>
                <a:latin typeface="Noto Sans"/>
                <a:ea typeface="Noto Sans"/>
                <a:cs typeface="Noto Sans"/>
              </a:defRPr>
            </a:lvl2pPr>
            <a:lvl3pPr algn="ctr">
              <a:defRPr sz="2025" b="1">
                <a:solidFill>
                  <a:srgbClr val="031C36"/>
                </a:solidFill>
                <a:latin typeface="Noto Sans"/>
                <a:ea typeface="Noto Sans"/>
                <a:cs typeface="Noto Sans"/>
              </a:defRPr>
            </a:lvl3pPr>
            <a:lvl4pPr algn="ctr">
              <a:defRPr sz="2025" b="1">
                <a:solidFill>
                  <a:srgbClr val="031C36"/>
                </a:solidFill>
                <a:latin typeface="Noto Sans"/>
                <a:ea typeface="Noto Sans"/>
                <a:cs typeface="Noto Sans"/>
              </a:defRPr>
            </a:lvl4pPr>
            <a:lvl5pPr algn="ctr">
              <a:defRPr sz="2025" b="1">
                <a:solidFill>
                  <a:srgbClr val="031C36"/>
                </a:solidFill>
                <a:latin typeface="Noto Sans"/>
                <a:ea typeface="Noto Sans"/>
                <a:cs typeface="Noto Sans"/>
              </a:defRPr>
            </a:lvl5pPr>
            <a:lvl6pPr algn="ctr">
              <a:defRPr sz="2025" b="1">
                <a:solidFill>
                  <a:srgbClr val="031C36"/>
                </a:solidFill>
                <a:latin typeface="Noto Sans"/>
                <a:ea typeface="Noto Sans"/>
                <a:cs typeface="Noto Sans"/>
              </a:defRPr>
            </a:lvl6pPr>
            <a:lvl7pPr algn="ctr">
              <a:defRPr sz="2025" b="1">
                <a:solidFill>
                  <a:srgbClr val="031C36"/>
                </a:solidFill>
                <a:latin typeface="Noto Sans"/>
                <a:ea typeface="Noto Sans"/>
                <a:cs typeface="Noto Sans"/>
              </a:defRPr>
            </a:lvl7pPr>
            <a:lvl8pPr algn="ctr">
              <a:defRPr sz="2025" b="1">
                <a:solidFill>
                  <a:srgbClr val="031C36"/>
                </a:solidFill>
                <a:latin typeface="Noto Sans"/>
                <a:ea typeface="Noto Sans"/>
                <a:cs typeface="Noto Sans"/>
              </a:defRPr>
            </a:lvl8pPr>
            <a:lvl9pPr algn="ctr">
              <a:defRPr sz="2025" b="1">
                <a:solidFill>
                  <a:srgbClr val="031C36"/>
                </a:solidFill>
                <a:latin typeface="Noto Sans"/>
                <a:ea typeface="Noto Sans"/>
                <a:cs typeface="Noto Sans"/>
              </a:defRPr>
            </a:lvl9pPr>
          </a:lstStyle>
          <a:p xmlns:a="http://schemas.openxmlformats.org/drawingml/2006/main">
            <a:pPr algn="ctr">
              <a:defRPr sz="2025" b="1">
                <a:solidFill>
                  <a:srgbClr val="031C36"/>
                </a:solidFill>
                <a:latin typeface="Noto Sans"/>
                <a:ea typeface="Noto Sans"/>
                <a:cs typeface="Noto Sans"/>
              </a:defRPr>
            </a:pPr>
            <a:r>
              <a:rPr sz="2025" b="1">
                <a:solidFill>
                  <a:srgbClr val="031C36"/>
                </a:solidFill>
                <a:latin typeface="Noto Sans"/>
                <a:ea typeface="Noto Sans"/>
                <a:cs typeface="Noto Sans"/>
              </a:rPr>
              <a:t>Hôm nay</a:t>
            </a:r>
          </a:p>
        </p:txBody>
      </p:sp>
      <p:sp>
        <p:nvSpPr>
          <p:cNvPr id="22" name="Thư giãn">
            <a:extLst xmlns:a="http://schemas.openxmlformats.org/drawingml/2006/main">
              <a:ext uri="{FF2B5EF4-FFF2-40B4-BE49-F238E27FC236}">
                <a16:creationId xmlns:a16="http://schemas.microsoft.com/office/drawing/2014/main" id="{C5D6DAF3-2EB8-4F52-8635-4F684FE46B9D}"/>
              </a:ext>
            </a:extLst>
          </p:cNvPr>
          <p:cNvSpPr>
            <a:spLocks xmlns:a="http://schemas.openxmlformats.org/drawingml/2006/main" noGrp="1"/>
          </p:cNvSpPr>
          <p:nvPr/>
        </p:nvSpPr>
        <p:spPr>
          <a:xfrm xmlns:a="http://schemas.openxmlformats.org/drawingml/2006/main">
            <a:off x="3810000" y="5429250"/>
            <a:ext cx="2476500" cy="762000"/>
          </a:xfrm>
          <a:prstGeom xmlns:a="http://schemas.openxmlformats.org/drawingml/2006/main" prst="roundRect">
            <a:avLst>
              <a:gd name="adj" fmla="val 12500"/>
            </a:avLst>
          </a:prstGeom>
          <a:solidFill xmlns:a="http://schemas.openxmlformats.org/drawingml/2006/main">
            <a:srgbClr val="EFF4FF"/>
          </a:solidFill>
          <a:ln xmlns:a="http://schemas.openxmlformats.org/drawingml/2006/main" w="9525">
            <a:solidFill>
              <a:srgbClr val="1E5AA8"/>
            </a:solidFill>
          </a:ln>
        </p:spPr>
        <p:txBody>
          <a:bodyPr xmlns:a="http://schemas.openxmlformats.org/drawingml/2006/main" lIns="95250" tIns="95250" rIns="95250" bIns="95250" anchor="ctr"/>
          <a:lstStyle xmlns:a="http://schemas.openxmlformats.org/drawingml/2006/main">
            <a:defPPr algn="ctr">
              <a:defRPr sz="2025" b="1">
                <a:solidFill>
                  <a:srgbClr val="031C36"/>
                </a:solidFill>
                <a:latin typeface="Noto Sans"/>
                <a:ea typeface="Noto Sans"/>
                <a:cs typeface="Noto Sans"/>
              </a:defRPr>
            </a:defPPr>
            <a:lvl1pPr algn="ctr">
              <a:defRPr sz="2025" b="1">
                <a:solidFill>
                  <a:srgbClr val="031C36"/>
                </a:solidFill>
                <a:latin typeface="Noto Sans"/>
                <a:ea typeface="Noto Sans"/>
                <a:cs typeface="Noto Sans"/>
              </a:defRPr>
            </a:lvl1pPr>
            <a:lvl2pPr algn="ctr">
              <a:defRPr sz="2025" b="1">
                <a:solidFill>
                  <a:srgbClr val="031C36"/>
                </a:solidFill>
                <a:latin typeface="Noto Sans"/>
                <a:ea typeface="Noto Sans"/>
                <a:cs typeface="Noto Sans"/>
              </a:defRPr>
            </a:lvl2pPr>
            <a:lvl3pPr algn="ctr">
              <a:defRPr sz="2025" b="1">
                <a:solidFill>
                  <a:srgbClr val="031C36"/>
                </a:solidFill>
                <a:latin typeface="Noto Sans"/>
                <a:ea typeface="Noto Sans"/>
                <a:cs typeface="Noto Sans"/>
              </a:defRPr>
            </a:lvl3pPr>
            <a:lvl4pPr algn="ctr">
              <a:defRPr sz="2025" b="1">
                <a:solidFill>
                  <a:srgbClr val="031C36"/>
                </a:solidFill>
                <a:latin typeface="Noto Sans"/>
                <a:ea typeface="Noto Sans"/>
                <a:cs typeface="Noto Sans"/>
              </a:defRPr>
            </a:lvl4pPr>
            <a:lvl5pPr algn="ctr">
              <a:defRPr sz="2025" b="1">
                <a:solidFill>
                  <a:srgbClr val="031C36"/>
                </a:solidFill>
                <a:latin typeface="Noto Sans"/>
                <a:ea typeface="Noto Sans"/>
                <a:cs typeface="Noto Sans"/>
              </a:defRPr>
            </a:lvl5pPr>
            <a:lvl6pPr algn="ctr">
              <a:defRPr sz="2025" b="1">
                <a:solidFill>
                  <a:srgbClr val="031C36"/>
                </a:solidFill>
                <a:latin typeface="Noto Sans"/>
                <a:ea typeface="Noto Sans"/>
                <a:cs typeface="Noto Sans"/>
              </a:defRPr>
            </a:lvl6pPr>
            <a:lvl7pPr algn="ctr">
              <a:defRPr sz="2025" b="1">
                <a:solidFill>
                  <a:srgbClr val="031C36"/>
                </a:solidFill>
                <a:latin typeface="Noto Sans"/>
                <a:ea typeface="Noto Sans"/>
                <a:cs typeface="Noto Sans"/>
              </a:defRPr>
            </a:lvl7pPr>
            <a:lvl8pPr algn="ctr">
              <a:defRPr sz="2025" b="1">
                <a:solidFill>
                  <a:srgbClr val="031C36"/>
                </a:solidFill>
                <a:latin typeface="Noto Sans"/>
                <a:ea typeface="Noto Sans"/>
                <a:cs typeface="Noto Sans"/>
              </a:defRPr>
            </a:lvl8pPr>
            <a:lvl9pPr algn="ctr">
              <a:defRPr sz="2025" b="1">
                <a:solidFill>
                  <a:srgbClr val="031C36"/>
                </a:solidFill>
                <a:latin typeface="Noto Sans"/>
                <a:ea typeface="Noto Sans"/>
                <a:cs typeface="Noto Sans"/>
              </a:defRPr>
            </a:lvl9pPr>
          </a:lstStyle>
          <a:p xmlns:a="http://schemas.openxmlformats.org/drawingml/2006/main">
            <a:pPr algn="ctr">
              <a:defRPr sz="2025" b="1">
                <a:solidFill>
                  <a:srgbClr val="031C36"/>
                </a:solidFill>
                <a:latin typeface="Noto Sans"/>
                <a:ea typeface="Noto Sans"/>
                <a:cs typeface="Noto Sans"/>
              </a:defRPr>
            </a:pPr>
            <a:r>
              <a:rPr sz="2025" b="1">
                <a:solidFill>
                  <a:srgbClr val="031C36"/>
                </a:solidFill>
                <a:latin typeface="Noto Sans"/>
                <a:ea typeface="Noto Sans"/>
                <a:cs typeface="Noto Sans"/>
              </a:rPr>
              <a:t>Thư giãn</a:t>
            </a:r>
          </a:p>
        </p:txBody>
      </p:sp>
      <p:sp>
        <p:nvSpPr>
          <p:cNvPr id="23" name="Đang nghỉ">
            <a:extLst xmlns:a="http://schemas.openxmlformats.org/drawingml/2006/main">
              <a:ext uri="{FF2B5EF4-FFF2-40B4-BE49-F238E27FC236}">
                <a16:creationId xmlns:a16="http://schemas.microsoft.com/office/drawing/2014/main" id="{0AE76867-6DA1-4D8E-ABF4-89090EACB8C9}"/>
              </a:ext>
            </a:extLst>
          </p:cNvPr>
          <p:cNvSpPr>
            <a:spLocks xmlns:a="http://schemas.openxmlformats.org/drawingml/2006/main" noGrp="1"/>
          </p:cNvSpPr>
          <p:nvPr/>
        </p:nvSpPr>
        <p:spPr>
          <a:xfrm xmlns:a="http://schemas.openxmlformats.org/drawingml/2006/main">
            <a:off x="6553200" y="5429250"/>
            <a:ext cx="2476500" cy="762000"/>
          </a:xfrm>
          <a:prstGeom xmlns:a="http://schemas.openxmlformats.org/drawingml/2006/main" prst="roundRect">
            <a:avLst>
              <a:gd name="adj" fmla="val 12500"/>
            </a:avLst>
          </a:prstGeom>
          <a:solidFill xmlns:a="http://schemas.openxmlformats.org/drawingml/2006/main">
            <a:srgbClr val="EFF4FF"/>
          </a:solidFill>
          <a:ln xmlns:a="http://schemas.openxmlformats.org/drawingml/2006/main" w="9525">
            <a:solidFill>
              <a:srgbClr val="1E5AA8"/>
            </a:solidFill>
          </a:ln>
        </p:spPr>
        <p:txBody>
          <a:bodyPr xmlns:a="http://schemas.openxmlformats.org/drawingml/2006/main" lIns="95250" tIns="95250" rIns="95250" bIns="95250" anchor="ctr"/>
          <a:lstStyle xmlns:a="http://schemas.openxmlformats.org/drawingml/2006/main">
            <a:defPPr algn="ctr">
              <a:defRPr sz="2025" b="1">
                <a:solidFill>
                  <a:srgbClr val="031C36"/>
                </a:solidFill>
                <a:latin typeface="Noto Sans"/>
                <a:ea typeface="Noto Sans"/>
                <a:cs typeface="Noto Sans"/>
              </a:defRPr>
            </a:defPPr>
            <a:lvl1pPr algn="ctr">
              <a:defRPr sz="2025" b="1">
                <a:solidFill>
                  <a:srgbClr val="031C36"/>
                </a:solidFill>
                <a:latin typeface="Noto Sans"/>
                <a:ea typeface="Noto Sans"/>
                <a:cs typeface="Noto Sans"/>
              </a:defRPr>
            </a:lvl1pPr>
            <a:lvl2pPr algn="ctr">
              <a:defRPr sz="2025" b="1">
                <a:solidFill>
                  <a:srgbClr val="031C36"/>
                </a:solidFill>
                <a:latin typeface="Noto Sans"/>
                <a:ea typeface="Noto Sans"/>
                <a:cs typeface="Noto Sans"/>
              </a:defRPr>
            </a:lvl2pPr>
            <a:lvl3pPr algn="ctr">
              <a:defRPr sz="2025" b="1">
                <a:solidFill>
                  <a:srgbClr val="031C36"/>
                </a:solidFill>
                <a:latin typeface="Noto Sans"/>
                <a:ea typeface="Noto Sans"/>
                <a:cs typeface="Noto Sans"/>
              </a:defRPr>
            </a:lvl3pPr>
            <a:lvl4pPr algn="ctr">
              <a:defRPr sz="2025" b="1">
                <a:solidFill>
                  <a:srgbClr val="031C36"/>
                </a:solidFill>
                <a:latin typeface="Noto Sans"/>
                <a:ea typeface="Noto Sans"/>
                <a:cs typeface="Noto Sans"/>
              </a:defRPr>
            </a:lvl4pPr>
            <a:lvl5pPr algn="ctr">
              <a:defRPr sz="2025" b="1">
                <a:solidFill>
                  <a:srgbClr val="031C36"/>
                </a:solidFill>
                <a:latin typeface="Noto Sans"/>
                <a:ea typeface="Noto Sans"/>
                <a:cs typeface="Noto Sans"/>
              </a:defRPr>
            </a:lvl5pPr>
            <a:lvl6pPr algn="ctr">
              <a:defRPr sz="2025" b="1">
                <a:solidFill>
                  <a:srgbClr val="031C36"/>
                </a:solidFill>
                <a:latin typeface="Noto Sans"/>
                <a:ea typeface="Noto Sans"/>
                <a:cs typeface="Noto Sans"/>
              </a:defRPr>
            </a:lvl6pPr>
            <a:lvl7pPr algn="ctr">
              <a:defRPr sz="2025" b="1">
                <a:solidFill>
                  <a:srgbClr val="031C36"/>
                </a:solidFill>
                <a:latin typeface="Noto Sans"/>
                <a:ea typeface="Noto Sans"/>
                <a:cs typeface="Noto Sans"/>
              </a:defRPr>
            </a:lvl7pPr>
            <a:lvl8pPr algn="ctr">
              <a:defRPr sz="2025" b="1">
                <a:solidFill>
                  <a:srgbClr val="031C36"/>
                </a:solidFill>
                <a:latin typeface="Noto Sans"/>
                <a:ea typeface="Noto Sans"/>
                <a:cs typeface="Noto Sans"/>
              </a:defRPr>
            </a:lvl8pPr>
            <a:lvl9pPr algn="ctr">
              <a:defRPr sz="2025" b="1">
                <a:solidFill>
                  <a:srgbClr val="031C36"/>
                </a:solidFill>
                <a:latin typeface="Noto Sans"/>
                <a:ea typeface="Noto Sans"/>
                <a:cs typeface="Noto Sans"/>
              </a:defRPr>
            </a:lvl9pPr>
          </a:lstStyle>
          <a:p xmlns:a="http://schemas.openxmlformats.org/drawingml/2006/main">
            <a:pPr algn="ctr">
              <a:defRPr sz="2025" b="1">
                <a:solidFill>
                  <a:srgbClr val="031C36"/>
                </a:solidFill>
                <a:latin typeface="Noto Sans"/>
                <a:ea typeface="Noto Sans"/>
                <a:cs typeface="Noto Sans"/>
              </a:defRPr>
            </a:pPr>
            <a:r>
              <a:rPr sz="2025" b="1">
                <a:solidFill>
                  <a:srgbClr val="031C36"/>
                </a:solidFill>
                <a:latin typeface="Noto Sans"/>
                <a:ea typeface="Noto Sans"/>
                <a:cs typeface="Noto Sans"/>
              </a:rPr>
              <a:t>Đang nghỉ</a:t>
            </a:r>
          </a:p>
        </p:txBody>
      </p:sp>
      <p:sp>
        <p:nvSpPr>
          <p:cNvPr id="24" name="Tạm dừng">
            <a:extLst xmlns:a="http://schemas.openxmlformats.org/drawingml/2006/main">
              <a:ext uri="{FF2B5EF4-FFF2-40B4-BE49-F238E27FC236}">
                <a16:creationId xmlns:a16="http://schemas.microsoft.com/office/drawing/2014/main" id="{AB9028B4-2C57-48E3-A211-117610267755}"/>
              </a:ext>
            </a:extLst>
          </p:cNvPr>
          <p:cNvSpPr>
            <a:spLocks xmlns:a="http://schemas.openxmlformats.org/drawingml/2006/main" noGrp="1"/>
          </p:cNvSpPr>
          <p:nvPr/>
        </p:nvSpPr>
        <p:spPr>
          <a:xfrm xmlns:a="http://schemas.openxmlformats.org/drawingml/2006/main">
            <a:off x="9296400" y="5429250"/>
            <a:ext cx="2476500" cy="762000"/>
          </a:xfrm>
          <a:prstGeom xmlns:a="http://schemas.openxmlformats.org/drawingml/2006/main" prst="roundRect">
            <a:avLst>
              <a:gd name="adj" fmla="val 12500"/>
            </a:avLst>
          </a:prstGeom>
          <a:solidFill xmlns:a="http://schemas.openxmlformats.org/drawingml/2006/main">
            <a:srgbClr val="EFF4FF"/>
          </a:solidFill>
          <a:ln xmlns:a="http://schemas.openxmlformats.org/drawingml/2006/main" w="9525">
            <a:solidFill>
              <a:srgbClr val="1E5AA8"/>
            </a:solidFill>
          </a:ln>
        </p:spPr>
        <p:txBody>
          <a:bodyPr xmlns:a="http://schemas.openxmlformats.org/drawingml/2006/main" lIns="95250" tIns="95250" rIns="95250" bIns="95250" anchor="ctr"/>
          <a:lstStyle xmlns:a="http://schemas.openxmlformats.org/drawingml/2006/main">
            <a:defPPr algn="ctr">
              <a:defRPr sz="2025" b="1">
                <a:solidFill>
                  <a:srgbClr val="031C36"/>
                </a:solidFill>
                <a:latin typeface="Noto Sans"/>
                <a:ea typeface="Noto Sans"/>
                <a:cs typeface="Noto Sans"/>
              </a:defRPr>
            </a:defPPr>
            <a:lvl1pPr algn="ctr">
              <a:defRPr sz="2025" b="1">
                <a:solidFill>
                  <a:srgbClr val="031C36"/>
                </a:solidFill>
                <a:latin typeface="Noto Sans"/>
                <a:ea typeface="Noto Sans"/>
                <a:cs typeface="Noto Sans"/>
              </a:defRPr>
            </a:lvl1pPr>
            <a:lvl2pPr algn="ctr">
              <a:defRPr sz="2025" b="1">
                <a:solidFill>
                  <a:srgbClr val="031C36"/>
                </a:solidFill>
                <a:latin typeface="Noto Sans"/>
                <a:ea typeface="Noto Sans"/>
                <a:cs typeface="Noto Sans"/>
              </a:defRPr>
            </a:lvl2pPr>
            <a:lvl3pPr algn="ctr">
              <a:defRPr sz="2025" b="1">
                <a:solidFill>
                  <a:srgbClr val="031C36"/>
                </a:solidFill>
                <a:latin typeface="Noto Sans"/>
                <a:ea typeface="Noto Sans"/>
                <a:cs typeface="Noto Sans"/>
              </a:defRPr>
            </a:lvl3pPr>
            <a:lvl4pPr algn="ctr">
              <a:defRPr sz="2025" b="1">
                <a:solidFill>
                  <a:srgbClr val="031C36"/>
                </a:solidFill>
                <a:latin typeface="Noto Sans"/>
                <a:ea typeface="Noto Sans"/>
                <a:cs typeface="Noto Sans"/>
              </a:defRPr>
            </a:lvl4pPr>
            <a:lvl5pPr algn="ctr">
              <a:defRPr sz="2025" b="1">
                <a:solidFill>
                  <a:srgbClr val="031C36"/>
                </a:solidFill>
                <a:latin typeface="Noto Sans"/>
                <a:ea typeface="Noto Sans"/>
                <a:cs typeface="Noto Sans"/>
              </a:defRPr>
            </a:lvl5pPr>
            <a:lvl6pPr algn="ctr">
              <a:defRPr sz="2025" b="1">
                <a:solidFill>
                  <a:srgbClr val="031C36"/>
                </a:solidFill>
                <a:latin typeface="Noto Sans"/>
                <a:ea typeface="Noto Sans"/>
                <a:cs typeface="Noto Sans"/>
              </a:defRPr>
            </a:lvl6pPr>
            <a:lvl7pPr algn="ctr">
              <a:defRPr sz="2025" b="1">
                <a:solidFill>
                  <a:srgbClr val="031C36"/>
                </a:solidFill>
                <a:latin typeface="Noto Sans"/>
                <a:ea typeface="Noto Sans"/>
                <a:cs typeface="Noto Sans"/>
              </a:defRPr>
            </a:lvl7pPr>
            <a:lvl8pPr algn="ctr">
              <a:defRPr sz="2025" b="1">
                <a:solidFill>
                  <a:srgbClr val="031C36"/>
                </a:solidFill>
                <a:latin typeface="Noto Sans"/>
                <a:ea typeface="Noto Sans"/>
                <a:cs typeface="Noto Sans"/>
              </a:defRPr>
            </a:lvl8pPr>
            <a:lvl9pPr algn="ctr">
              <a:defRPr sz="2025" b="1">
                <a:solidFill>
                  <a:srgbClr val="031C36"/>
                </a:solidFill>
                <a:latin typeface="Noto Sans"/>
                <a:ea typeface="Noto Sans"/>
                <a:cs typeface="Noto Sans"/>
              </a:defRPr>
            </a:lvl9pPr>
          </a:lstStyle>
          <a:p xmlns:a="http://schemas.openxmlformats.org/drawingml/2006/main">
            <a:pPr algn="ctr">
              <a:defRPr sz="2025" b="1">
                <a:solidFill>
                  <a:srgbClr val="031C36"/>
                </a:solidFill>
                <a:latin typeface="Noto Sans"/>
                <a:ea typeface="Noto Sans"/>
                <a:cs typeface="Noto Sans"/>
              </a:defRPr>
            </a:pPr>
            <a:r>
              <a:rPr sz="2025" b="1">
                <a:solidFill>
                  <a:srgbClr val="031C36"/>
                </a:solidFill>
                <a:latin typeface="Noto Sans"/>
                <a:ea typeface="Noto Sans"/>
                <a:cs typeface="Noto Sans"/>
              </a:rPr>
              <a:t>Tạm dừng</a:t>
            </a:r>
          </a:p>
        </p:txBody>
      </p:sp>
      <p:sp>
        <p:nvSpPr>
          <p:cNvPr id="25" name="Kết thúc / ghi nhận">
            <a:extLst xmlns:a="http://schemas.openxmlformats.org/drawingml/2006/main">
              <a:ext uri="{FF2B5EF4-FFF2-40B4-BE49-F238E27FC236}">
                <a16:creationId xmlns:a16="http://schemas.microsoft.com/office/drawing/2014/main" id="{12205AF3-B83A-428E-BC33-D681E0CAF2B8}"/>
              </a:ext>
            </a:extLst>
          </p:cNvPr>
          <p:cNvSpPr>
            <a:spLocks xmlns:a="http://schemas.openxmlformats.org/drawingml/2006/main" noGrp="1"/>
          </p:cNvSpPr>
          <p:nvPr/>
        </p:nvSpPr>
        <p:spPr>
          <a:xfrm xmlns:a="http://schemas.openxmlformats.org/drawingml/2006/main">
            <a:off x="12039600" y="5429250"/>
            <a:ext cx="2476500" cy="762000"/>
          </a:xfrm>
          <a:prstGeom xmlns:a="http://schemas.openxmlformats.org/drawingml/2006/main" prst="roundRect">
            <a:avLst>
              <a:gd name="adj" fmla="val 12500"/>
            </a:avLst>
          </a:prstGeom>
          <a:solidFill xmlns:a="http://schemas.openxmlformats.org/drawingml/2006/main">
            <a:srgbClr val="EFF4FF"/>
          </a:solidFill>
          <a:ln xmlns:a="http://schemas.openxmlformats.org/drawingml/2006/main" w="9525">
            <a:solidFill>
              <a:srgbClr val="1E5AA8"/>
            </a:solidFill>
          </a:ln>
        </p:spPr>
        <p:txBody>
          <a:bodyPr xmlns:a="http://schemas.openxmlformats.org/drawingml/2006/main" lIns="95250" tIns="95250" rIns="95250" bIns="95250" anchor="ctr"/>
          <a:lstStyle xmlns:a="http://schemas.openxmlformats.org/drawingml/2006/main">
            <a:defPPr algn="ctr">
              <a:defRPr sz="2025" b="1">
                <a:solidFill>
                  <a:srgbClr val="031C36"/>
                </a:solidFill>
                <a:latin typeface="Noto Sans"/>
                <a:ea typeface="Noto Sans"/>
                <a:cs typeface="Noto Sans"/>
              </a:defRPr>
            </a:defPPr>
            <a:lvl1pPr algn="ctr">
              <a:defRPr sz="2025" b="1">
                <a:solidFill>
                  <a:srgbClr val="031C36"/>
                </a:solidFill>
                <a:latin typeface="Noto Sans"/>
                <a:ea typeface="Noto Sans"/>
                <a:cs typeface="Noto Sans"/>
              </a:defRPr>
            </a:lvl1pPr>
            <a:lvl2pPr algn="ctr">
              <a:defRPr sz="2025" b="1">
                <a:solidFill>
                  <a:srgbClr val="031C36"/>
                </a:solidFill>
                <a:latin typeface="Noto Sans"/>
                <a:ea typeface="Noto Sans"/>
                <a:cs typeface="Noto Sans"/>
              </a:defRPr>
            </a:lvl2pPr>
            <a:lvl3pPr algn="ctr">
              <a:defRPr sz="2025" b="1">
                <a:solidFill>
                  <a:srgbClr val="031C36"/>
                </a:solidFill>
                <a:latin typeface="Noto Sans"/>
                <a:ea typeface="Noto Sans"/>
                <a:cs typeface="Noto Sans"/>
              </a:defRPr>
            </a:lvl3pPr>
            <a:lvl4pPr algn="ctr">
              <a:defRPr sz="2025" b="1">
                <a:solidFill>
                  <a:srgbClr val="031C36"/>
                </a:solidFill>
                <a:latin typeface="Noto Sans"/>
                <a:ea typeface="Noto Sans"/>
                <a:cs typeface="Noto Sans"/>
              </a:defRPr>
            </a:lvl4pPr>
            <a:lvl5pPr algn="ctr">
              <a:defRPr sz="2025" b="1">
                <a:solidFill>
                  <a:srgbClr val="031C36"/>
                </a:solidFill>
                <a:latin typeface="Noto Sans"/>
                <a:ea typeface="Noto Sans"/>
                <a:cs typeface="Noto Sans"/>
              </a:defRPr>
            </a:lvl5pPr>
            <a:lvl6pPr algn="ctr">
              <a:defRPr sz="2025" b="1">
                <a:solidFill>
                  <a:srgbClr val="031C36"/>
                </a:solidFill>
                <a:latin typeface="Noto Sans"/>
                <a:ea typeface="Noto Sans"/>
                <a:cs typeface="Noto Sans"/>
              </a:defRPr>
            </a:lvl6pPr>
            <a:lvl7pPr algn="ctr">
              <a:defRPr sz="2025" b="1">
                <a:solidFill>
                  <a:srgbClr val="031C36"/>
                </a:solidFill>
                <a:latin typeface="Noto Sans"/>
                <a:ea typeface="Noto Sans"/>
                <a:cs typeface="Noto Sans"/>
              </a:defRPr>
            </a:lvl7pPr>
            <a:lvl8pPr algn="ctr">
              <a:defRPr sz="2025" b="1">
                <a:solidFill>
                  <a:srgbClr val="031C36"/>
                </a:solidFill>
                <a:latin typeface="Noto Sans"/>
                <a:ea typeface="Noto Sans"/>
                <a:cs typeface="Noto Sans"/>
              </a:defRPr>
            </a:lvl8pPr>
            <a:lvl9pPr algn="ctr">
              <a:defRPr sz="2025" b="1">
                <a:solidFill>
                  <a:srgbClr val="031C36"/>
                </a:solidFill>
                <a:latin typeface="Noto Sans"/>
                <a:ea typeface="Noto Sans"/>
                <a:cs typeface="Noto Sans"/>
              </a:defRPr>
            </a:lvl9pPr>
          </a:lstStyle>
          <a:p xmlns:a="http://schemas.openxmlformats.org/drawingml/2006/main">
            <a:pPr algn="ctr">
              <a:defRPr sz="2025" b="1">
                <a:solidFill>
                  <a:srgbClr val="031C36"/>
                </a:solidFill>
                <a:latin typeface="Noto Sans"/>
                <a:ea typeface="Noto Sans"/>
                <a:cs typeface="Noto Sans"/>
              </a:defRPr>
            </a:pPr>
            <a:r>
              <a:rPr sz="2025" b="1">
                <a:solidFill>
                  <a:srgbClr val="031C36"/>
                </a:solidFill>
                <a:latin typeface="Noto Sans"/>
                <a:ea typeface="Noto Sans"/>
                <a:cs typeface="Noto Sans"/>
              </a:rPr>
              <a:t>Kết thúc / ghi nhận</a:t>
            </a:r>
          </a:p>
        </p:txBody>
      </p:sp>
      <p:sp>
        <p:nvSpPr>
          <p:cNvPr id="26" name="Tiến độ 2/4">
            <a:extLst xmlns:a="http://schemas.openxmlformats.org/drawingml/2006/main">
              <a:ext uri="{FF2B5EF4-FFF2-40B4-BE49-F238E27FC236}">
                <a16:creationId xmlns:a16="http://schemas.microsoft.com/office/drawing/2014/main" id="{3979B2B9-E3BC-4F04-8249-763767514F94}"/>
              </a:ext>
            </a:extLst>
          </p:cNvPr>
          <p:cNvSpPr>
            <a:spLocks xmlns:a="http://schemas.openxmlformats.org/drawingml/2006/main" noGrp="1"/>
          </p:cNvSpPr>
          <p:nvPr/>
        </p:nvSpPr>
        <p:spPr>
          <a:xfrm xmlns:a="http://schemas.openxmlformats.org/drawingml/2006/main">
            <a:off x="14782800" y="5429250"/>
            <a:ext cx="2476500" cy="762000"/>
          </a:xfrm>
          <a:prstGeom xmlns:a="http://schemas.openxmlformats.org/drawingml/2006/main" prst="roundRect">
            <a:avLst>
              <a:gd name="adj" fmla="val 12500"/>
            </a:avLst>
          </a:prstGeom>
          <a:solidFill xmlns:a="http://schemas.openxmlformats.org/drawingml/2006/main">
            <a:srgbClr val="EFF4FF"/>
          </a:solidFill>
          <a:ln xmlns:a="http://schemas.openxmlformats.org/drawingml/2006/main" w="9525">
            <a:solidFill>
              <a:srgbClr val="1E5AA8"/>
            </a:solidFill>
          </a:ln>
        </p:spPr>
        <p:txBody>
          <a:bodyPr xmlns:a="http://schemas.openxmlformats.org/drawingml/2006/main" lIns="95250" tIns="95250" rIns="95250" bIns="95250" anchor="ctr"/>
          <a:lstStyle xmlns:a="http://schemas.openxmlformats.org/drawingml/2006/main">
            <a:defPPr algn="ctr">
              <a:defRPr sz="2025" b="1">
                <a:solidFill>
                  <a:srgbClr val="031C36"/>
                </a:solidFill>
                <a:latin typeface="Noto Sans"/>
                <a:ea typeface="Noto Sans"/>
                <a:cs typeface="Noto Sans"/>
              </a:defRPr>
            </a:defPPr>
            <a:lvl1pPr algn="ctr">
              <a:defRPr sz="2025" b="1">
                <a:solidFill>
                  <a:srgbClr val="031C36"/>
                </a:solidFill>
                <a:latin typeface="Noto Sans"/>
                <a:ea typeface="Noto Sans"/>
                <a:cs typeface="Noto Sans"/>
              </a:defRPr>
            </a:lvl1pPr>
            <a:lvl2pPr algn="ctr">
              <a:defRPr sz="2025" b="1">
                <a:solidFill>
                  <a:srgbClr val="031C36"/>
                </a:solidFill>
                <a:latin typeface="Noto Sans"/>
                <a:ea typeface="Noto Sans"/>
                <a:cs typeface="Noto Sans"/>
              </a:defRPr>
            </a:lvl2pPr>
            <a:lvl3pPr algn="ctr">
              <a:defRPr sz="2025" b="1">
                <a:solidFill>
                  <a:srgbClr val="031C36"/>
                </a:solidFill>
                <a:latin typeface="Noto Sans"/>
                <a:ea typeface="Noto Sans"/>
                <a:cs typeface="Noto Sans"/>
              </a:defRPr>
            </a:lvl3pPr>
            <a:lvl4pPr algn="ctr">
              <a:defRPr sz="2025" b="1">
                <a:solidFill>
                  <a:srgbClr val="031C36"/>
                </a:solidFill>
                <a:latin typeface="Noto Sans"/>
                <a:ea typeface="Noto Sans"/>
                <a:cs typeface="Noto Sans"/>
              </a:defRPr>
            </a:lvl4pPr>
            <a:lvl5pPr algn="ctr">
              <a:defRPr sz="2025" b="1">
                <a:solidFill>
                  <a:srgbClr val="031C36"/>
                </a:solidFill>
                <a:latin typeface="Noto Sans"/>
                <a:ea typeface="Noto Sans"/>
                <a:cs typeface="Noto Sans"/>
              </a:defRPr>
            </a:lvl5pPr>
            <a:lvl6pPr algn="ctr">
              <a:defRPr sz="2025" b="1">
                <a:solidFill>
                  <a:srgbClr val="031C36"/>
                </a:solidFill>
                <a:latin typeface="Noto Sans"/>
                <a:ea typeface="Noto Sans"/>
                <a:cs typeface="Noto Sans"/>
              </a:defRPr>
            </a:lvl6pPr>
            <a:lvl7pPr algn="ctr">
              <a:defRPr sz="2025" b="1">
                <a:solidFill>
                  <a:srgbClr val="031C36"/>
                </a:solidFill>
                <a:latin typeface="Noto Sans"/>
                <a:ea typeface="Noto Sans"/>
                <a:cs typeface="Noto Sans"/>
              </a:defRPr>
            </a:lvl7pPr>
            <a:lvl8pPr algn="ctr">
              <a:defRPr sz="2025" b="1">
                <a:solidFill>
                  <a:srgbClr val="031C36"/>
                </a:solidFill>
                <a:latin typeface="Noto Sans"/>
                <a:ea typeface="Noto Sans"/>
                <a:cs typeface="Noto Sans"/>
              </a:defRPr>
            </a:lvl8pPr>
            <a:lvl9pPr algn="ctr">
              <a:defRPr sz="2025" b="1">
                <a:solidFill>
                  <a:srgbClr val="031C36"/>
                </a:solidFill>
                <a:latin typeface="Noto Sans"/>
                <a:ea typeface="Noto Sans"/>
                <a:cs typeface="Noto Sans"/>
              </a:defRPr>
            </a:lvl9pPr>
          </a:lstStyle>
          <a:p xmlns:a="http://schemas.openxmlformats.org/drawingml/2006/main">
            <a:pPr algn="ctr">
              <a:defRPr sz="2025" b="1">
                <a:solidFill>
                  <a:srgbClr val="031C36"/>
                </a:solidFill>
                <a:latin typeface="Noto Sans"/>
                <a:ea typeface="Noto Sans"/>
                <a:cs typeface="Noto Sans"/>
              </a:defRPr>
            </a:pPr>
            <a:r>
              <a:rPr sz="2025" b="1">
                <a:solidFill>
                  <a:srgbClr val="031C36"/>
                </a:solidFill>
                <a:latin typeface="Noto Sans"/>
                <a:ea typeface="Noto Sans"/>
                <a:cs typeface="Noto Sans"/>
              </a:rPr>
              <a:t>Tiến độ 2/4</a:t>
            </a:r>
          </a:p>
        </p:txBody>
      </p:sp>
      <p:sp>
        <p:nvSpPr>
          <p:cNvPr id="32" name="Overlay rời phiên; ở lại phục hồi paused. Check-in có Hoàn t">
            <a:extLst xmlns:a="http://schemas.openxmlformats.org/drawingml/2006/main">
              <a:ext uri="{FF2B5EF4-FFF2-40B4-BE49-F238E27FC236}">
                <a16:creationId xmlns:a16="http://schemas.microsoft.com/office/drawing/2014/main" id="{015988E3-673D-4ECF-A008-2EC181BBBD34}"/>
              </a:ext>
            </a:extLst>
          </p:cNvPr>
          <p:cNvSpPr>
            <a:spLocks xmlns:a="http://schemas.openxmlformats.org/drawingml/2006/main" noGrp="1"/>
          </p:cNvSpPr>
          <p:nvPr/>
        </p:nvSpPr>
        <p:spPr>
          <a:xfrm xmlns:a="http://schemas.openxmlformats.org/drawingml/2006/main">
            <a:off x="1143000" y="6334125"/>
            <a:ext cx="1571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0">
                <a:solidFill>
                  <a:srgbClr val="424751"/>
                </a:solidFill>
                <a:latin typeface="Noto Sans"/>
                <a:ea typeface="Noto Sans"/>
                <a:cs typeface="Noto Sans"/>
              </a:defRPr>
            </a:defPPr>
            <a:lvl1pPr>
              <a:defRPr sz="2100" b="0">
                <a:solidFill>
                  <a:srgbClr val="424751"/>
                </a:solidFill>
                <a:latin typeface="Noto Sans"/>
                <a:ea typeface="Noto Sans"/>
                <a:cs typeface="Noto Sans"/>
              </a:defRPr>
            </a:lvl1pPr>
            <a:lvl2pPr>
              <a:defRPr sz="2100" b="0">
                <a:solidFill>
                  <a:srgbClr val="424751"/>
                </a:solidFill>
                <a:latin typeface="Noto Sans"/>
                <a:ea typeface="Noto Sans"/>
                <a:cs typeface="Noto Sans"/>
              </a:defRPr>
            </a:lvl2pPr>
            <a:lvl3pPr>
              <a:defRPr sz="2100" b="0">
                <a:solidFill>
                  <a:srgbClr val="424751"/>
                </a:solidFill>
                <a:latin typeface="Noto Sans"/>
                <a:ea typeface="Noto Sans"/>
                <a:cs typeface="Noto Sans"/>
              </a:defRPr>
            </a:lvl3pPr>
            <a:lvl4pPr>
              <a:defRPr sz="2100" b="0">
                <a:solidFill>
                  <a:srgbClr val="424751"/>
                </a:solidFill>
                <a:latin typeface="Noto Sans"/>
                <a:ea typeface="Noto Sans"/>
                <a:cs typeface="Noto Sans"/>
              </a:defRPr>
            </a:lvl4pPr>
            <a:lvl5pPr>
              <a:defRPr sz="2100" b="0">
                <a:solidFill>
                  <a:srgbClr val="424751"/>
                </a:solidFill>
                <a:latin typeface="Noto Sans"/>
                <a:ea typeface="Noto Sans"/>
                <a:cs typeface="Noto Sans"/>
              </a:defRPr>
            </a:lvl5pPr>
            <a:lvl6pPr>
              <a:defRPr sz="2100" b="0">
                <a:solidFill>
                  <a:srgbClr val="424751"/>
                </a:solidFill>
                <a:latin typeface="Noto Sans"/>
                <a:ea typeface="Noto Sans"/>
                <a:cs typeface="Noto Sans"/>
              </a:defRPr>
            </a:lvl6pPr>
            <a:lvl7pPr>
              <a:defRPr sz="2100" b="0">
                <a:solidFill>
                  <a:srgbClr val="424751"/>
                </a:solidFill>
                <a:latin typeface="Noto Sans"/>
                <a:ea typeface="Noto Sans"/>
                <a:cs typeface="Noto Sans"/>
              </a:defRPr>
            </a:lvl7pPr>
            <a:lvl8pPr>
              <a:defRPr sz="2100" b="0">
                <a:solidFill>
                  <a:srgbClr val="424751"/>
                </a:solidFill>
                <a:latin typeface="Noto Sans"/>
                <a:ea typeface="Noto Sans"/>
                <a:cs typeface="Noto Sans"/>
              </a:defRPr>
            </a:lvl8pPr>
            <a:lvl9pPr>
              <a:defRPr sz="2100" b="0">
                <a:solidFill>
                  <a:srgbClr val="424751"/>
                </a:solidFill>
                <a:latin typeface="Noto Sans"/>
                <a:ea typeface="Noto Sans"/>
                <a:cs typeface="Noto Sans"/>
              </a:defRPr>
            </a:lvl9pPr>
          </a:lstStyle>
          <a:p xmlns:a="http://schemas.openxmlformats.org/drawingml/2006/main">
            <a:pPr>
              <a:defRPr sz="2100" b="0">
                <a:solidFill>
                  <a:srgbClr val="424751"/>
                </a:solidFill>
                <a:latin typeface="Noto Sans"/>
                <a:ea typeface="Noto Sans"/>
                <a:cs typeface="Noto Sans"/>
              </a:defRPr>
            </a:pPr>
            <a:r>
              <a:rPr sz="2100" b="0">
                <a:solidFill>
                  <a:srgbClr val="424751"/>
                </a:solidFill>
                <a:latin typeface="Noto Sans"/>
                <a:ea typeface="Noto Sans"/>
                <a:cs typeface="Noto Sans"/>
              </a:rPr>
              <a:t>Overlay rời phiên; ở lại phục hồi paused. Check-in có Hoàn tác.</a:t>
            </a:r>
          </a:p>
        </p:txBody>
      </p:sp>
      <p:sp>
        <p:nvSpPr>
          <p:cNvPr id="33" name="F03  Linh">
            <a:extLst xmlns:a="http://schemas.openxmlformats.org/drawingml/2006/main">
              <a:ext uri="{FF2B5EF4-FFF2-40B4-BE49-F238E27FC236}">
                <a16:creationId xmlns:a16="http://schemas.microsoft.com/office/drawing/2014/main" id="{4C1E4E89-C03A-4412-86BF-8674A5EBD289}"/>
              </a:ext>
            </a:extLst>
          </p:cNvPr>
          <p:cNvSpPr>
            <a:spLocks xmlns:a="http://schemas.openxmlformats.org/drawingml/2006/main" noGrp="1"/>
          </p:cNvSpPr>
          <p:nvPr/>
        </p:nvSpPr>
        <p:spPr>
          <a:xfrm xmlns:a="http://schemas.openxmlformats.org/drawingml/2006/main">
            <a:off x="1066800" y="6953250"/>
            <a:ext cx="1238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625" b="1">
                <a:solidFill>
                  <a:srgbClr val="1E5AA8"/>
                </a:solidFill>
                <a:latin typeface="Noto Sans"/>
                <a:ea typeface="Noto Sans"/>
                <a:cs typeface="Noto Sans"/>
              </a:defRPr>
            </a:defPPr>
            <a:lvl1pPr>
              <a:defRPr sz="2625" b="1">
                <a:solidFill>
                  <a:srgbClr val="1E5AA8"/>
                </a:solidFill>
                <a:latin typeface="Noto Sans"/>
                <a:ea typeface="Noto Sans"/>
                <a:cs typeface="Noto Sans"/>
              </a:defRPr>
            </a:lvl1pPr>
            <a:lvl2pPr>
              <a:defRPr sz="2625" b="1">
                <a:solidFill>
                  <a:srgbClr val="1E5AA8"/>
                </a:solidFill>
                <a:latin typeface="Noto Sans"/>
                <a:ea typeface="Noto Sans"/>
                <a:cs typeface="Noto Sans"/>
              </a:defRPr>
            </a:lvl2pPr>
            <a:lvl3pPr>
              <a:defRPr sz="2625" b="1">
                <a:solidFill>
                  <a:srgbClr val="1E5AA8"/>
                </a:solidFill>
                <a:latin typeface="Noto Sans"/>
                <a:ea typeface="Noto Sans"/>
                <a:cs typeface="Noto Sans"/>
              </a:defRPr>
            </a:lvl3pPr>
            <a:lvl4pPr>
              <a:defRPr sz="2625" b="1">
                <a:solidFill>
                  <a:srgbClr val="1E5AA8"/>
                </a:solidFill>
                <a:latin typeface="Noto Sans"/>
                <a:ea typeface="Noto Sans"/>
                <a:cs typeface="Noto Sans"/>
              </a:defRPr>
            </a:lvl4pPr>
            <a:lvl5pPr>
              <a:defRPr sz="2625" b="1">
                <a:solidFill>
                  <a:srgbClr val="1E5AA8"/>
                </a:solidFill>
                <a:latin typeface="Noto Sans"/>
                <a:ea typeface="Noto Sans"/>
                <a:cs typeface="Noto Sans"/>
              </a:defRPr>
            </a:lvl5pPr>
            <a:lvl6pPr>
              <a:defRPr sz="2625" b="1">
                <a:solidFill>
                  <a:srgbClr val="1E5AA8"/>
                </a:solidFill>
                <a:latin typeface="Noto Sans"/>
                <a:ea typeface="Noto Sans"/>
                <a:cs typeface="Noto Sans"/>
              </a:defRPr>
            </a:lvl6pPr>
            <a:lvl7pPr>
              <a:defRPr sz="2625" b="1">
                <a:solidFill>
                  <a:srgbClr val="1E5AA8"/>
                </a:solidFill>
                <a:latin typeface="Noto Sans"/>
                <a:ea typeface="Noto Sans"/>
                <a:cs typeface="Noto Sans"/>
              </a:defRPr>
            </a:lvl7pPr>
            <a:lvl8pPr>
              <a:defRPr sz="2625" b="1">
                <a:solidFill>
                  <a:srgbClr val="1E5AA8"/>
                </a:solidFill>
                <a:latin typeface="Noto Sans"/>
                <a:ea typeface="Noto Sans"/>
                <a:cs typeface="Noto Sans"/>
              </a:defRPr>
            </a:lvl8pPr>
            <a:lvl9pPr>
              <a:defRPr sz="2625" b="1">
                <a:solidFill>
                  <a:srgbClr val="1E5AA8"/>
                </a:solidFill>
                <a:latin typeface="Noto Sans"/>
                <a:ea typeface="Noto Sans"/>
                <a:cs typeface="Noto Sans"/>
              </a:defRPr>
            </a:lvl9pPr>
          </a:lstStyle>
          <a:p xmlns:a="http://schemas.openxmlformats.org/drawingml/2006/main">
            <a:pPr>
              <a:defRPr sz="2625" b="1">
                <a:solidFill>
                  <a:srgbClr val="1E5AA8"/>
                </a:solidFill>
                <a:latin typeface="Noto Sans"/>
                <a:ea typeface="Noto Sans"/>
                <a:cs typeface="Noto Sans"/>
              </a:defRPr>
            </a:pPr>
            <a:r>
              <a:rPr sz="2625" b="1">
                <a:solidFill>
                  <a:srgbClr val="1E5AA8"/>
                </a:solidFill>
                <a:latin typeface="Noto Sans"/>
                <a:ea typeface="Noto Sans"/>
                <a:cs typeface="Noto Sans"/>
              </a:rPr>
              <a:t>F03  Linh</a:t>
            </a:r>
          </a:p>
        </p:txBody>
      </p:sp>
      <p:sp>
        <p:nvSpPr>
          <p:cNvPr id="34" name="Home 17:30">
            <a:extLst xmlns:a="http://schemas.openxmlformats.org/drawingml/2006/main">
              <a:ext uri="{FF2B5EF4-FFF2-40B4-BE49-F238E27FC236}">
                <a16:creationId xmlns:a16="http://schemas.microsoft.com/office/drawing/2014/main" id="{7569A8AA-C088-45C9-BAF5-00E724D7F2F7}"/>
              </a:ext>
            </a:extLst>
          </p:cNvPr>
          <p:cNvSpPr>
            <a:spLocks xmlns:a="http://schemas.openxmlformats.org/drawingml/2006/main" noGrp="1"/>
          </p:cNvSpPr>
          <p:nvPr/>
        </p:nvSpPr>
        <p:spPr>
          <a:xfrm xmlns:a="http://schemas.openxmlformats.org/drawingml/2006/main">
            <a:off x="1066800" y="7572375"/>
            <a:ext cx="2476500" cy="762000"/>
          </a:xfrm>
          <a:prstGeom xmlns:a="http://schemas.openxmlformats.org/drawingml/2006/main" prst="roundRect">
            <a:avLst>
              <a:gd name="adj" fmla="val 12500"/>
            </a:avLst>
          </a:prstGeom>
          <a:solidFill xmlns:a="http://schemas.openxmlformats.org/drawingml/2006/main">
            <a:srgbClr val="EFF4FF"/>
          </a:solidFill>
          <a:ln xmlns:a="http://schemas.openxmlformats.org/drawingml/2006/main" w="9525">
            <a:solidFill>
              <a:srgbClr val="1E5AA8"/>
            </a:solidFill>
          </a:ln>
        </p:spPr>
        <p:txBody>
          <a:bodyPr xmlns:a="http://schemas.openxmlformats.org/drawingml/2006/main" lIns="95250" tIns="95250" rIns="95250" bIns="95250" anchor="ctr"/>
          <a:lstStyle xmlns:a="http://schemas.openxmlformats.org/drawingml/2006/main">
            <a:defPPr algn="ctr">
              <a:defRPr sz="2025" b="1">
                <a:solidFill>
                  <a:srgbClr val="031C36"/>
                </a:solidFill>
                <a:latin typeface="Noto Sans"/>
                <a:ea typeface="Noto Sans"/>
                <a:cs typeface="Noto Sans"/>
              </a:defRPr>
            </a:defPPr>
            <a:lvl1pPr algn="ctr">
              <a:defRPr sz="2025" b="1">
                <a:solidFill>
                  <a:srgbClr val="031C36"/>
                </a:solidFill>
                <a:latin typeface="Noto Sans"/>
                <a:ea typeface="Noto Sans"/>
                <a:cs typeface="Noto Sans"/>
              </a:defRPr>
            </a:lvl1pPr>
            <a:lvl2pPr algn="ctr">
              <a:defRPr sz="2025" b="1">
                <a:solidFill>
                  <a:srgbClr val="031C36"/>
                </a:solidFill>
                <a:latin typeface="Noto Sans"/>
                <a:ea typeface="Noto Sans"/>
                <a:cs typeface="Noto Sans"/>
              </a:defRPr>
            </a:lvl2pPr>
            <a:lvl3pPr algn="ctr">
              <a:defRPr sz="2025" b="1">
                <a:solidFill>
                  <a:srgbClr val="031C36"/>
                </a:solidFill>
                <a:latin typeface="Noto Sans"/>
                <a:ea typeface="Noto Sans"/>
                <a:cs typeface="Noto Sans"/>
              </a:defRPr>
            </a:lvl3pPr>
            <a:lvl4pPr algn="ctr">
              <a:defRPr sz="2025" b="1">
                <a:solidFill>
                  <a:srgbClr val="031C36"/>
                </a:solidFill>
                <a:latin typeface="Noto Sans"/>
                <a:ea typeface="Noto Sans"/>
                <a:cs typeface="Noto Sans"/>
              </a:defRPr>
            </a:lvl4pPr>
            <a:lvl5pPr algn="ctr">
              <a:defRPr sz="2025" b="1">
                <a:solidFill>
                  <a:srgbClr val="031C36"/>
                </a:solidFill>
                <a:latin typeface="Noto Sans"/>
                <a:ea typeface="Noto Sans"/>
                <a:cs typeface="Noto Sans"/>
              </a:defRPr>
            </a:lvl5pPr>
            <a:lvl6pPr algn="ctr">
              <a:defRPr sz="2025" b="1">
                <a:solidFill>
                  <a:srgbClr val="031C36"/>
                </a:solidFill>
                <a:latin typeface="Noto Sans"/>
                <a:ea typeface="Noto Sans"/>
                <a:cs typeface="Noto Sans"/>
              </a:defRPr>
            </a:lvl6pPr>
            <a:lvl7pPr algn="ctr">
              <a:defRPr sz="2025" b="1">
                <a:solidFill>
                  <a:srgbClr val="031C36"/>
                </a:solidFill>
                <a:latin typeface="Noto Sans"/>
                <a:ea typeface="Noto Sans"/>
                <a:cs typeface="Noto Sans"/>
              </a:defRPr>
            </a:lvl7pPr>
            <a:lvl8pPr algn="ctr">
              <a:defRPr sz="2025" b="1">
                <a:solidFill>
                  <a:srgbClr val="031C36"/>
                </a:solidFill>
                <a:latin typeface="Noto Sans"/>
                <a:ea typeface="Noto Sans"/>
                <a:cs typeface="Noto Sans"/>
              </a:defRPr>
            </a:lvl8pPr>
            <a:lvl9pPr algn="ctr">
              <a:defRPr sz="2025" b="1">
                <a:solidFill>
                  <a:srgbClr val="031C36"/>
                </a:solidFill>
                <a:latin typeface="Noto Sans"/>
                <a:ea typeface="Noto Sans"/>
                <a:cs typeface="Noto Sans"/>
              </a:defRPr>
            </a:lvl9pPr>
          </a:lstStyle>
          <a:p xmlns:a="http://schemas.openxmlformats.org/drawingml/2006/main">
            <a:pPr algn="ctr">
              <a:defRPr sz="2025" b="1">
                <a:solidFill>
                  <a:srgbClr val="031C36"/>
                </a:solidFill>
                <a:latin typeface="Noto Sans"/>
                <a:ea typeface="Noto Sans"/>
                <a:cs typeface="Noto Sans"/>
              </a:defRPr>
            </a:pPr>
            <a:r>
              <a:rPr sz="2025" b="1">
                <a:solidFill>
                  <a:srgbClr val="031C36"/>
                </a:solidFill>
                <a:latin typeface="Noto Sans"/>
                <a:ea typeface="Noto Sans"/>
                <a:cs typeface="Noto Sans"/>
              </a:rPr>
              <a:t>Home 17:30</a:t>
            </a:r>
          </a:p>
        </p:txBody>
      </p:sp>
      <p:sp>
        <p:nvSpPr>
          <p:cNvPr id="35" name="Chi tiết đã thêm">
            <a:extLst xmlns:a="http://schemas.openxmlformats.org/drawingml/2006/main">
              <a:ext uri="{FF2B5EF4-FFF2-40B4-BE49-F238E27FC236}">
                <a16:creationId xmlns:a16="http://schemas.microsoft.com/office/drawing/2014/main" id="{4E1EC4E5-623D-4FE4-A5D3-C31D2BB673A5}"/>
              </a:ext>
            </a:extLst>
          </p:cNvPr>
          <p:cNvSpPr>
            <a:spLocks xmlns:a="http://schemas.openxmlformats.org/drawingml/2006/main" noGrp="1"/>
          </p:cNvSpPr>
          <p:nvPr/>
        </p:nvSpPr>
        <p:spPr>
          <a:xfrm xmlns:a="http://schemas.openxmlformats.org/drawingml/2006/main">
            <a:off x="3810000" y="7572375"/>
            <a:ext cx="2476500" cy="762000"/>
          </a:xfrm>
          <a:prstGeom xmlns:a="http://schemas.openxmlformats.org/drawingml/2006/main" prst="roundRect">
            <a:avLst>
              <a:gd name="adj" fmla="val 12500"/>
            </a:avLst>
          </a:prstGeom>
          <a:solidFill xmlns:a="http://schemas.openxmlformats.org/drawingml/2006/main">
            <a:srgbClr val="EFF4FF"/>
          </a:solidFill>
          <a:ln xmlns:a="http://schemas.openxmlformats.org/drawingml/2006/main" w="9525">
            <a:solidFill>
              <a:srgbClr val="1E5AA8"/>
            </a:solidFill>
          </a:ln>
        </p:spPr>
        <p:txBody>
          <a:bodyPr xmlns:a="http://schemas.openxmlformats.org/drawingml/2006/main" lIns="95250" tIns="95250" rIns="95250" bIns="95250" anchor="ctr"/>
          <a:lstStyle xmlns:a="http://schemas.openxmlformats.org/drawingml/2006/main">
            <a:defPPr algn="ctr">
              <a:defRPr sz="2025" b="1">
                <a:solidFill>
                  <a:srgbClr val="031C36"/>
                </a:solidFill>
                <a:latin typeface="Noto Sans"/>
                <a:ea typeface="Noto Sans"/>
                <a:cs typeface="Noto Sans"/>
              </a:defRPr>
            </a:defPPr>
            <a:lvl1pPr algn="ctr">
              <a:defRPr sz="2025" b="1">
                <a:solidFill>
                  <a:srgbClr val="031C36"/>
                </a:solidFill>
                <a:latin typeface="Noto Sans"/>
                <a:ea typeface="Noto Sans"/>
                <a:cs typeface="Noto Sans"/>
              </a:defRPr>
            </a:lvl1pPr>
            <a:lvl2pPr algn="ctr">
              <a:defRPr sz="2025" b="1">
                <a:solidFill>
                  <a:srgbClr val="031C36"/>
                </a:solidFill>
                <a:latin typeface="Noto Sans"/>
                <a:ea typeface="Noto Sans"/>
                <a:cs typeface="Noto Sans"/>
              </a:defRPr>
            </a:lvl2pPr>
            <a:lvl3pPr algn="ctr">
              <a:defRPr sz="2025" b="1">
                <a:solidFill>
                  <a:srgbClr val="031C36"/>
                </a:solidFill>
                <a:latin typeface="Noto Sans"/>
                <a:ea typeface="Noto Sans"/>
                <a:cs typeface="Noto Sans"/>
              </a:defRPr>
            </a:lvl3pPr>
            <a:lvl4pPr algn="ctr">
              <a:defRPr sz="2025" b="1">
                <a:solidFill>
                  <a:srgbClr val="031C36"/>
                </a:solidFill>
                <a:latin typeface="Noto Sans"/>
                <a:ea typeface="Noto Sans"/>
                <a:cs typeface="Noto Sans"/>
              </a:defRPr>
            </a:lvl4pPr>
            <a:lvl5pPr algn="ctr">
              <a:defRPr sz="2025" b="1">
                <a:solidFill>
                  <a:srgbClr val="031C36"/>
                </a:solidFill>
                <a:latin typeface="Noto Sans"/>
                <a:ea typeface="Noto Sans"/>
                <a:cs typeface="Noto Sans"/>
              </a:defRPr>
            </a:lvl5pPr>
            <a:lvl6pPr algn="ctr">
              <a:defRPr sz="2025" b="1">
                <a:solidFill>
                  <a:srgbClr val="031C36"/>
                </a:solidFill>
                <a:latin typeface="Noto Sans"/>
                <a:ea typeface="Noto Sans"/>
                <a:cs typeface="Noto Sans"/>
              </a:defRPr>
            </a:lvl6pPr>
            <a:lvl7pPr algn="ctr">
              <a:defRPr sz="2025" b="1">
                <a:solidFill>
                  <a:srgbClr val="031C36"/>
                </a:solidFill>
                <a:latin typeface="Noto Sans"/>
                <a:ea typeface="Noto Sans"/>
                <a:cs typeface="Noto Sans"/>
              </a:defRPr>
            </a:lvl7pPr>
            <a:lvl8pPr algn="ctr">
              <a:defRPr sz="2025" b="1">
                <a:solidFill>
                  <a:srgbClr val="031C36"/>
                </a:solidFill>
                <a:latin typeface="Noto Sans"/>
                <a:ea typeface="Noto Sans"/>
                <a:cs typeface="Noto Sans"/>
              </a:defRPr>
            </a:lvl8pPr>
            <a:lvl9pPr algn="ctr">
              <a:defRPr sz="2025" b="1">
                <a:solidFill>
                  <a:srgbClr val="031C36"/>
                </a:solidFill>
                <a:latin typeface="Noto Sans"/>
                <a:ea typeface="Noto Sans"/>
                <a:cs typeface="Noto Sans"/>
              </a:defRPr>
            </a:lvl9pPr>
          </a:lstStyle>
          <a:p xmlns:a="http://schemas.openxmlformats.org/drawingml/2006/main">
            <a:pPr algn="ctr">
              <a:defRPr sz="2025" b="1">
                <a:solidFill>
                  <a:srgbClr val="031C36"/>
                </a:solidFill>
                <a:latin typeface="Noto Sans"/>
                <a:ea typeface="Noto Sans"/>
                <a:cs typeface="Noto Sans"/>
              </a:defRPr>
            </a:pPr>
            <a:r>
              <a:rPr sz="2025" b="1">
                <a:solidFill>
                  <a:srgbClr val="031C36"/>
                </a:solidFill>
                <a:latin typeface="Noto Sans"/>
                <a:ea typeface="Noto Sans"/>
                <a:cs typeface="Noto Sans"/>
              </a:rPr>
              <a:t>Chi tiết đã thêm</a:t>
            </a:r>
          </a:p>
        </p:txBody>
      </p:sp>
      <p:sp>
        <p:nvSpPr>
          <p:cNvPr id="36" name="Đổi lịch 18:00">
            <a:extLst xmlns:a="http://schemas.openxmlformats.org/drawingml/2006/main">
              <a:ext uri="{FF2B5EF4-FFF2-40B4-BE49-F238E27FC236}">
                <a16:creationId xmlns:a16="http://schemas.microsoft.com/office/drawing/2014/main" id="{C4DA642A-847D-4E37-84DC-EA073CD7978C}"/>
              </a:ext>
            </a:extLst>
          </p:cNvPr>
          <p:cNvSpPr>
            <a:spLocks xmlns:a="http://schemas.openxmlformats.org/drawingml/2006/main" noGrp="1"/>
          </p:cNvSpPr>
          <p:nvPr/>
        </p:nvSpPr>
        <p:spPr>
          <a:xfrm xmlns:a="http://schemas.openxmlformats.org/drawingml/2006/main">
            <a:off x="6553200" y="7572375"/>
            <a:ext cx="2476500" cy="762000"/>
          </a:xfrm>
          <a:prstGeom xmlns:a="http://schemas.openxmlformats.org/drawingml/2006/main" prst="roundRect">
            <a:avLst>
              <a:gd name="adj" fmla="val 12500"/>
            </a:avLst>
          </a:prstGeom>
          <a:solidFill xmlns:a="http://schemas.openxmlformats.org/drawingml/2006/main">
            <a:srgbClr val="EFF4FF"/>
          </a:solidFill>
          <a:ln xmlns:a="http://schemas.openxmlformats.org/drawingml/2006/main" w="9525">
            <a:solidFill>
              <a:srgbClr val="1E5AA8"/>
            </a:solidFill>
          </a:ln>
        </p:spPr>
        <p:txBody>
          <a:bodyPr xmlns:a="http://schemas.openxmlformats.org/drawingml/2006/main" lIns="95250" tIns="95250" rIns="95250" bIns="95250" anchor="ctr"/>
          <a:lstStyle xmlns:a="http://schemas.openxmlformats.org/drawingml/2006/main">
            <a:defPPr algn="ctr">
              <a:defRPr sz="2025" b="1">
                <a:solidFill>
                  <a:srgbClr val="031C36"/>
                </a:solidFill>
                <a:latin typeface="Noto Sans"/>
                <a:ea typeface="Noto Sans"/>
                <a:cs typeface="Noto Sans"/>
              </a:defRPr>
            </a:defPPr>
            <a:lvl1pPr algn="ctr">
              <a:defRPr sz="2025" b="1">
                <a:solidFill>
                  <a:srgbClr val="031C36"/>
                </a:solidFill>
                <a:latin typeface="Noto Sans"/>
                <a:ea typeface="Noto Sans"/>
                <a:cs typeface="Noto Sans"/>
              </a:defRPr>
            </a:lvl1pPr>
            <a:lvl2pPr algn="ctr">
              <a:defRPr sz="2025" b="1">
                <a:solidFill>
                  <a:srgbClr val="031C36"/>
                </a:solidFill>
                <a:latin typeface="Noto Sans"/>
                <a:ea typeface="Noto Sans"/>
                <a:cs typeface="Noto Sans"/>
              </a:defRPr>
            </a:lvl2pPr>
            <a:lvl3pPr algn="ctr">
              <a:defRPr sz="2025" b="1">
                <a:solidFill>
                  <a:srgbClr val="031C36"/>
                </a:solidFill>
                <a:latin typeface="Noto Sans"/>
                <a:ea typeface="Noto Sans"/>
                <a:cs typeface="Noto Sans"/>
              </a:defRPr>
            </a:lvl3pPr>
            <a:lvl4pPr algn="ctr">
              <a:defRPr sz="2025" b="1">
                <a:solidFill>
                  <a:srgbClr val="031C36"/>
                </a:solidFill>
                <a:latin typeface="Noto Sans"/>
                <a:ea typeface="Noto Sans"/>
                <a:cs typeface="Noto Sans"/>
              </a:defRPr>
            </a:lvl4pPr>
            <a:lvl5pPr algn="ctr">
              <a:defRPr sz="2025" b="1">
                <a:solidFill>
                  <a:srgbClr val="031C36"/>
                </a:solidFill>
                <a:latin typeface="Noto Sans"/>
                <a:ea typeface="Noto Sans"/>
                <a:cs typeface="Noto Sans"/>
              </a:defRPr>
            </a:lvl5pPr>
            <a:lvl6pPr algn="ctr">
              <a:defRPr sz="2025" b="1">
                <a:solidFill>
                  <a:srgbClr val="031C36"/>
                </a:solidFill>
                <a:latin typeface="Noto Sans"/>
                <a:ea typeface="Noto Sans"/>
                <a:cs typeface="Noto Sans"/>
              </a:defRPr>
            </a:lvl6pPr>
            <a:lvl7pPr algn="ctr">
              <a:defRPr sz="2025" b="1">
                <a:solidFill>
                  <a:srgbClr val="031C36"/>
                </a:solidFill>
                <a:latin typeface="Noto Sans"/>
                <a:ea typeface="Noto Sans"/>
                <a:cs typeface="Noto Sans"/>
              </a:defRPr>
            </a:lvl7pPr>
            <a:lvl8pPr algn="ctr">
              <a:defRPr sz="2025" b="1">
                <a:solidFill>
                  <a:srgbClr val="031C36"/>
                </a:solidFill>
                <a:latin typeface="Noto Sans"/>
                <a:ea typeface="Noto Sans"/>
                <a:cs typeface="Noto Sans"/>
              </a:defRPr>
            </a:lvl8pPr>
            <a:lvl9pPr algn="ctr">
              <a:defRPr sz="2025" b="1">
                <a:solidFill>
                  <a:srgbClr val="031C36"/>
                </a:solidFill>
                <a:latin typeface="Noto Sans"/>
                <a:ea typeface="Noto Sans"/>
                <a:cs typeface="Noto Sans"/>
              </a:defRPr>
            </a:lvl9pPr>
          </a:lstStyle>
          <a:p xmlns:a="http://schemas.openxmlformats.org/drawingml/2006/main">
            <a:pPr algn="ctr">
              <a:defRPr sz="2025" b="1">
                <a:solidFill>
                  <a:srgbClr val="031C36"/>
                </a:solidFill>
                <a:latin typeface="Noto Sans"/>
                <a:ea typeface="Noto Sans"/>
                <a:cs typeface="Noto Sans"/>
              </a:defRPr>
            </a:pPr>
            <a:r>
              <a:rPr sz="2025" b="1">
                <a:solidFill>
                  <a:srgbClr val="031C36"/>
                </a:solidFill>
                <a:latin typeface="Noto Sans"/>
                <a:ea typeface="Noto Sans"/>
                <a:cs typeface="Noto Sans"/>
              </a:rPr>
              <a:t>Đổi lịch 18:00</a:t>
            </a:r>
          </a:p>
        </p:txBody>
      </p:sp>
      <p:sp>
        <p:nvSpPr>
          <p:cNvPr id="37" name="Đang lưu">
            <a:extLst xmlns:a="http://schemas.openxmlformats.org/drawingml/2006/main">
              <a:ext uri="{FF2B5EF4-FFF2-40B4-BE49-F238E27FC236}">
                <a16:creationId xmlns:a16="http://schemas.microsoft.com/office/drawing/2014/main" id="{62B75869-4E31-4B26-958F-B5DD7638E12A}"/>
              </a:ext>
            </a:extLst>
          </p:cNvPr>
          <p:cNvSpPr>
            <a:spLocks xmlns:a="http://schemas.openxmlformats.org/drawingml/2006/main" noGrp="1"/>
          </p:cNvSpPr>
          <p:nvPr/>
        </p:nvSpPr>
        <p:spPr>
          <a:xfrm xmlns:a="http://schemas.openxmlformats.org/drawingml/2006/main">
            <a:off x="9296400" y="7572375"/>
            <a:ext cx="2476500" cy="762000"/>
          </a:xfrm>
          <a:prstGeom xmlns:a="http://schemas.openxmlformats.org/drawingml/2006/main" prst="roundRect">
            <a:avLst>
              <a:gd name="adj" fmla="val 12500"/>
            </a:avLst>
          </a:prstGeom>
          <a:solidFill xmlns:a="http://schemas.openxmlformats.org/drawingml/2006/main">
            <a:srgbClr val="EFF4FF"/>
          </a:solidFill>
          <a:ln xmlns:a="http://schemas.openxmlformats.org/drawingml/2006/main" w="9525">
            <a:solidFill>
              <a:srgbClr val="1E5AA8"/>
            </a:solidFill>
          </a:ln>
        </p:spPr>
        <p:txBody>
          <a:bodyPr xmlns:a="http://schemas.openxmlformats.org/drawingml/2006/main" lIns="95250" tIns="95250" rIns="95250" bIns="95250" anchor="ctr"/>
          <a:lstStyle xmlns:a="http://schemas.openxmlformats.org/drawingml/2006/main">
            <a:defPPr algn="ctr">
              <a:defRPr sz="2025" b="1">
                <a:solidFill>
                  <a:srgbClr val="031C36"/>
                </a:solidFill>
                <a:latin typeface="Noto Sans"/>
                <a:ea typeface="Noto Sans"/>
                <a:cs typeface="Noto Sans"/>
              </a:defRPr>
            </a:defPPr>
            <a:lvl1pPr algn="ctr">
              <a:defRPr sz="2025" b="1">
                <a:solidFill>
                  <a:srgbClr val="031C36"/>
                </a:solidFill>
                <a:latin typeface="Noto Sans"/>
                <a:ea typeface="Noto Sans"/>
                <a:cs typeface="Noto Sans"/>
              </a:defRPr>
            </a:lvl1pPr>
            <a:lvl2pPr algn="ctr">
              <a:defRPr sz="2025" b="1">
                <a:solidFill>
                  <a:srgbClr val="031C36"/>
                </a:solidFill>
                <a:latin typeface="Noto Sans"/>
                <a:ea typeface="Noto Sans"/>
                <a:cs typeface="Noto Sans"/>
              </a:defRPr>
            </a:lvl2pPr>
            <a:lvl3pPr algn="ctr">
              <a:defRPr sz="2025" b="1">
                <a:solidFill>
                  <a:srgbClr val="031C36"/>
                </a:solidFill>
                <a:latin typeface="Noto Sans"/>
                <a:ea typeface="Noto Sans"/>
                <a:cs typeface="Noto Sans"/>
              </a:defRPr>
            </a:lvl3pPr>
            <a:lvl4pPr algn="ctr">
              <a:defRPr sz="2025" b="1">
                <a:solidFill>
                  <a:srgbClr val="031C36"/>
                </a:solidFill>
                <a:latin typeface="Noto Sans"/>
                <a:ea typeface="Noto Sans"/>
                <a:cs typeface="Noto Sans"/>
              </a:defRPr>
            </a:lvl4pPr>
            <a:lvl5pPr algn="ctr">
              <a:defRPr sz="2025" b="1">
                <a:solidFill>
                  <a:srgbClr val="031C36"/>
                </a:solidFill>
                <a:latin typeface="Noto Sans"/>
                <a:ea typeface="Noto Sans"/>
                <a:cs typeface="Noto Sans"/>
              </a:defRPr>
            </a:lvl5pPr>
            <a:lvl6pPr algn="ctr">
              <a:defRPr sz="2025" b="1">
                <a:solidFill>
                  <a:srgbClr val="031C36"/>
                </a:solidFill>
                <a:latin typeface="Noto Sans"/>
                <a:ea typeface="Noto Sans"/>
                <a:cs typeface="Noto Sans"/>
              </a:defRPr>
            </a:lvl6pPr>
            <a:lvl7pPr algn="ctr">
              <a:defRPr sz="2025" b="1">
                <a:solidFill>
                  <a:srgbClr val="031C36"/>
                </a:solidFill>
                <a:latin typeface="Noto Sans"/>
                <a:ea typeface="Noto Sans"/>
                <a:cs typeface="Noto Sans"/>
              </a:defRPr>
            </a:lvl7pPr>
            <a:lvl8pPr algn="ctr">
              <a:defRPr sz="2025" b="1">
                <a:solidFill>
                  <a:srgbClr val="031C36"/>
                </a:solidFill>
                <a:latin typeface="Noto Sans"/>
                <a:ea typeface="Noto Sans"/>
                <a:cs typeface="Noto Sans"/>
              </a:defRPr>
            </a:lvl8pPr>
            <a:lvl9pPr algn="ctr">
              <a:defRPr sz="2025" b="1">
                <a:solidFill>
                  <a:srgbClr val="031C36"/>
                </a:solidFill>
                <a:latin typeface="Noto Sans"/>
                <a:ea typeface="Noto Sans"/>
                <a:cs typeface="Noto Sans"/>
              </a:defRPr>
            </a:lvl9pPr>
          </a:lstStyle>
          <a:p xmlns:a="http://schemas.openxmlformats.org/drawingml/2006/main">
            <a:pPr algn="ctr">
              <a:defRPr sz="2025" b="1">
                <a:solidFill>
                  <a:srgbClr val="031C36"/>
                </a:solidFill>
                <a:latin typeface="Noto Sans"/>
                <a:ea typeface="Noto Sans"/>
                <a:cs typeface="Noto Sans"/>
              </a:defRPr>
            </a:pPr>
            <a:r>
              <a:rPr sz="2025" b="1">
                <a:solidFill>
                  <a:srgbClr val="031C36"/>
                </a:solidFill>
                <a:latin typeface="Noto Sans"/>
                <a:ea typeface="Noto Sans"/>
                <a:cs typeface="Noto Sans"/>
              </a:rPr>
              <a:t>Đang lưu</a:t>
            </a:r>
          </a:p>
        </p:txBody>
      </p:sp>
      <p:sp>
        <p:nvSpPr>
          <p:cNvPr id="38" name="Lỗi / Thử lại">
            <a:extLst xmlns:a="http://schemas.openxmlformats.org/drawingml/2006/main">
              <a:ext uri="{FF2B5EF4-FFF2-40B4-BE49-F238E27FC236}">
                <a16:creationId xmlns:a16="http://schemas.microsoft.com/office/drawing/2014/main" id="{2CC22DD1-DD18-49F4-94FA-C4D17F5E004D}"/>
              </a:ext>
            </a:extLst>
          </p:cNvPr>
          <p:cNvSpPr>
            <a:spLocks xmlns:a="http://schemas.openxmlformats.org/drawingml/2006/main" noGrp="1"/>
          </p:cNvSpPr>
          <p:nvPr/>
        </p:nvSpPr>
        <p:spPr>
          <a:xfrm xmlns:a="http://schemas.openxmlformats.org/drawingml/2006/main">
            <a:off x="12039600" y="7572375"/>
            <a:ext cx="2476500" cy="762000"/>
          </a:xfrm>
          <a:prstGeom xmlns:a="http://schemas.openxmlformats.org/drawingml/2006/main" prst="roundRect">
            <a:avLst>
              <a:gd name="adj" fmla="val 12500"/>
            </a:avLst>
          </a:prstGeom>
          <a:solidFill xmlns:a="http://schemas.openxmlformats.org/drawingml/2006/main">
            <a:srgbClr val="EFF4FF"/>
          </a:solidFill>
          <a:ln xmlns:a="http://schemas.openxmlformats.org/drawingml/2006/main" w="9525">
            <a:solidFill>
              <a:srgbClr val="1E5AA8"/>
            </a:solidFill>
          </a:ln>
        </p:spPr>
        <p:txBody>
          <a:bodyPr xmlns:a="http://schemas.openxmlformats.org/drawingml/2006/main" lIns="95250" tIns="95250" rIns="95250" bIns="95250" anchor="ctr"/>
          <a:lstStyle xmlns:a="http://schemas.openxmlformats.org/drawingml/2006/main">
            <a:defPPr algn="ctr">
              <a:defRPr sz="2025" b="1">
                <a:solidFill>
                  <a:srgbClr val="031C36"/>
                </a:solidFill>
                <a:latin typeface="Noto Sans"/>
                <a:ea typeface="Noto Sans"/>
                <a:cs typeface="Noto Sans"/>
              </a:defRPr>
            </a:defPPr>
            <a:lvl1pPr algn="ctr">
              <a:defRPr sz="2025" b="1">
                <a:solidFill>
                  <a:srgbClr val="031C36"/>
                </a:solidFill>
                <a:latin typeface="Noto Sans"/>
                <a:ea typeface="Noto Sans"/>
                <a:cs typeface="Noto Sans"/>
              </a:defRPr>
            </a:lvl1pPr>
            <a:lvl2pPr algn="ctr">
              <a:defRPr sz="2025" b="1">
                <a:solidFill>
                  <a:srgbClr val="031C36"/>
                </a:solidFill>
                <a:latin typeface="Noto Sans"/>
                <a:ea typeface="Noto Sans"/>
                <a:cs typeface="Noto Sans"/>
              </a:defRPr>
            </a:lvl2pPr>
            <a:lvl3pPr algn="ctr">
              <a:defRPr sz="2025" b="1">
                <a:solidFill>
                  <a:srgbClr val="031C36"/>
                </a:solidFill>
                <a:latin typeface="Noto Sans"/>
                <a:ea typeface="Noto Sans"/>
                <a:cs typeface="Noto Sans"/>
              </a:defRPr>
            </a:lvl3pPr>
            <a:lvl4pPr algn="ctr">
              <a:defRPr sz="2025" b="1">
                <a:solidFill>
                  <a:srgbClr val="031C36"/>
                </a:solidFill>
                <a:latin typeface="Noto Sans"/>
                <a:ea typeface="Noto Sans"/>
                <a:cs typeface="Noto Sans"/>
              </a:defRPr>
            </a:lvl4pPr>
            <a:lvl5pPr algn="ctr">
              <a:defRPr sz="2025" b="1">
                <a:solidFill>
                  <a:srgbClr val="031C36"/>
                </a:solidFill>
                <a:latin typeface="Noto Sans"/>
                <a:ea typeface="Noto Sans"/>
                <a:cs typeface="Noto Sans"/>
              </a:defRPr>
            </a:lvl5pPr>
            <a:lvl6pPr algn="ctr">
              <a:defRPr sz="2025" b="1">
                <a:solidFill>
                  <a:srgbClr val="031C36"/>
                </a:solidFill>
                <a:latin typeface="Noto Sans"/>
                <a:ea typeface="Noto Sans"/>
                <a:cs typeface="Noto Sans"/>
              </a:defRPr>
            </a:lvl6pPr>
            <a:lvl7pPr algn="ctr">
              <a:defRPr sz="2025" b="1">
                <a:solidFill>
                  <a:srgbClr val="031C36"/>
                </a:solidFill>
                <a:latin typeface="Noto Sans"/>
                <a:ea typeface="Noto Sans"/>
                <a:cs typeface="Noto Sans"/>
              </a:defRPr>
            </a:lvl7pPr>
            <a:lvl8pPr algn="ctr">
              <a:defRPr sz="2025" b="1">
                <a:solidFill>
                  <a:srgbClr val="031C36"/>
                </a:solidFill>
                <a:latin typeface="Noto Sans"/>
                <a:ea typeface="Noto Sans"/>
                <a:cs typeface="Noto Sans"/>
              </a:defRPr>
            </a:lvl8pPr>
            <a:lvl9pPr algn="ctr">
              <a:defRPr sz="2025" b="1">
                <a:solidFill>
                  <a:srgbClr val="031C36"/>
                </a:solidFill>
                <a:latin typeface="Noto Sans"/>
                <a:ea typeface="Noto Sans"/>
                <a:cs typeface="Noto Sans"/>
              </a:defRPr>
            </a:lvl9pPr>
          </a:lstStyle>
          <a:p xmlns:a="http://schemas.openxmlformats.org/drawingml/2006/main">
            <a:pPr algn="ctr">
              <a:defRPr sz="2025" b="1">
                <a:solidFill>
                  <a:srgbClr val="031C36"/>
                </a:solidFill>
                <a:latin typeface="Noto Sans"/>
                <a:ea typeface="Noto Sans"/>
                <a:cs typeface="Noto Sans"/>
              </a:defRPr>
            </a:pPr>
            <a:r>
              <a:rPr sz="2025" b="1">
                <a:solidFill>
                  <a:srgbClr val="031C36"/>
                </a:solidFill>
                <a:latin typeface="Noto Sans"/>
                <a:ea typeface="Noto Sans"/>
                <a:cs typeface="Noto Sans"/>
              </a:rPr>
              <a:t>Lỗi / Thử lại</a:t>
            </a:r>
          </a:p>
        </p:txBody>
      </p:sp>
      <p:sp>
        <p:nvSpPr>
          <p:cNvPr id="39" name="Home 18:00">
            <a:extLst xmlns:a="http://schemas.openxmlformats.org/drawingml/2006/main">
              <a:ext uri="{FF2B5EF4-FFF2-40B4-BE49-F238E27FC236}">
                <a16:creationId xmlns:a16="http://schemas.microsoft.com/office/drawing/2014/main" id="{259C21EE-46FA-4051-B054-73C964A578B6}"/>
              </a:ext>
            </a:extLst>
          </p:cNvPr>
          <p:cNvSpPr>
            <a:spLocks xmlns:a="http://schemas.openxmlformats.org/drawingml/2006/main" noGrp="1"/>
          </p:cNvSpPr>
          <p:nvPr/>
        </p:nvSpPr>
        <p:spPr>
          <a:xfrm xmlns:a="http://schemas.openxmlformats.org/drawingml/2006/main">
            <a:off x="14782800" y="7572375"/>
            <a:ext cx="2476500" cy="762000"/>
          </a:xfrm>
          <a:prstGeom xmlns:a="http://schemas.openxmlformats.org/drawingml/2006/main" prst="roundRect">
            <a:avLst>
              <a:gd name="adj" fmla="val 12500"/>
            </a:avLst>
          </a:prstGeom>
          <a:solidFill xmlns:a="http://schemas.openxmlformats.org/drawingml/2006/main">
            <a:srgbClr val="EFF4FF"/>
          </a:solidFill>
          <a:ln xmlns:a="http://schemas.openxmlformats.org/drawingml/2006/main" w="9525">
            <a:solidFill>
              <a:srgbClr val="1E5AA8"/>
            </a:solidFill>
          </a:ln>
        </p:spPr>
        <p:txBody>
          <a:bodyPr xmlns:a="http://schemas.openxmlformats.org/drawingml/2006/main" lIns="95250" tIns="95250" rIns="95250" bIns="95250" anchor="ctr"/>
          <a:lstStyle xmlns:a="http://schemas.openxmlformats.org/drawingml/2006/main">
            <a:defPPr algn="ctr">
              <a:defRPr sz="2025" b="1">
                <a:solidFill>
                  <a:srgbClr val="031C36"/>
                </a:solidFill>
                <a:latin typeface="Noto Sans"/>
                <a:ea typeface="Noto Sans"/>
                <a:cs typeface="Noto Sans"/>
              </a:defRPr>
            </a:defPPr>
            <a:lvl1pPr algn="ctr">
              <a:defRPr sz="2025" b="1">
                <a:solidFill>
                  <a:srgbClr val="031C36"/>
                </a:solidFill>
                <a:latin typeface="Noto Sans"/>
                <a:ea typeface="Noto Sans"/>
                <a:cs typeface="Noto Sans"/>
              </a:defRPr>
            </a:lvl1pPr>
            <a:lvl2pPr algn="ctr">
              <a:defRPr sz="2025" b="1">
                <a:solidFill>
                  <a:srgbClr val="031C36"/>
                </a:solidFill>
                <a:latin typeface="Noto Sans"/>
                <a:ea typeface="Noto Sans"/>
                <a:cs typeface="Noto Sans"/>
              </a:defRPr>
            </a:lvl2pPr>
            <a:lvl3pPr algn="ctr">
              <a:defRPr sz="2025" b="1">
                <a:solidFill>
                  <a:srgbClr val="031C36"/>
                </a:solidFill>
                <a:latin typeface="Noto Sans"/>
                <a:ea typeface="Noto Sans"/>
                <a:cs typeface="Noto Sans"/>
              </a:defRPr>
            </a:lvl3pPr>
            <a:lvl4pPr algn="ctr">
              <a:defRPr sz="2025" b="1">
                <a:solidFill>
                  <a:srgbClr val="031C36"/>
                </a:solidFill>
                <a:latin typeface="Noto Sans"/>
                <a:ea typeface="Noto Sans"/>
                <a:cs typeface="Noto Sans"/>
              </a:defRPr>
            </a:lvl4pPr>
            <a:lvl5pPr algn="ctr">
              <a:defRPr sz="2025" b="1">
                <a:solidFill>
                  <a:srgbClr val="031C36"/>
                </a:solidFill>
                <a:latin typeface="Noto Sans"/>
                <a:ea typeface="Noto Sans"/>
                <a:cs typeface="Noto Sans"/>
              </a:defRPr>
            </a:lvl5pPr>
            <a:lvl6pPr algn="ctr">
              <a:defRPr sz="2025" b="1">
                <a:solidFill>
                  <a:srgbClr val="031C36"/>
                </a:solidFill>
                <a:latin typeface="Noto Sans"/>
                <a:ea typeface="Noto Sans"/>
                <a:cs typeface="Noto Sans"/>
              </a:defRPr>
            </a:lvl6pPr>
            <a:lvl7pPr algn="ctr">
              <a:defRPr sz="2025" b="1">
                <a:solidFill>
                  <a:srgbClr val="031C36"/>
                </a:solidFill>
                <a:latin typeface="Noto Sans"/>
                <a:ea typeface="Noto Sans"/>
                <a:cs typeface="Noto Sans"/>
              </a:defRPr>
            </a:lvl7pPr>
            <a:lvl8pPr algn="ctr">
              <a:defRPr sz="2025" b="1">
                <a:solidFill>
                  <a:srgbClr val="031C36"/>
                </a:solidFill>
                <a:latin typeface="Noto Sans"/>
                <a:ea typeface="Noto Sans"/>
                <a:cs typeface="Noto Sans"/>
              </a:defRPr>
            </a:lvl8pPr>
            <a:lvl9pPr algn="ctr">
              <a:defRPr sz="2025" b="1">
                <a:solidFill>
                  <a:srgbClr val="031C36"/>
                </a:solidFill>
                <a:latin typeface="Noto Sans"/>
                <a:ea typeface="Noto Sans"/>
                <a:cs typeface="Noto Sans"/>
              </a:defRPr>
            </a:lvl9pPr>
          </a:lstStyle>
          <a:p xmlns:a="http://schemas.openxmlformats.org/drawingml/2006/main">
            <a:pPr algn="ctr">
              <a:defRPr sz="2025" b="1">
                <a:solidFill>
                  <a:srgbClr val="031C36"/>
                </a:solidFill>
                <a:latin typeface="Noto Sans"/>
                <a:ea typeface="Noto Sans"/>
                <a:cs typeface="Noto Sans"/>
              </a:defRPr>
            </a:pPr>
            <a:r>
              <a:rPr sz="2025" b="1">
                <a:solidFill>
                  <a:srgbClr val="031C36"/>
                </a:solidFill>
                <a:latin typeface="Noto Sans"/>
                <a:ea typeface="Noto Sans"/>
                <a:cs typeface="Noto Sans"/>
              </a:rPr>
              <a:t>Home 18:00</a:t>
            </a:r>
          </a:p>
        </p:txBody>
      </p:sp>
      <p:sp>
        <p:nvSpPr>
          <p:cNvPr id="45" name="Không tạo bản sao hoạt động. Giờ yên lặng chỉ tắt thông báo.">
            <a:extLst xmlns:a="http://schemas.openxmlformats.org/drawingml/2006/main">
              <a:ext uri="{FF2B5EF4-FFF2-40B4-BE49-F238E27FC236}">
                <a16:creationId xmlns:a16="http://schemas.microsoft.com/office/drawing/2014/main" id="{F3F212F0-F8CF-47AC-8482-488DC360C9B2}"/>
              </a:ext>
            </a:extLst>
          </p:cNvPr>
          <p:cNvSpPr>
            <a:spLocks xmlns:a="http://schemas.openxmlformats.org/drawingml/2006/main" noGrp="1"/>
          </p:cNvSpPr>
          <p:nvPr/>
        </p:nvSpPr>
        <p:spPr>
          <a:xfrm xmlns:a="http://schemas.openxmlformats.org/drawingml/2006/main">
            <a:off x="1143000" y="8477250"/>
            <a:ext cx="1571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0">
                <a:solidFill>
                  <a:srgbClr val="424751"/>
                </a:solidFill>
                <a:latin typeface="Noto Sans"/>
                <a:ea typeface="Noto Sans"/>
                <a:cs typeface="Noto Sans"/>
              </a:defRPr>
            </a:defPPr>
            <a:lvl1pPr>
              <a:defRPr sz="2100" b="0">
                <a:solidFill>
                  <a:srgbClr val="424751"/>
                </a:solidFill>
                <a:latin typeface="Noto Sans"/>
                <a:ea typeface="Noto Sans"/>
                <a:cs typeface="Noto Sans"/>
              </a:defRPr>
            </a:lvl1pPr>
            <a:lvl2pPr>
              <a:defRPr sz="2100" b="0">
                <a:solidFill>
                  <a:srgbClr val="424751"/>
                </a:solidFill>
                <a:latin typeface="Noto Sans"/>
                <a:ea typeface="Noto Sans"/>
                <a:cs typeface="Noto Sans"/>
              </a:defRPr>
            </a:lvl2pPr>
            <a:lvl3pPr>
              <a:defRPr sz="2100" b="0">
                <a:solidFill>
                  <a:srgbClr val="424751"/>
                </a:solidFill>
                <a:latin typeface="Noto Sans"/>
                <a:ea typeface="Noto Sans"/>
                <a:cs typeface="Noto Sans"/>
              </a:defRPr>
            </a:lvl3pPr>
            <a:lvl4pPr>
              <a:defRPr sz="2100" b="0">
                <a:solidFill>
                  <a:srgbClr val="424751"/>
                </a:solidFill>
                <a:latin typeface="Noto Sans"/>
                <a:ea typeface="Noto Sans"/>
                <a:cs typeface="Noto Sans"/>
              </a:defRPr>
            </a:lvl4pPr>
            <a:lvl5pPr>
              <a:defRPr sz="2100" b="0">
                <a:solidFill>
                  <a:srgbClr val="424751"/>
                </a:solidFill>
                <a:latin typeface="Noto Sans"/>
                <a:ea typeface="Noto Sans"/>
                <a:cs typeface="Noto Sans"/>
              </a:defRPr>
            </a:lvl5pPr>
            <a:lvl6pPr>
              <a:defRPr sz="2100" b="0">
                <a:solidFill>
                  <a:srgbClr val="424751"/>
                </a:solidFill>
                <a:latin typeface="Noto Sans"/>
                <a:ea typeface="Noto Sans"/>
                <a:cs typeface="Noto Sans"/>
              </a:defRPr>
            </a:lvl6pPr>
            <a:lvl7pPr>
              <a:defRPr sz="2100" b="0">
                <a:solidFill>
                  <a:srgbClr val="424751"/>
                </a:solidFill>
                <a:latin typeface="Noto Sans"/>
                <a:ea typeface="Noto Sans"/>
                <a:cs typeface="Noto Sans"/>
              </a:defRPr>
            </a:lvl7pPr>
            <a:lvl8pPr>
              <a:defRPr sz="2100" b="0">
                <a:solidFill>
                  <a:srgbClr val="424751"/>
                </a:solidFill>
                <a:latin typeface="Noto Sans"/>
                <a:ea typeface="Noto Sans"/>
                <a:cs typeface="Noto Sans"/>
              </a:defRPr>
            </a:lvl8pPr>
            <a:lvl9pPr>
              <a:defRPr sz="2100" b="0">
                <a:solidFill>
                  <a:srgbClr val="424751"/>
                </a:solidFill>
                <a:latin typeface="Noto Sans"/>
                <a:ea typeface="Noto Sans"/>
                <a:cs typeface="Noto Sans"/>
              </a:defRPr>
            </a:lvl9pPr>
          </a:lstStyle>
          <a:p xmlns:a="http://schemas.openxmlformats.org/drawingml/2006/main">
            <a:pPr>
              <a:defRPr sz="2100" b="0">
                <a:solidFill>
                  <a:srgbClr val="424751"/>
                </a:solidFill>
                <a:latin typeface="Noto Sans"/>
                <a:ea typeface="Noto Sans"/>
                <a:cs typeface="Noto Sans"/>
              </a:defRPr>
            </a:pPr>
            <a:r>
              <a:rPr sz="2100" b="0">
                <a:solidFill>
                  <a:srgbClr val="424751"/>
                </a:solidFill>
                <a:latin typeface="Noto Sans"/>
                <a:ea typeface="Noto Sans"/>
                <a:cs typeface="Noto Sans"/>
              </a:rPr>
              <a:t>Không tạo bản sao hoạt động. Giờ yên lặng chỉ tắt thông báo.</a:t>
            </a:r>
          </a:p>
        </p:txBody>
      </p:sp>
    </p:spTree>
    <p:extLst>
      <p:ext uri="{BB962C8B-B14F-4D97-AF65-F5344CB8AC3E}">
        <p14:creationId xmlns:p14="http://schemas.microsoft.com/office/powerpoint/2010/main" val="109768634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ạo UI bằng Google Stitch">
            <a:extLst xmlns:a="http://schemas.openxmlformats.org/drawingml/2006/main">
              <a:ext uri="{FF2B5EF4-FFF2-40B4-BE49-F238E27FC236}">
                <a16:creationId xmlns:a16="http://schemas.microsoft.com/office/drawing/2014/main" id="{F478D72F-35D6-40BB-8E2F-104FB160C0C6}"/>
              </a:ext>
            </a:extLst>
          </p:cNvPr>
          <p:cNvSpPr>
            <a:spLocks xmlns:a="http://schemas.openxmlformats.org/drawingml/2006/main" noGrp="1"/>
          </p:cNvSpPr>
          <p:nvPr/>
        </p:nvSpPr>
        <p:spPr>
          <a:xfrm xmlns:a="http://schemas.openxmlformats.org/drawingml/2006/main">
            <a:off x="952500" y="619125"/>
            <a:ext cx="16192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4350" b="1">
                <a:solidFill>
                  <a:srgbClr val="1E5AA8"/>
                </a:solidFill>
                <a:latin typeface="Noto Sans"/>
                <a:ea typeface="Noto Sans"/>
                <a:cs typeface="Noto Sans"/>
              </a:defRPr>
            </a:defPPr>
            <a:lvl1pPr>
              <a:defRPr sz="4350" b="1">
                <a:solidFill>
                  <a:srgbClr val="1E5AA8"/>
                </a:solidFill>
                <a:latin typeface="Noto Sans"/>
                <a:ea typeface="Noto Sans"/>
                <a:cs typeface="Noto Sans"/>
              </a:defRPr>
            </a:lvl1pPr>
            <a:lvl2pPr>
              <a:defRPr sz="4350" b="1">
                <a:solidFill>
                  <a:srgbClr val="1E5AA8"/>
                </a:solidFill>
                <a:latin typeface="Noto Sans"/>
                <a:ea typeface="Noto Sans"/>
                <a:cs typeface="Noto Sans"/>
              </a:defRPr>
            </a:lvl2pPr>
            <a:lvl3pPr>
              <a:defRPr sz="4350" b="1">
                <a:solidFill>
                  <a:srgbClr val="1E5AA8"/>
                </a:solidFill>
                <a:latin typeface="Noto Sans"/>
                <a:ea typeface="Noto Sans"/>
                <a:cs typeface="Noto Sans"/>
              </a:defRPr>
            </a:lvl3pPr>
            <a:lvl4pPr>
              <a:defRPr sz="4350" b="1">
                <a:solidFill>
                  <a:srgbClr val="1E5AA8"/>
                </a:solidFill>
                <a:latin typeface="Noto Sans"/>
                <a:ea typeface="Noto Sans"/>
                <a:cs typeface="Noto Sans"/>
              </a:defRPr>
            </a:lvl4pPr>
            <a:lvl5pPr>
              <a:defRPr sz="4350" b="1">
                <a:solidFill>
                  <a:srgbClr val="1E5AA8"/>
                </a:solidFill>
                <a:latin typeface="Noto Sans"/>
                <a:ea typeface="Noto Sans"/>
                <a:cs typeface="Noto Sans"/>
              </a:defRPr>
            </a:lvl5pPr>
            <a:lvl6pPr>
              <a:defRPr sz="4350" b="1">
                <a:solidFill>
                  <a:srgbClr val="1E5AA8"/>
                </a:solidFill>
                <a:latin typeface="Noto Sans"/>
                <a:ea typeface="Noto Sans"/>
                <a:cs typeface="Noto Sans"/>
              </a:defRPr>
            </a:lvl6pPr>
            <a:lvl7pPr>
              <a:defRPr sz="4350" b="1">
                <a:solidFill>
                  <a:srgbClr val="1E5AA8"/>
                </a:solidFill>
                <a:latin typeface="Noto Sans"/>
                <a:ea typeface="Noto Sans"/>
                <a:cs typeface="Noto Sans"/>
              </a:defRPr>
            </a:lvl7pPr>
            <a:lvl8pPr>
              <a:defRPr sz="4350" b="1">
                <a:solidFill>
                  <a:srgbClr val="1E5AA8"/>
                </a:solidFill>
                <a:latin typeface="Noto Sans"/>
                <a:ea typeface="Noto Sans"/>
                <a:cs typeface="Noto Sans"/>
              </a:defRPr>
            </a:lvl8pPr>
            <a:lvl9pPr>
              <a:defRPr sz="4350" b="1">
                <a:solidFill>
                  <a:srgbClr val="1E5AA8"/>
                </a:solidFill>
                <a:latin typeface="Noto Sans"/>
                <a:ea typeface="Noto Sans"/>
                <a:cs typeface="Noto Sans"/>
              </a:defRPr>
            </a:lvl9pPr>
          </a:lstStyle>
          <a:p xmlns:a="http://schemas.openxmlformats.org/drawingml/2006/main">
            <a:pPr>
              <a:defRPr sz="4350" b="1">
                <a:solidFill>
                  <a:srgbClr val="1E5AA8"/>
                </a:solidFill>
                <a:latin typeface="Noto Sans"/>
                <a:ea typeface="Noto Sans"/>
                <a:cs typeface="Noto Sans"/>
              </a:defRPr>
            </a:pPr>
            <a:r>
              <a:rPr sz="4350" b="1">
                <a:solidFill>
                  <a:srgbClr val="1E5AA8"/>
                </a:solidFill>
                <a:latin typeface="Noto Sans"/>
                <a:ea typeface="Noto Sans"/>
                <a:cs typeface="Noto Sans"/>
              </a:rPr>
              <a:t>Tạo UI bằng Google Stitch</a:t>
            </a:r>
          </a:p>
        </p:txBody>
      </p:sp>
      <p:sp>
        <p:nvSpPr>
          <p:cNvPr id="2" name="Đầu vào gồm persona, nhiệm vụ Android, wireframe, phong cách">
            <a:extLst xmlns:a="http://schemas.openxmlformats.org/drawingml/2006/main">
              <a:ext uri="{FF2B5EF4-FFF2-40B4-BE49-F238E27FC236}">
                <a16:creationId xmlns:a16="http://schemas.microsoft.com/office/drawing/2014/main" id="{269A8D25-DFFC-4F37-8713-21C7BD426BEB}"/>
              </a:ext>
            </a:extLst>
          </p:cNvPr>
          <p:cNvSpPr>
            <a:spLocks xmlns:a="http://schemas.openxmlformats.org/drawingml/2006/main" noGrp="1"/>
          </p:cNvSpPr>
          <p:nvPr/>
        </p:nvSpPr>
        <p:spPr>
          <a:xfrm xmlns:a="http://schemas.openxmlformats.org/drawingml/2006/main">
            <a:off x="990600" y="1600200"/>
            <a:ext cx="1600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0">
                <a:solidFill>
                  <a:srgbClr val="424751"/>
                </a:solidFill>
                <a:latin typeface="Noto Sans"/>
                <a:ea typeface="Noto Sans"/>
                <a:cs typeface="Noto Sans"/>
              </a:defRPr>
            </a:defPPr>
            <a:lvl1pPr>
              <a:defRPr sz="2250" b="0">
                <a:solidFill>
                  <a:srgbClr val="424751"/>
                </a:solidFill>
                <a:latin typeface="Noto Sans"/>
                <a:ea typeface="Noto Sans"/>
                <a:cs typeface="Noto Sans"/>
              </a:defRPr>
            </a:lvl1pPr>
            <a:lvl2pPr>
              <a:defRPr sz="2250" b="0">
                <a:solidFill>
                  <a:srgbClr val="424751"/>
                </a:solidFill>
                <a:latin typeface="Noto Sans"/>
                <a:ea typeface="Noto Sans"/>
                <a:cs typeface="Noto Sans"/>
              </a:defRPr>
            </a:lvl2pPr>
            <a:lvl3pPr>
              <a:defRPr sz="2250" b="0">
                <a:solidFill>
                  <a:srgbClr val="424751"/>
                </a:solidFill>
                <a:latin typeface="Noto Sans"/>
                <a:ea typeface="Noto Sans"/>
                <a:cs typeface="Noto Sans"/>
              </a:defRPr>
            </a:lvl3pPr>
            <a:lvl4pPr>
              <a:defRPr sz="2250" b="0">
                <a:solidFill>
                  <a:srgbClr val="424751"/>
                </a:solidFill>
                <a:latin typeface="Noto Sans"/>
                <a:ea typeface="Noto Sans"/>
                <a:cs typeface="Noto Sans"/>
              </a:defRPr>
            </a:lvl4pPr>
            <a:lvl5pPr>
              <a:defRPr sz="2250" b="0">
                <a:solidFill>
                  <a:srgbClr val="424751"/>
                </a:solidFill>
                <a:latin typeface="Noto Sans"/>
                <a:ea typeface="Noto Sans"/>
                <a:cs typeface="Noto Sans"/>
              </a:defRPr>
            </a:lvl5pPr>
            <a:lvl6pPr>
              <a:defRPr sz="2250" b="0">
                <a:solidFill>
                  <a:srgbClr val="424751"/>
                </a:solidFill>
                <a:latin typeface="Noto Sans"/>
                <a:ea typeface="Noto Sans"/>
                <a:cs typeface="Noto Sans"/>
              </a:defRPr>
            </a:lvl6pPr>
            <a:lvl7pPr>
              <a:defRPr sz="2250" b="0">
                <a:solidFill>
                  <a:srgbClr val="424751"/>
                </a:solidFill>
                <a:latin typeface="Noto Sans"/>
                <a:ea typeface="Noto Sans"/>
                <a:cs typeface="Noto Sans"/>
              </a:defRPr>
            </a:lvl7pPr>
            <a:lvl8pPr>
              <a:defRPr sz="2250" b="0">
                <a:solidFill>
                  <a:srgbClr val="424751"/>
                </a:solidFill>
                <a:latin typeface="Noto Sans"/>
                <a:ea typeface="Noto Sans"/>
                <a:cs typeface="Noto Sans"/>
              </a:defRPr>
            </a:lvl8pPr>
            <a:lvl9pPr>
              <a:defRPr sz="2250" b="0">
                <a:solidFill>
                  <a:srgbClr val="424751"/>
                </a:solidFill>
                <a:latin typeface="Noto Sans"/>
                <a:ea typeface="Noto Sans"/>
                <a:cs typeface="Noto Sans"/>
              </a:defRPr>
            </a:lvl9pPr>
          </a:lstStyle>
          <a:p xmlns:a="http://schemas.openxmlformats.org/drawingml/2006/main">
            <a:pPr>
              <a:defRPr sz="2250" b="0">
                <a:solidFill>
                  <a:srgbClr val="424751"/>
                </a:solidFill>
                <a:latin typeface="Noto Sans"/>
                <a:ea typeface="Noto Sans"/>
                <a:cs typeface="Noto Sans"/>
              </a:defRPr>
            </a:pPr>
            <a:r>
              <a:rPr sz="2250" b="0">
                <a:solidFill>
                  <a:srgbClr val="424751"/>
                </a:solidFill>
                <a:latin typeface="Noto Sans"/>
                <a:ea typeface="Noto Sans"/>
                <a:cs typeface="Noto Sans"/>
              </a:rPr>
              <a:t>Đầu vào gồm persona, nhiệm vụ Android, wireframe, phong cách và ràng buộc.</a:t>
            </a:r>
          </a:p>
        </p:txBody>
      </p:sp>
      <p:sp>
        <p:nvSpPr>
          <p:cNvPr id="3" name="05 / 12">
            <a:extLst xmlns:a="http://schemas.openxmlformats.org/drawingml/2006/main">
              <a:ext uri="{FF2B5EF4-FFF2-40B4-BE49-F238E27FC236}">
                <a16:creationId xmlns:a16="http://schemas.microsoft.com/office/drawing/2014/main" id="{E637C0E3-446F-40D5-986A-57F9EA441D36}"/>
              </a:ext>
            </a:extLst>
          </p:cNvPr>
          <p:cNvSpPr>
            <a:spLocks xmlns:a="http://schemas.openxmlformats.org/drawingml/2006/main" noGrp="1"/>
          </p:cNvSpPr>
          <p:nvPr/>
        </p:nvSpPr>
        <p:spPr>
          <a:xfrm xmlns:a="http://schemas.openxmlformats.org/drawingml/2006/main">
            <a:off x="16097250" y="72390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0">
                <a:solidFill>
                  <a:srgbClr val="424751"/>
                </a:solidFill>
                <a:latin typeface="Noto Sans"/>
                <a:ea typeface="Noto Sans"/>
                <a:cs typeface="Noto Sans"/>
              </a:defRPr>
            </a:defPPr>
            <a:lvl1pPr>
              <a:defRPr sz="1800" b="0">
                <a:solidFill>
                  <a:srgbClr val="424751"/>
                </a:solidFill>
                <a:latin typeface="Noto Sans"/>
                <a:ea typeface="Noto Sans"/>
                <a:cs typeface="Noto Sans"/>
              </a:defRPr>
            </a:lvl1pPr>
            <a:lvl2pPr>
              <a:defRPr sz="1800" b="0">
                <a:solidFill>
                  <a:srgbClr val="424751"/>
                </a:solidFill>
                <a:latin typeface="Noto Sans"/>
                <a:ea typeface="Noto Sans"/>
                <a:cs typeface="Noto Sans"/>
              </a:defRPr>
            </a:lvl2pPr>
            <a:lvl3pPr>
              <a:defRPr sz="1800" b="0">
                <a:solidFill>
                  <a:srgbClr val="424751"/>
                </a:solidFill>
                <a:latin typeface="Noto Sans"/>
                <a:ea typeface="Noto Sans"/>
                <a:cs typeface="Noto Sans"/>
              </a:defRPr>
            </a:lvl3pPr>
            <a:lvl4pPr>
              <a:defRPr sz="1800" b="0">
                <a:solidFill>
                  <a:srgbClr val="424751"/>
                </a:solidFill>
                <a:latin typeface="Noto Sans"/>
                <a:ea typeface="Noto Sans"/>
                <a:cs typeface="Noto Sans"/>
              </a:defRPr>
            </a:lvl4pPr>
            <a:lvl5pPr>
              <a:defRPr sz="1800" b="0">
                <a:solidFill>
                  <a:srgbClr val="424751"/>
                </a:solidFill>
                <a:latin typeface="Noto Sans"/>
                <a:ea typeface="Noto Sans"/>
                <a:cs typeface="Noto Sans"/>
              </a:defRPr>
            </a:lvl5pPr>
            <a:lvl6pPr>
              <a:defRPr sz="1800" b="0">
                <a:solidFill>
                  <a:srgbClr val="424751"/>
                </a:solidFill>
                <a:latin typeface="Noto Sans"/>
                <a:ea typeface="Noto Sans"/>
                <a:cs typeface="Noto Sans"/>
              </a:defRPr>
            </a:lvl6pPr>
            <a:lvl7pPr>
              <a:defRPr sz="1800" b="0">
                <a:solidFill>
                  <a:srgbClr val="424751"/>
                </a:solidFill>
                <a:latin typeface="Noto Sans"/>
                <a:ea typeface="Noto Sans"/>
                <a:cs typeface="Noto Sans"/>
              </a:defRPr>
            </a:lvl7pPr>
            <a:lvl8pPr>
              <a:defRPr sz="1800" b="0">
                <a:solidFill>
                  <a:srgbClr val="424751"/>
                </a:solidFill>
                <a:latin typeface="Noto Sans"/>
                <a:ea typeface="Noto Sans"/>
                <a:cs typeface="Noto Sans"/>
              </a:defRPr>
            </a:lvl8pPr>
            <a:lvl9pPr>
              <a:defRPr sz="1800" b="0">
                <a:solidFill>
                  <a:srgbClr val="424751"/>
                </a:solidFill>
                <a:latin typeface="Noto Sans"/>
                <a:ea typeface="Noto Sans"/>
                <a:cs typeface="Noto Sans"/>
              </a:defRPr>
            </a:lvl9pPr>
          </a:lstStyle>
          <a:p xmlns:a="http://schemas.openxmlformats.org/drawingml/2006/main">
            <a:pPr>
              <a:defRPr sz="1800" b="0">
                <a:solidFill>
                  <a:srgbClr val="424751"/>
                </a:solidFill>
                <a:latin typeface="Noto Sans"/>
                <a:ea typeface="Noto Sans"/>
                <a:cs typeface="Noto Sans"/>
              </a:defRPr>
            </a:pPr>
            <a:r>
              <a:rPr sz="1800" b="0">
                <a:solidFill>
                  <a:srgbClr val="424751"/>
                </a:solidFill>
                <a:latin typeface="Noto Sans"/>
                <a:ea typeface="Noto Sans"/>
                <a:cs typeface="Noto Sans"/>
              </a:rPr>
              <a:t>05 / 12</a:t>
            </a:r>
          </a:p>
        </p:txBody>
      </p:sp>
      <p:sp>
        <p:nvSpPr>
          <p:cNvPr id="4" name="Nguồn">
            <a:extLst xmlns:a="http://schemas.openxmlformats.org/drawingml/2006/main">
              <a:ext uri="{FF2B5EF4-FFF2-40B4-BE49-F238E27FC236}">
                <a16:creationId xmlns:a16="http://schemas.microsoft.com/office/drawing/2014/main" id="{FD527819-60D8-4F5C-8EFB-6B932D6C922D}"/>
              </a:ext>
            </a:extLst>
          </p:cNvPr>
          <p:cNvSpPr>
            <a:spLocks xmlns:a="http://schemas.openxmlformats.org/drawingml/2006/main" noGrp="1"/>
          </p:cNvSpPr>
          <p:nvPr/>
        </p:nvSpPr>
        <p:spPr>
          <a:xfrm xmlns:a="http://schemas.openxmlformats.org/drawingml/2006/main">
            <a:off x="990600" y="9467850"/>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424751"/>
                </a:solidFill>
                <a:latin typeface="Noto Sans"/>
                <a:ea typeface="Noto Sans"/>
                <a:cs typeface="Noto Sans"/>
              </a:defRPr>
            </a:defPPr>
            <a:lvl1pPr>
              <a:defRPr sz="1650" b="0">
                <a:solidFill>
                  <a:srgbClr val="424751"/>
                </a:solidFill>
                <a:latin typeface="Noto Sans"/>
                <a:ea typeface="Noto Sans"/>
                <a:cs typeface="Noto Sans"/>
              </a:defRPr>
            </a:lvl1pPr>
            <a:lvl2pPr>
              <a:defRPr sz="1650" b="0">
                <a:solidFill>
                  <a:srgbClr val="424751"/>
                </a:solidFill>
                <a:latin typeface="Noto Sans"/>
                <a:ea typeface="Noto Sans"/>
                <a:cs typeface="Noto Sans"/>
              </a:defRPr>
            </a:lvl2pPr>
            <a:lvl3pPr>
              <a:defRPr sz="1650" b="0">
                <a:solidFill>
                  <a:srgbClr val="424751"/>
                </a:solidFill>
                <a:latin typeface="Noto Sans"/>
                <a:ea typeface="Noto Sans"/>
                <a:cs typeface="Noto Sans"/>
              </a:defRPr>
            </a:lvl3pPr>
            <a:lvl4pPr>
              <a:defRPr sz="1650" b="0">
                <a:solidFill>
                  <a:srgbClr val="424751"/>
                </a:solidFill>
                <a:latin typeface="Noto Sans"/>
                <a:ea typeface="Noto Sans"/>
                <a:cs typeface="Noto Sans"/>
              </a:defRPr>
            </a:lvl4pPr>
            <a:lvl5pPr>
              <a:defRPr sz="1650" b="0">
                <a:solidFill>
                  <a:srgbClr val="424751"/>
                </a:solidFill>
                <a:latin typeface="Noto Sans"/>
                <a:ea typeface="Noto Sans"/>
                <a:cs typeface="Noto Sans"/>
              </a:defRPr>
            </a:lvl5pPr>
            <a:lvl6pPr>
              <a:defRPr sz="1650" b="0">
                <a:solidFill>
                  <a:srgbClr val="424751"/>
                </a:solidFill>
                <a:latin typeface="Noto Sans"/>
                <a:ea typeface="Noto Sans"/>
                <a:cs typeface="Noto Sans"/>
              </a:defRPr>
            </a:lvl6pPr>
            <a:lvl7pPr>
              <a:defRPr sz="1650" b="0">
                <a:solidFill>
                  <a:srgbClr val="424751"/>
                </a:solidFill>
                <a:latin typeface="Noto Sans"/>
                <a:ea typeface="Noto Sans"/>
                <a:cs typeface="Noto Sans"/>
              </a:defRPr>
            </a:lvl7pPr>
            <a:lvl8pPr>
              <a:defRPr sz="1650" b="0">
                <a:solidFill>
                  <a:srgbClr val="424751"/>
                </a:solidFill>
                <a:latin typeface="Noto Sans"/>
                <a:ea typeface="Noto Sans"/>
                <a:cs typeface="Noto Sans"/>
              </a:defRPr>
            </a:lvl8pPr>
            <a:lvl9pPr>
              <a:defRPr sz="1650" b="0">
                <a:solidFill>
                  <a:srgbClr val="424751"/>
                </a:solidFill>
                <a:latin typeface="Noto Sans"/>
                <a:ea typeface="Noto Sans"/>
                <a:cs typeface="Noto Sans"/>
              </a:defRPr>
            </a:lvl9pPr>
          </a:lstStyle>
          <a:p xmlns:a="http://schemas.openxmlformats.org/drawingml/2006/main">
            <a:pPr>
              <a:defRPr sz="1650" b="0">
                <a:solidFill>
                  <a:srgbClr val="424751"/>
                </a:solidFill>
                <a:latin typeface="Noto Sans"/>
                <a:ea typeface="Noto Sans"/>
                <a:cs typeface="Noto Sans"/>
              </a:defRPr>
            </a:pPr>
            <a:r>
              <a:rPr sz="1650" b="0">
                <a:solidFill>
                  <a:srgbClr val="424751"/>
                </a:solidFill>
                <a:latin typeface="Noto Sans"/>
                <a:ea typeface="Noto Sans"/>
                <a:cs typeface="Noto Sans"/>
              </a:rPr>
              <a:t>Nguồn</a:t>
            </a:r>
          </a:p>
        </p:txBody>
      </p:sp>
      <p:sp>
        <p:nvSpPr>
          <p:cNvPr id="5" name="Prompt UI01 lưu trong dự án">
            <a:extLst xmlns:a="http://schemas.openxmlformats.org/drawingml/2006/main">
              <a:ext uri="{FF2B5EF4-FFF2-40B4-BE49-F238E27FC236}">
                <a16:creationId xmlns:a16="http://schemas.microsoft.com/office/drawing/2014/main" id="{A3C2961E-59CC-49BB-8A8A-624AEFBEAB66}"/>
              </a:ext>
            </a:extLst>
          </p:cNvPr>
          <p:cNvSpPr>
            <a:spLocks xmlns:a="http://schemas.openxmlformats.org/drawingml/2006/main" noGrp="1"/>
          </p:cNvSpPr>
          <p:nvPr/>
        </p:nvSpPr>
        <p:spPr>
          <a:xfrm xmlns:a="http://schemas.openxmlformats.org/drawingml/2006/main">
            <a:off x="2047875" y="9467850"/>
            <a:ext cx="5000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1E5AA8"/>
                </a:solidFill>
                <a:latin typeface="Noto Sans"/>
                <a:ea typeface="Noto Sans"/>
                <a:cs typeface="Noto Sans"/>
              </a:defRPr>
            </a:defPPr>
            <a:lvl1pPr>
              <a:defRPr sz="1650" b="0">
                <a:solidFill>
                  <a:srgbClr val="1E5AA8"/>
                </a:solidFill>
                <a:latin typeface="Noto Sans"/>
                <a:ea typeface="Noto Sans"/>
                <a:cs typeface="Noto Sans"/>
              </a:defRPr>
            </a:lvl1pPr>
            <a:lvl2pPr>
              <a:defRPr sz="1650" b="0">
                <a:solidFill>
                  <a:srgbClr val="1E5AA8"/>
                </a:solidFill>
                <a:latin typeface="Noto Sans"/>
                <a:ea typeface="Noto Sans"/>
                <a:cs typeface="Noto Sans"/>
              </a:defRPr>
            </a:lvl2pPr>
            <a:lvl3pPr>
              <a:defRPr sz="1650" b="0">
                <a:solidFill>
                  <a:srgbClr val="1E5AA8"/>
                </a:solidFill>
                <a:latin typeface="Noto Sans"/>
                <a:ea typeface="Noto Sans"/>
                <a:cs typeface="Noto Sans"/>
              </a:defRPr>
            </a:lvl3pPr>
            <a:lvl4pPr>
              <a:defRPr sz="1650" b="0">
                <a:solidFill>
                  <a:srgbClr val="1E5AA8"/>
                </a:solidFill>
                <a:latin typeface="Noto Sans"/>
                <a:ea typeface="Noto Sans"/>
                <a:cs typeface="Noto Sans"/>
              </a:defRPr>
            </a:lvl4pPr>
            <a:lvl5pPr>
              <a:defRPr sz="1650" b="0">
                <a:solidFill>
                  <a:srgbClr val="1E5AA8"/>
                </a:solidFill>
                <a:latin typeface="Noto Sans"/>
                <a:ea typeface="Noto Sans"/>
                <a:cs typeface="Noto Sans"/>
              </a:defRPr>
            </a:lvl5pPr>
            <a:lvl6pPr>
              <a:defRPr sz="1650" b="0">
                <a:solidFill>
                  <a:srgbClr val="1E5AA8"/>
                </a:solidFill>
                <a:latin typeface="Noto Sans"/>
                <a:ea typeface="Noto Sans"/>
                <a:cs typeface="Noto Sans"/>
              </a:defRPr>
            </a:lvl6pPr>
            <a:lvl7pPr>
              <a:defRPr sz="1650" b="0">
                <a:solidFill>
                  <a:srgbClr val="1E5AA8"/>
                </a:solidFill>
                <a:latin typeface="Noto Sans"/>
                <a:ea typeface="Noto Sans"/>
                <a:cs typeface="Noto Sans"/>
              </a:defRPr>
            </a:lvl7pPr>
            <a:lvl8pPr>
              <a:defRPr sz="1650" b="0">
                <a:solidFill>
                  <a:srgbClr val="1E5AA8"/>
                </a:solidFill>
                <a:latin typeface="Noto Sans"/>
                <a:ea typeface="Noto Sans"/>
                <a:cs typeface="Noto Sans"/>
              </a:defRPr>
            </a:lvl8pPr>
            <a:lvl9pPr>
              <a:defRPr sz="1650" b="0">
                <a:solidFill>
                  <a:srgbClr val="1E5AA8"/>
                </a:solidFill>
                <a:latin typeface="Noto Sans"/>
                <a:ea typeface="Noto Sans"/>
                <a:cs typeface="Noto Sans"/>
              </a:defRPr>
            </a:lvl9pPr>
          </a:lstStyle>
          <a:p xmlns:a="http://schemas.openxmlformats.org/drawingml/2006/main">
            <a:pPr>
              <a:defRPr sz="1650" b="0">
                <a:solidFill>
                  <a:srgbClr val="1E5AA8"/>
                </a:solidFill>
                <a:latin typeface="Noto Sans"/>
                <a:ea typeface="Noto Sans"/>
                <a:cs typeface="Noto Sans"/>
              </a:defRPr>
            </a:pPr>
            <a:r>
              <a:rPr sz="1650" b="0">
                <a:solidFill>
                  <a:srgbClr val="1E5AA8"/>
                </a:solidFill>
                <a:latin typeface="Noto Sans"/>
                <a:ea typeface="Noto Sans"/>
                <a:cs typeface="Noto Sans"/>
                <a:hlinkClick xmlns:r="http://schemas.openxmlformats.org/officeDocument/2006/relationships" r:id="R55043144ac7b4877"/>
              </a:rPr>
              <a:t>Prompt UI01 lưu trong dự án</a:t>
            </a:r>
          </a:p>
        </p:txBody>
      </p:sp>
      <p:sp>
        <p:nvSpPr>
          <p:cNvPr id="6" name="Brief và AI log">
            <a:extLst xmlns:a="http://schemas.openxmlformats.org/drawingml/2006/main">
              <a:ext uri="{FF2B5EF4-FFF2-40B4-BE49-F238E27FC236}">
                <a16:creationId xmlns:a16="http://schemas.microsoft.com/office/drawing/2014/main" id="{D911DA6C-AE28-40B0-8FDD-053E6F3DA171}"/>
              </a:ext>
            </a:extLst>
          </p:cNvPr>
          <p:cNvSpPr>
            <a:spLocks xmlns:a="http://schemas.openxmlformats.org/drawingml/2006/main" noGrp="1"/>
          </p:cNvSpPr>
          <p:nvPr/>
        </p:nvSpPr>
        <p:spPr>
          <a:xfrm xmlns:a="http://schemas.openxmlformats.org/drawingml/2006/main">
            <a:off x="7191375" y="9467850"/>
            <a:ext cx="5000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1E5AA8"/>
                </a:solidFill>
                <a:latin typeface="Noto Sans"/>
                <a:ea typeface="Noto Sans"/>
                <a:cs typeface="Noto Sans"/>
              </a:defRPr>
            </a:defPPr>
            <a:lvl1pPr>
              <a:defRPr sz="1650" b="0">
                <a:solidFill>
                  <a:srgbClr val="1E5AA8"/>
                </a:solidFill>
                <a:latin typeface="Noto Sans"/>
                <a:ea typeface="Noto Sans"/>
                <a:cs typeface="Noto Sans"/>
              </a:defRPr>
            </a:lvl1pPr>
            <a:lvl2pPr>
              <a:defRPr sz="1650" b="0">
                <a:solidFill>
                  <a:srgbClr val="1E5AA8"/>
                </a:solidFill>
                <a:latin typeface="Noto Sans"/>
                <a:ea typeface="Noto Sans"/>
                <a:cs typeface="Noto Sans"/>
              </a:defRPr>
            </a:lvl2pPr>
            <a:lvl3pPr>
              <a:defRPr sz="1650" b="0">
                <a:solidFill>
                  <a:srgbClr val="1E5AA8"/>
                </a:solidFill>
                <a:latin typeface="Noto Sans"/>
                <a:ea typeface="Noto Sans"/>
                <a:cs typeface="Noto Sans"/>
              </a:defRPr>
            </a:lvl3pPr>
            <a:lvl4pPr>
              <a:defRPr sz="1650" b="0">
                <a:solidFill>
                  <a:srgbClr val="1E5AA8"/>
                </a:solidFill>
                <a:latin typeface="Noto Sans"/>
                <a:ea typeface="Noto Sans"/>
                <a:cs typeface="Noto Sans"/>
              </a:defRPr>
            </a:lvl4pPr>
            <a:lvl5pPr>
              <a:defRPr sz="1650" b="0">
                <a:solidFill>
                  <a:srgbClr val="1E5AA8"/>
                </a:solidFill>
                <a:latin typeface="Noto Sans"/>
                <a:ea typeface="Noto Sans"/>
                <a:cs typeface="Noto Sans"/>
              </a:defRPr>
            </a:lvl5pPr>
            <a:lvl6pPr>
              <a:defRPr sz="1650" b="0">
                <a:solidFill>
                  <a:srgbClr val="1E5AA8"/>
                </a:solidFill>
                <a:latin typeface="Noto Sans"/>
                <a:ea typeface="Noto Sans"/>
                <a:cs typeface="Noto Sans"/>
              </a:defRPr>
            </a:lvl6pPr>
            <a:lvl7pPr>
              <a:defRPr sz="1650" b="0">
                <a:solidFill>
                  <a:srgbClr val="1E5AA8"/>
                </a:solidFill>
                <a:latin typeface="Noto Sans"/>
                <a:ea typeface="Noto Sans"/>
                <a:cs typeface="Noto Sans"/>
              </a:defRPr>
            </a:lvl7pPr>
            <a:lvl8pPr>
              <a:defRPr sz="1650" b="0">
                <a:solidFill>
                  <a:srgbClr val="1E5AA8"/>
                </a:solidFill>
                <a:latin typeface="Noto Sans"/>
                <a:ea typeface="Noto Sans"/>
                <a:cs typeface="Noto Sans"/>
              </a:defRPr>
            </a:lvl8pPr>
            <a:lvl9pPr>
              <a:defRPr sz="1650" b="0">
                <a:solidFill>
                  <a:srgbClr val="1E5AA8"/>
                </a:solidFill>
                <a:latin typeface="Noto Sans"/>
                <a:ea typeface="Noto Sans"/>
                <a:cs typeface="Noto Sans"/>
              </a:defRPr>
            </a:lvl9pPr>
          </a:lstStyle>
          <a:p xmlns:a="http://schemas.openxmlformats.org/drawingml/2006/main">
            <a:pPr>
              <a:defRPr sz="1650" b="0">
                <a:solidFill>
                  <a:srgbClr val="1E5AA8"/>
                </a:solidFill>
                <a:latin typeface="Noto Sans"/>
                <a:ea typeface="Noto Sans"/>
                <a:cs typeface="Noto Sans"/>
              </a:defRPr>
            </a:pPr>
            <a:r>
              <a:rPr sz="1650" b="0">
                <a:solidFill>
                  <a:srgbClr val="1E5AA8"/>
                </a:solidFill>
                <a:latin typeface="Noto Sans"/>
                <a:ea typeface="Noto Sans"/>
                <a:cs typeface="Noto Sans"/>
                <a:hlinkClick xmlns:r="http://schemas.openxmlformats.org/officeDocument/2006/relationships" r:id="R6bbd2a8c7a2f483d"/>
              </a:rPr>
              <a:t>Brief và AI log</a:t>
            </a:r>
          </a:p>
        </p:txBody>
      </p:sp>
      <p:sp>
        <p:nvSpPr>
          <p:cNvPr id="7" name="Dự án Stitch">
            <a:extLst xmlns:a="http://schemas.openxmlformats.org/drawingml/2006/main">
              <a:ext uri="{FF2B5EF4-FFF2-40B4-BE49-F238E27FC236}">
                <a16:creationId xmlns:a16="http://schemas.microsoft.com/office/drawing/2014/main" id="{B06DF5B3-6D99-4985-AD6A-688E52602D7A}"/>
              </a:ext>
            </a:extLst>
          </p:cNvPr>
          <p:cNvSpPr>
            <a:spLocks xmlns:a="http://schemas.openxmlformats.org/drawingml/2006/main" noGrp="1"/>
          </p:cNvSpPr>
          <p:nvPr/>
        </p:nvSpPr>
        <p:spPr>
          <a:xfrm xmlns:a="http://schemas.openxmlformats.org/drawingml/2006/main">
            <a:off x="12334875" y="9467850"/>
            <a:ext cx="5000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1E5AA8"/>
                </a:solidFill>
                <a:latin typeface="Noto Sans"/>
                <a:ea typeface="Noto Sans"/>
                <a:cs typeface="Noto Sans"/>
              </a:defRPr>
            </a:defPPr>
            <a:lvl1pPr>
              <a:defRPr sz="1650" b="0">
                <a:solidFill>
                  <a:srgbClr val="1E5AA8"/>
                </a:solidFill>
                <a:latin typeface="Noto Sans"/>
                <a:ea typeface="Noto Sans"/>
                <a:cs typeface="Noto Sans"/>
              </a:defRPr>
            </a:lvl1pPr>
            <a:lvl2pPr>
              <a:defRPr sz="1650" b="0">
                <a:solidFill>
                  <a:srgbClr val="1E5AA8"/>
                </a:solidFill>
                <a:latin typeface="Noto Sans"/>
                <a:ea typeface="Noto Sans"/>
                <a:cs typeface="Noto Sans"/>
              </a:defRPr>
            </a:lvl2pPr>
            <a:lvl3pPr>
              <a:defRPr sz="1650" b="0">
                <a:solidFill>
                  <a:srgbClr val="1E5AA8"/>
                </a:solidFill>
                <a:latin typeface="Noto Sans"/>
                <a:ea typeface="Noto Sans"/>
                <a:cs typeface="Noto Sans"/>
              </a:defRPr>
            </a:lvl3pPr>
            <a:lvl4pPr>
              <a:defRPr sz="1650" b="0">
                <a:solidFill>
                  <a:srgbClr val="1E5AA8"/>
                </a:solidFill>
                <a:latin typeface="Noto Sans"/>
                <a:ea typeface="Noto Sans"/>
                <a:cs typeface="Noto Sans"/>
              </a:defRPr>
            </a:lvl4pPr>
            <a:lvl5pPr>
              <a:defRPr sz="1650" b="0">
                <a:solidFill>
                  <a:srgbClr val="1E5AA8"/>
                </a:solidFill>
                <a:latin typeface="Noto Sans"/>
                <a:ea typeface="Noto Sans"/>
                <a:cs typeface="Noto Sans"/>
              </a:defRPr>
            </a:lvl5pPr>
            <a:lvl6pPr>
              <a:defRPr sz="1650" b="0">
                <a:solidFill>
                  <a:srgbClr val="1E5AA8"/>
                </a:solidFill>
                <a:latin typeface="Noto Sans"/>
                <a:ea typeface="Noto Sans"/>
                <a:cs typeface="Noto Sans"/>
              </a:defRPr>
            </a:lvl6pPr>
            <a:lvl7pPr>
              <a:defRPr sz="1650" b="0">
                <a:solidFill>
                  <a:srgbClr val="1E5AA8"/>
                </a:solidFill>
                <a:latin typeface="Noto Sans"/>
                <a:ea typeface="Noto Sans"/>
                <a:cs typeface="Noto Sans"/>
              </a:defRPr>
            </a:lvl7pPr>
            <a:lvl8pPr>
              <a:defRPr sz="1650" b="0">
                <a:solidFill>
                  <a:srgbClr val="1E5AA8"/>
                </a:solidFill>
                <a:latin typeface="Noto Sans"/>
                <a:ea typeface="Noto Sans"/>
                <a:cs typeface="Noto Sans"/>
              </a:defRPr>
            </a:lvl8pPr>
            <a:lvl9pPr>
              <a:defRPr sz="1650" b="0">
                <a:solidFill>
                  <a:srgbClr val="1E5AA8"/>
                </a:solidFill>
                <a:latin typeface="Noto Sans"/>
                <a:ea typeface="Noto Sans"/>
                <a:cs typeface="Noto Sans"/>
              </a:defRPr>
            </a:lvl9pPr>
          </a:lstStyle>
          <a:p xmlns:a="http://schemas.openxmlformats.org/drawingml/2006/main">
            <a:pPr>
              <a:defRPr sz="1650" b="0">
                <a:solidFill>
                  <a:srgbClr val="1E5AA8"/>
                </a:solidFill>
                <a:latin typeface="Noto Sans"/>
                <a:ea typeface="Noto Sans"/>
                <a:cs typeface="Noto Sans"/>
              </a:defRPr>
            </a:pPr>
            <a:r>
              <a:rPr sz="1650" b="0">
                <a:solidFill>
                  <a:srgbClr val="1E5AA8"/>
                </a:solidFill>
                <a:latin typeface="Noto Sans"/>
                <a:ea typeface="Noto Sans"/>
                <a:cs typeface="Noto Sans"/>
                <a:hlinkClick xmlns:r="http://schemas.openxmlformats.org/officeDocument/2006/relationships" r:id="Raa07111ee41240ed"/>
              </a:rPr>
              <a:t>Dự án Stitch</a:t>
            </a:r>
          </a:p>
        </p:txBody>
      </p:sp>
      <p:sp>
        <p:nvSpPr>
          <p:cNvPr id="8" name="Trích prompt đã gửi trên Stitch">
            <a:extLst xmlns:a="http://schemas.openxmlformats.org/drawingml/2006/main">
              <a:ext uri="{FF2B5EF4-FFF2-40B4-BE49-F238E27FC236}">
                <a16:creationId xmlns:a16="http://schemas.microsoft.com/office/drawing/2014/main" id="{CF987C56-3482-43E6-BC64-CDB2912E92C8}"/>
              </a:ext>
            </a:extLst>
          </p:cNvPr>
          <p:cNvSpPr>
            <a:spLocks xmlns:a="http://schemas.openxmlformats.org/drawingml/2006/main" noGrp="1"/>
          </p:cNvSpPr>
          <p:nvPr/>
        </p:nvSpPr>
        <p:spPr>
          <a:xfrm xmlns:a="http://schemas.openxmlformats.org/drawingml/2006/main">
            <a:off x="1066800" y="2714625"/>
            <a:ext cx="7429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550" b="1">
                <a:solidFill>
                  <a:srgbClr val="1E5AA8"/>
                </a:solidFill>
                <a:latin typeface="Noto Sans"/>
                <a:ea typeface="Noto Sans"/>
                <a:cs typeface="Noto Sans"/>
              </a:defRPr>
            </a:defPPr>
            <a:lvl1pPr>
              <a:defRPr sz="2550" b="1">
                <a:solidFill>
                  <a:srgbClr val="1E5AA8"/>
                </a:solidFill>
                <a:latin typeface="Noto Sans"/>
                <a:ea typeface="Noto Sans"/>
                <a:cs typeface="Noto Sans"/>
              </a:defRPr>
            </a:lvl1pPr>
            <a:lvl2pPr>
              <a:defRPr sz="2550" b="1">
                <a:solidFill>
                  <a:srgbClr val="1E5AA8"/>
                </a:solidFill>
                <a:latin typeface="Noto Sans"/>
                <a:ea typeface="Noto Sans"/>
                <a:cs typeface="Noto Sans"/>
              </a:defRPr>
            </a:lvl2pPr>
            <a:lvl3pPr>
              <a:defRPr sz="2550" b="1">
                <a:solidFill>
                  <a:srgbClr val="1E5AA8"/>
                </a:solidFill>
                <a:latin typeface="Noto Sans"/>
                <a:ea typeface="Noto Sans"/>
                <a:cs typeface="Noto Sans"/>
              </a:defRPr>
            </a:lvl3pPr>
            <a:lvl4pPr>
              <a:defRPr sz="2550" b="1">
                <a:solidFill>
                  <a:srgbClr val="1E5AA8"/>
                </a:solidFill>
                <a:latin typeface="Noto Sans"/>
                <a:ea typeface="Noto Sans"/>
                <a:cs typeface="Noto Sans"/>
              </a:defRPr>
            </a:lvl4pPr>
            <a:lvl5pPr>
              <a:defRPr sz="2550" b="1">
                <a:solidFill>
                  <a:srgbClr val="1E5AA8"/>
                </a:solidFill>
                <a:latin typeface="Noto Sans"/>
                <a:ea typeface="Noto Sans"/>
                <a:cs typeface="Noto Sans"/>
              </a:defRPr>
            </a:lvl5pPr>
            <a:lvl6pPr>
              <a:defRPr sz="2550" b="1">
                <a:solidFill>
                  <a:srgbClr val="1E5AA8"/>
                </a:solidFill>
                <a:latin typeface="Noto Sans"/>
                <a:ea typeface="Noto Sans"/>
                <a:cs typeface="Noto Sans"/>
              </a:defRPr>
            </a:lvl6pPr>
            <a:lvl7pPr>
              <a:defRPr sz="2550" b="1">
                <a:solidFill>
                  <a:srgbClr val="1E5AA8"/>
                </a:solidFill>
                <a:latin typeface="Noto Sans"/>
                <a:ea typeface="Noto Sans"/>
                <a:cs typeface="Noto Sans"/>
              </a:defRPr>
            </a:lvl7pPr>
            <a:lvl8pPr>
              <a:defRPr sz="2550" b="1">
                <a:solidFill>
                  <a:srgbClr val="1E5AA8"/>
                </a:solidFill>
                <a:latin typeface="Noto Sans"/>
                <a:ea typeface="Noto Sans"/>
                <a:cs typeface="Noto Sans"/>
              </a:defRPr>
            </a:lvl8pPr>
            <a:lvl9pPr>
              <a:defRPr sz="2550" b="1">
                <a:solidFill>
                  <a:srgbClr val="1E5AA8"/>
                </a:solidFill>
                <a:latin typeface="Noto Sans"/>
                <a:ea typeface="Noto Sans"/>
                <a:cs typeface="Noto Sans"/>
              </a:defRPr>
            </a:lvl9pPr>
          </a:lstStyle>
          <a:p xmlns:a="http://schemas.openxmlformats.org/drawingml/2006/main">
            <a:pPr>
              <a:defRPr sz="2550" b="1">
                <a:solidFill>
                  <a:srgbClr val="1E5AA8"/>
                </a:solidFill>
                <a:latin typeface="Noto Sans"/>
                <a:ea typeface="Noto Sans"/>
                <a:cs typeface="Noto Sans"/>
              </a:defRPr>
            </a:pPr>
            <a:r>
              <a:rPr sz="2550" b="1">
                <a:solidFill>
                  <a:srgbClr val="1E5AA8"/>
                </a:solidFill>
                <a:latin typeface="Noto Sans"/>
                <a:ea typeface="Noto Sans"/>
                <a:cs typeface="Noto Sans"/>
              </a:rPr>
              <a:t>Trích prompt đã gửi trên Stitch</a:t>
            </a:r>
          </a:p>
        </p:txBody>
      </p:sp>
      <p:sp>
        <p:nvSpPr>
          <p:cNvPr id="9" name="“Từ đúng 10 wireframe Power9 Office Routine đang chọn, tạo 1">
            <a:extLst xmlns:a="http://schemas.openxmlformats.org/drawingml/2006/main">
              <a:ext uri="{FF2B5EF4-FFF2-40B4-BE49-F238E27FC236}">
                <a16:creationId xmlns:a16="http://schemas.microsoft.com/office/drawing/2014/main" id="{ADFBEE8B-BAFC-490D-B493-1DBAAE111D6E}"/>
              </a:ext>
            </a:extLst>
          </p:cNvPr>
          <p:cNvSpPr>
            <a:spLocks xmlns:a="http://schemas.openxmlformats.org/drawingml/2006/main" noGrp="1"/>
          </p:cNvSpPr>
          <p:nvPr/>
        </p:nvSpPr>
        <p:spPr>
          <a:xfrm xmlns:a="http://schemas.openxmlformats.org/drawingml/2006/main">
            <a:off x="1066800" y="3571875"/>
            <a:ext cx="733425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475" b="0">
                <a:solidFill>
                  <a:srgbClr val="031C36"/>
                </a:solidFill>
                <a:latin typeface="Noto Sans"/>
                <a:ea typeface="Noto Sans"/>
                <a:cs typeface="Noto Sans"/>
              </a:defRPr>
            </a:defPPr>
            <a:lvl1pPr>
              <a:defRPr sz="2475" b="0">
                <a:solidFill>
                  <a:srgbClr val="031C36"/>
                </a:solidFill>
                <a:latin typeface="Noto Sans"/>
                <a:ea typeface="Noto Sans"/>
                <a:cs typeface="Noto Sans"/>
              </a:defRPr>
            </a:lvl1pPr>
            <a:lvl2pPr>
              <a:defRPr sz="2475" b="0">
                <a:solidFill>
                  <a:srgbClr val="031C36"/>
                </a:solidFill>
                <a:latin typeface="Noto Sans"/>
                <a:ea typeface="Noto Sans"/>
                <a:cs typeface="Noto Sans"/>
              </a:defRPr>
            </a:lvl2pPr>
            <a:lvl3pPr>
              <a:defRPr sz="2475" b="0">
                <a:solidFill>
                  <a:srgbClr val="031C36"/>
                </a:solidFill>
                <a:latin typeface="Noto Sans"/>
                <a:ea typeface="Noto Sans"/>
                <a:cs typeface="Noto Sans"/>
              </a:defRPr>
            </a:lvl3pPr>
            <a:lvl4pPr>
              <a:defRPr sz="2475" b="0">
                <a:solidFill>
                  <a:srgbClr val="031C36"/>
                </a:solidFill>
                <a:latin typeface="Noto Sans"/>
                <a:ea typeface="Noto Sans"/>
                <a:cs typeface="Noto Sans"/>
              </a:defRPr>
            </a:lvl4pPr>
            <a:lvl5pPr>
              <a:defRPr sz="2475" b="0">
                <a:solidFill>
                  <a:srgbClr val="031C36"/>
                </a:solidFill>
                <a:latin typeface="Noto Sans"/>
                <a:ea typeface="Noto Sans"/>
                <a:cs typeface="Noto Sans"/>
              </a:defRPr>
            </a:lvl5pPr>
            <a:lvl6pPr>
              <a:defRPr sz="2475" b="0">
                <a:solidFill>
                  <a:srgbClr val="031C36"/>
                </a:solidFill>
                <a:latin typeface="Noto Sans"/>
                <a:ea typeface="Noto Sans"/>
                <a:cs typeface="Noto Sans"/>
              </a:defRPr>
            </a:lvl6pPr>
            <a:lvl7pPr>
              <a:defRPr sz="2475" b="0">
                <a:solidFill>
                  <a:srgbClr val="031C36"/>
                </a:solidFill>
                <a:latin typeface="Noto Sans"/>
                <a:ea typeface="Noto Sans"/>
                <a:cs typeface="Noto Sans"/>
              </a:defRPr>
            </a:lvl7pPr>
            <a:lvl8pPr>
              <a:defRPr sz="2475" b="0">
                <a:solidFill>
                  <a:srgbClr val="031C36"/>
                </a:solidFill>
                <a:latin typeface="Noto Sans"/>
                <a:ea typeface="Noto Sans"/>
                <a:cs typeface="Noto Sans"/>
              </a:defRPr>
            </a:lvl8pPr>
            <a:lvl9pPr>
              <a:defRPr sz="2475" b="0">
                <a:solidFill>
                  <a:srgbClr val="031C36"/>
                </a:solidFill>
                <a:latin typeface="Noto Sans"/>
                <a:ea typeface="Noto Sans"/>
                <a:cs typeface="Noto Sans"/>
              </a:defRPr>
            </a:lvl9pPr>
          </a:lstStyle>
          <a:p xmlns:a="http://schemas.openxmlformats.org/drawingml/2006/main">
            <a:pPr>
              <a:defRPr sz="2475" b="0">
                <a:solidFill>
                  <a:srgbClr val="031C36"/>
                </a:solidFill>
                <a:latin typeface="Noto Sans"/>
                <a:ea typeface="Noto Sans"/>
                <a:cs typeface="Noto Sans"/>
              </a:defRPr>
            </a:pPr>
            <a:r>
              <a:rPr sz="2475" b="0">
                <a:solidFill>
                  <a:srgbClr val="031C36"/>
                </a:solidFill>
                <a:latin typeface="Noto Sans"/>
                <a:ea typeface="Noto Sans"/>
                <a:cs typeface="Noto Sans"/>
              </a:rPr>
              <a:t>“Từ đúng 10 wireframe Power9 Office Routine đang chọn, tạo 1 bộ UI hoàn chỉnh đầu tiên gồm 10 màn tương ứng.”</a:t>
            </a:r>
          </a:p>
        </p:txBody>
      </p:sp>
      <p:sp>
        <p:nvSpPr>
          <p:cNvPr id="10" name="“Font Be Vietnam Pro, Roboto fallback; title 24/32, heading ">
            <a:extLst xmlns:a="http://schemas.openxmlformats.org/drawingml/2006/main">
              <a:ext uri="{FF2B5EF4-FFF2-40B4-BE49-F238E27FC236}">
                <a16:creationId xmlns:a16="http://schemas.microsoft.com/office/drawing/2014/main" id="{4BF55648-2288-4C0E-A5F5-1284207721F4}"/>
              </a:ext>
            </a:extLst>
          </p:cNvPr>
          <p:cNvSpPr>
            <a:spLocks xmlns:a="http://schemas.openxmlformats.org/drawingml/2006/main" noGrp="1"/>
          </p:cNvSpPr>
          <p:nvPr/>
        </p:nvSpPr>
        <p:spPr>
          <a:xfrm xmlns:a="http://schemas.openxmlformats.org/drawingml/2006/main">
            <a:off x="1066800" y="5429250"/>
            <a:ext cx="73342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400" b="0">
                <a:solidFill>
                  <a:srgbClr val="031C36"/>
                </a:solidFill>
                <a:latin typeface="Noto Sans"/>
                <a:ea typeface="Noto Sans"/>
                <a:cs typeface="Noto Sans"/>
              </a:defRPr>
            </a:defPPr>
            <a:lvl1pPr>
              <a:defRPr sz="2400" b="0">
                <a:solidFill>
                  <a:srgbClr val="031C36"/>
                </a:solidFill>
                <a:latin typeface="Noto Sans"/>
                <a:ea typeface="Noto Sans"/>
                <a:cs typeface="Noto Sans"/>
              </a:defRPr>
            </a:lvl1pPr>
            <a:lvl2pPr>
              <a:defRPr sz="2400" b="0">
                <a:solidFill>
                  <a:srgbClr val="031C36"/>
                </a:solidFill>
                <a:latin typeface="Noto Sans"/>
                <a:ea typeface="Noto Sans"/>
                <a:cs typeface="Noto Sans"/>
              </a:defRPr>
            </a:lvl2pPr>
            <a:lvl3pPr>
              <a:defRPr sz="2400" b="0">
                <a:solidFill>
                  <a:srgbClr val="031C36"/>
                </a:solidFill>
                <a:latin typeface="Noto Sans"/>
                <a:ea typeface="Noto Sans"/>
                <a:cs typeface="Noto Sans"/>
              </a:defRPr>
            </a:lvl3pPr>
            <a:lvl4pPr>
              <a:defRPr sz="2400" b="0">
                <a:solidFill>
                  <a:srgbClr val="031C36"/>
                </a:solidFill>
                <a:latin typeface="Noto Sans"/>
                <a:ea typeface="Noto Sans"/>
                <a:cs typeface="Noto Sans"/>
              </a:defRPr>
            </a:lvl4pPr>
            <a:lvl5pPr>
              <a:defRPr sz="2400" b="0">
                <a:solidFill>
                  <a:srgbClr val="031C36"/>
                </a:solidFill>
                <a:latin typeface="Noto Sans"/>
                <a:ea typeface="Noto Sans"/>
                <a:cs typeface="Noto Sans"/>
              </a:defRPr>
            </a:lvl5pPr>
            <a:lvl6pPr>
              <a:defRPr sz="2400" b="0">
                <a:solidFill>
                  <a:srgbClr val="031C36"/>
                </a:solidFill>
                <a:latin typeface="Noto Sans"/>
                <a:ea typeface="Noto Sans"/>
                <a:cs typeface="Noto Sans"/>
              </a:defRPr>
            </a:lvl6pPr>
            <a:lvl7pPr>
              <a:defRPr sz="2400" b="0">
                <a:solidFill>
                  <a:srgbClr val="031C36"/>
                </a:solidFill>
                <a:latin typeface="Noto Sans"/>
                <a:ea typeface="Noto Sans"/>
                <a:cs typeface="Noto Sans"/>
              </a:defRPr>
            </a:lvl7pPr>
            <a:lvl8pPr>
              <a:defRPr sz="2400" b="0">
                <a:solidFill>
                  <a:srgbClr val="031C36"/>
                </a:solidFill>
                <a:latin typeface="Noto Sans"/>
                <a:ea typeface="Noto Sans"/>
                <a:cs typeface="Noto Sans"/>
              </a:defRPr>
            </a:lvl8pPr>
            <a:lvl9pPr>
              <a:defRPr sz="2400" b="0">
                <a:solidFill>
                  <a:srgbClr val="031C36"/>
                </a:solidFill>
                <a:latin typeface="Noto Sans"/>
                <a:ea typeface="Noto Sans"/>
                <a:cs typeface="Noto Sans"/>
              </a:defRPr>
            </a:lvl9pPr>
          </a:lstStyle>
          <a:p xmlns:a="http://schemas.openxmlformats.org/drawingml/2006/main">
            <a:pPr>
              <a:defRPr sz="2400" b="0">
                <a:solidFill>
                  <a:srgbClr val="031C36"/>
                </a:solidFill>
                <a:latin typeface="Noto Sans"/>
                <a:ea typeface="Noto Sans"/>
                <a:cs typeface="Noto Sans"/>
              </a:defRPr>
            </a:pPr>
            <a:r>
              <a:rPr sz="2400" b="0">
                <a:solidFill>
                  <a:srgbClr val="031C36"/>
                </a:solidFill>
                <a:latin typeface="Noto Sans"/>
                <a:ea typeface="Noto Sans"/>
                <a:cs typeface="Noto Sans"/>
              </a:rPr>
              <a:t>“Font Be Vietnam Pro, Roboto fallback; title 24/32, heading 20/28, body 16/24, label/navigation/trợ giúp tối thiểu 14/20.”</a:t>
            </a:r>
          </a:p>
        </p:txBody>
      </p:sp>
      <p:sp>
        <p:nvSpPr>
          <p:cNvPr id="11" name="“Frame gốc 360×800 cho cả 10”&#10;“kiểm tra thêm rộng 412.”">
            <a:extLst xmlns:a="http://schemas.openxmlformats.org/drawingml/2006/main">
              <a:ext uri="{FF2B5EF4-FFF2-40B4-BE49-F238E27FC236}">
                <a16:creationId xmlns:a16="http://schemas.microsoft.com/office/drawing/2014/main" id="{8FE902A3-EE2C-4214-93D9-BE585C932001}"/>
              </a:ext>
            </a:extLst>
          </p:cNvPr>
          <p:cNvSpPr>
            <a:spLocks xmlns:a="http://schemas.openxmlformats.org/drawingml/2006/main" noGrp="1"/>
          </p:cNvSpPr>
          <p:nvPr/>
        </p:nvSpPr>
        <p:spPr>
          <a:xfrm xmlns:a="http://schemas.openxmlformats.org/drawingml/2006/main">
            <a:off x="1066800" y="7477125"/>
            <a:ext cx="7334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400" b="0">
                <a:solidFill>
                  <a:srgbClr val="031C36"/>
                </a:solidFill>
                <a:latin typeface="Noto Sans"/>
                <a:ea typeface="Noto Sans"/>
                <a:cs typeface="Noto Sans"/>
              </a:defRPr>
            </a:defPPr>
            <a:lvl1pPr>
              <a:defRPr sz="2400" b="0">
                <a:solidFill>
                  <a:srgbClr val="031C36"/>
                </a:solidFill>
                <a:latin typeface="Noto Sans"/>
                <a:ea typeface="Noto Sans"/>
                <a:cs typeface="Noto Sans"/>
              </a:defRPr>
            </a:lvl1pPr>
            <a:lvl2pPr>
              <a:defRPr sz="2400" b="0">
                <a:solidFill>
                  <a:srgbClr val="031C36"/>
                </a:solidFill>
                <a:latin typeface="Noto Sans"/>
                <a:ea typeface="Noto Sans"/>
                <a:cs typeface="Noto Sans"/>
              </a:defRPr>
            </a:lvl2pPr>
            <a:lvl3pPr>
              <a:defRPr sz="2400" b="0">
                <a:solidFill>
                  <a:srgbClr val="031C36"/>
                </a:solidFill>
                <a:latin typeface="Noto Sans"/>
                <a:ea typeface="Noto Sans"/>
                <a:cs typeface="Noto Sans"/>
              </a:defRPr>
            </a:lvl3pPr>
            <a:lvl4pPr>
              <a:defRPr sz="2400" b="0">
                <a:solidFill>
                  <a:srgbClr val="031C36"/>
                </a:solidFill>
                <a:latin typeface="Noto Sans"/>
                <a:ea typeface="Noto Sans"/>
                <a:cs typeface="Noto Sans"/>
              </a:defRPr>
            </a:lvl4pPr>
            <a:lvl5pPr>
              <a:defRPr sz="2400" b="0">
                <a:solidFill>
                  <a:srgbClr val="031C36"/>
                </a:solidFill>
                <a:latin typeface="Noto Sans"/>
                <a:ea typeface="Noto Sans"/>
                <a:cs typeface="Noto Sans"/>
              </a:defRPr>
            </a:lvl5pPr>
            <a:lvl6pPr>
              <a:defRPr sz="2400" b="0">
                <a:solidFill>
                  <a:srgbClr val="031C36"/>
                </a:solidFill>
                <a:latin typeface="Noto Sans"/>
                <a:ea typeface="Noto Sans"/>
                <a:cs typeface="Noto Sans"/>
              </a:defRPr>
            </a:lvl6pPr>
            <a:lvl7pPr>
              <a:defRPr sz="2400" b="0">
                <a:solidFill>
                  <a:srgbClr val="031C36"/>
                </a:solidFill>
                <a:latin typeface="Noto Sans"/>
                <a:ea typeface="Noto Sans"/>
                <a:cs typeface="Noto Sans"/>
              </a:defRPr>
            </a:lvl7pPr>
            <a:lvl8pPr>
              <a:defRPr sz="2400" b="0">
                <a:solidFill>
                  <a:srgbClr val="031C36"/>
                </a:solidFill>
                <a:latin typeface="Noto Sans"/>
                <a:ea typeface="Noto Sans"/>
                <a:cs typeface="Noto Sans"/>
              </a:defRPr>
            </a:lvl8pPr>
            <a:lvl9pPr>
              <a:defRPr sz="2400" b="0">
                <a:solidFill>
                  <a:srgbClr val="031C36"/>
                </a:solidFill>
                <a:latin typeface="Noto Sans"/>
                <a:ea typeface="Noto Sans"/>
                <a:cs typeface="Noto Sans"/>
              </a:defRPr>
            </a:lvl9pPr>
          </a:lstStyle>
          <a:p xmlns:a="http://schemas.openxmlformats.org/drawingml/2006/main">
            <a:pPr>
              <a:defRPr sz="2400" b="0">
                <a:solidFill>
                  <a:srgbClr val="031C36"/>
                </a:solidFill>
                <a:latin typeface="Noto Sans"/>
                <a:ea typeface="Noto Sans"/>
                <a:cs typeface="Noto Sans"/>
              </a:defRPr>
            </a:pPr>
            <a:r>
              <a:rPr sz="2400" b="0">
                <a:solidFill>
                  <a:srgbClr val="031C36"/>
                </a:solidFill>
                <a:latin typeface="Noto Sans"/>
                <a:ea typeface="Noto Sans"/>
                <a:cs typeface="Noto Sans"/>
              </a:rPr>
              <a:t>“Frame gốc 360×800 cho cả 10”</a:t>
            </a:r>
          </a:p>
          <a:p xmlns:a="http://schemas.openxmlformats.org/drawingml/2006/main">
            <a:pPr>
              <a:defRPr sz="2400" b="0">
                <a:solidFill>
                  <a:srgbClr val="031C36"/>
                </a:solidFill>
                <a:latin typeface="Noto Sans"/>
                <a:ea typeface="Noto Sans"/>
                <a:cs typeface="Noto Sans"/>
              </a:defRPr>
            </a:pPr>
            <a:r>
              <a:rPr sz="2400" b="0">
                <a:solidFill>
                  <a:srgbClr val="031C36"/>
                </a:solidFill>
                <a:latin typeface="Noto Sans"/>
                <a:ea typeface="Noto Sans"/>
                <a:cs typeface="Noto Sans"/>
              </a:rPr>
              <a:t>“kiểm tra thêm rộng 412.”</a:t>
            </a:r>
          </a:p>
        </p:txBody>
      </p:sp>
      <p:pic>
        <p:nvPicPr>
          <p:cNvPr id="12" name="">
            <a:extLst xmlns:a="http://schemas.openxmlformats.org/drawingml/2006/main">
              <a:ext uri="{FF2B5EF4-FFF2-40B4-BE49-F238E27FC236}">
                <a16:creationId xmlns:a16="http://schemas.microsoft.com/office/drawing/2014/main" id="{02EEE365-180B-44CF-B7F3-8FDD36261CE0}"/>
              </a:ext>
            </a:extLst>
          </p:cNvPr>
          <p:cNvPicPr>
            <a:picLocks xmlns:a="http://schemas.openxmlformats.org/drawingml/2006/main" noChangeAspect="1"/>
          </p:cNvPicPr>
          <p:nvPr/>
        </p:nvPicPr>
        <p:blipFill>
          <a:blip xmlns:r="http://schemas.openxmlformats.org/officeDocument/2006/relationships" xmlns:a="http://schemas.openxmlformats.org/drawingml/2006/main" r:embed="Rf15d31aaa4904fa9"/>
          <a:stretch xmlns:a="http://schemas.openxmlformats.org/drawingml/2006/main"/>
        </p:blipFill>
        <p:spPr>
          <a:xfrm xmlns:a="http://schemas.openxmlformats.org/drawingml/2006/main">
            <a:off x="9096375" y="3022831"/>
            <a:ext cx="8048625" cy="4527089"/>
          </a:xfrm>
          <a:prstGeom xmlns:a="http://schemas.openxmlformats.org/drawingml/2006/main" prst="rect">
            <a:avLst/>
          </a:prstGeom>
        </p:spPr>
      </p:pic>
      <p:sp>
        <p:nvSpPr>
          <p:cNvPr id="13" name="Output Stitch UI01 gốc">
            <a:extLst xmlns:a="http://schemas.openxmlformats.org/drawingml/2006/main">
              <a:ext uri="{FF2B5EF4-FFF2-40B4-BE49-F238E27FC236}">
                <a16:creationId xmlns:a16="http://schemas.microsoft.com/office/drawing/2014/main" id="{F00270B7-6219-40A6-B01E-7FEF1C97F689}"/>
              </a:ext>
            </a:extLst>
          </p:cNvPr>
          <p:cNvSpPr>
            <a:spLocks xmlns:a="http://schemas.openxmlformats.org/drawingml/2006/main" noGrp="1"/>
          </p:cNvSpPr>
          <p:nvPr/>
        </p:nvSpPr>
        <p:spPr>
          <a:xfrm xmlns:a="http://schemas.openxmlformats.org/drawingml/2006/main">
            <a:off x="9429750" y="8001000"/>
            <a:ext cx="7429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75" b="0">
                <a:solidFill>
                  <a:srgbClr val="424751"/>
                </a:solidFill>
                <a:latin typeface="Noto Sans"/>
                <a:ea typeface="Noto Sans"/>
                <a:cs typeface="Noto Sans"/>
              </a:defRPr>
            </a:defPPr>
            <a:lvl1pPr>
              <a:defRPr sz="2175" b="0">
                <a:solidFill>
                  <a:srgbClr val="424751"/>
                </a:solidFill>
                <a:latin typeface="Noto Sans"/>
                <a:ea typeface="Noto Sans"/>
                <a:cs typeface="Noto Sans"/>
              </a:defRPr>
            </a:lvl1pPr>
            <a:lvl2pPr>
              <a:defRPr sz="2175" b="0">
                <a:solidFill>
                  <a:srgbClr val="424751"/>
                </a:solidFill>
                <a:latin typeface="Noto Sans"/>
                <a:ea typeface="Noto Sans"/>
                <a:cs typeface="Noto Sans"/>
              </a:defRPr>
            </a:lvl2pPr>
            <a:lvl3pPr>
              <a:defRPr sz="2175" b="0">
                <a:solidFill>
                  <a:srgbClr val="424751"/>
                </a:solidFill>
                <a:latin typeface="Noto Sans"/>
                <a:ea typeface="Noto Sans"/>
                <a:cs typeface="Noto Sans"/>
              </a:defRPr>
            </a:lvl3pPr>
            <a:lvl4pPr>
              <a:defRPr sz="2175" b="0">
                <a:solidFill>
                  <a:srgbClr val="424751"/>
                </a:solidFill>
                <a:latin typeface="Noto Sans"/>
                <a:ea typeface="Noto Sans"/>
                <a:cs typeface="Noto Sans"/>
              </a:defRPr>
            </a:lvl4pPr>
            <a:lvl5pPr>
              <a:defRPr sz="2175" b="0">
                <a:solidFill>
                  <a:srgbClr val="424751"/>
                </a:solidFill>
                <a:latin typeface="Noto Sans"/>
                <a:ea typeface="Noto Sans"/>
                <a:cs typeface="Noto Sans"/>
              </a:defRPr>
            </a:lvl5pPr>
            <a:lvl6pPr>
              <a:defRPr sz="2175" b="0">
                <a:solidFill>
                  <a:srgbClr val="424751"/>
                </a:solidFill>
                <a:latin typeface="Noto Sans"/>
                <a:ea typeface="Noto Sans"/>
                <a:cs typeface="Noto Sans"/>
              </a:defRPr>
            </a:lvl6pPr>
            <a:lvl7pPr>
              <a:defRPr sz="2175" b="0">
                <a:solidFill>
                  <a:srgbClr val="424751"/>
                </a:solidFill>
                <a:latin typeface="Noto Sans"/>
                <a:ea typeface="Noto Sans"/>
                <a:cs typeface="Noto Sans"/>
              </a:defRPr>
            </a:lvl7pPr>
            <a:lvl8pPr>
              <a:defRPr sz="2175" b="0">
                <a:solidFill>
                  <a:srgbClr val="424751"/>
                </a:solidFill>
                <a:latin typeface="Noto Sans"/>
                <a:ea typeface="Noto Sans"/>
                <a:cs typeface="Noto Sans"/>
              </a:defRPr>
            </a:lvl8pPr>
            <a:lvl9pPr>
              <a:defRPr sz="2175" b="0">
                <a:solidFill>
                  <a:srgbClr val="424751"/>
                </a:solidFill>
                <a:latin typeface="Noto Sans"/>
                <a:ea typeface="Noto Sans"/>
                <a:cs typeface="Noto Sans"/>
              </a:defRPr>
            </a:lvl9pPr>
          </a:lstStyle>
          <a:p xmlns:a="http://schemas.openxmlformats.org/drawingml/2006/main">
            <a:pPr>
              <a:defRPr sz="2175" b="0">
                <a:solidFill>
                  <a:srgbClr val="424751"/>
                </a:solidFill>
                <a:latin typeface="Noto Sans"/>
                <a:ea typeface="Noto Sans"/>
                <a:cs typeface="Noto Sans"/>
              </a:defRPr>
            </a:pPr>
            <a:r>
              <a:rPr sz="2175" b="0">
                <a:solidFill>
                  <a:srgbClr val="424751"/>
                </a:solidFill>
                <a:latin typeface="Noto Sans"/>
                <a:ea typeface="Noto Sans"/>
                <a:cs typeface="Noto Sans"/>
              </a:rPr>
              <a:t>Output Stitch UI01 gốc</a:t>
            </a:r>
          </a:p>
        </p:txBody>
      </p:sp>
      <p:sp>
        <p:nvSpPr>
          <p:cNvPr id="14" name="Đã xác nhận gửi nguyên văn 100%. Toàn văn có trong nguồn và ">
            <a:extLst xmlns:a="http://schemas.openxmlformats.org/drawingml/2006/main">
              <a:ext uri="{FF2B5EF4-FFF2-40B4-BE49-F238E27FC236}">
                <a16:creationId xmlns:a16="http://schemas.microsoft.com/office/drawing/2014/main" id="{D3FEE501-A497-49B0-9023-C78738E3B8B7}"/>
              </a:ext>
            </a:extLst>
          </p:cNvPr>
          <p:cNvSpPr>
            <a:spLocks xmlns:a="http://schemas.openxmlformats.org/drawingml/2006/main" noGrp="1"/>
          </p:cNvSpPr>
          <p:nvPr/>
        </p:nvSpPr>
        <p:spPr>
          <a:xfrm xmlns:a="http://schemas.openxmlformats.org/drawingml/2006/main">
            <a:off x="1066800" y="8763000"/>
            <a:ext cx="1552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950" b="0">
                <a:solidFill>
                  <a:srgbClr val="424751"/>
                </a:solidFill>
                <a:latin typeface="Noto Sans"/>
                <a:ea typeface="Noto Sans"/>
                <a:cs typeface="Noto Sans"/>
              </a:defRPr>
            </a:defPPr>
            <a:lvl1pPr>
              <a:defRPr sz="1950" b="0">
                <a:solidFill>
                  <a:srgbClr val="424751"/>
                </a:solidFill>
                <a:latin typeface="Noto Sans"/>
                <a:ea typeface="Noto Sans"/>
                <a:cs typeface="Noto Sans"/>
              </a:defRPr>
            </a:lvl1pPr>
            <a:lvl2pPr>
              <a:defRPr sz="1950" b="0">
                <a:solidFill>
                  <a:srgbClr val="424751"/>
                </a:solidFill>
                <a:latin typeface="Noto Sans"/>
                <a:ea typeface="Noto Sans"/>
                <a:cs typeface="Noto Sans"/>
              </a:defRPr>
            </a:lvl2pPr>
            <a:lvl3pPr>
              <a:defRPr sz="1950" b="0">
                <a:solidFill>
                  <a:srgbClr val="424751"/>
                </a:solidFill>
                <a:latin typeface="Noto Sans"/>
                <a:ea typeface="Noto Sans"/>
                <a:cs typeface="Noto Sans"/>
              </a:defRPr>
            </a:lvl3pPr>
            <a:lvl4pPr>
              <a:defRPr sz="1950" b="0">
                <a:solidFill>
                  <a:srgbClr val="424751"/>
                </a:solidFill>
                <a:latin typeface="Noto Sans"/>
                <a:ea typeface="Noto Sans"/>
                <a:cs typeface="Noto Sans"/>
              </a:defRPr>
            </a:lvl4pPr>
            <a:lvl5pPr>
              <a:defRPr sz="1950" b="0">
                <a:solidFill>
                  <a:srgbClr val="424751"/>
                </a:solidFill>
                <a:latin typeface="Noto Sans"/>
                <a:ea typeface="Noto Sans"/>
                <a:cs typeface="Noto Sans"/>
              </a:defRPr>
            </a:lvl5pPr>
            <a:lvl6pPr>
              <a:defRPr sz="1950" b="0">
                <a:solidFill>
                  <a:srgbClr val="424751"/>
                </a:solidFill>
                <a:latin typeface="Noto Sans"/>
                <a:ea typeface="Noto Sans"/>
                <a:cs typeface="Noto Sans"/>
              </a:defRPr>
            </a:lvl6pPr>
            <a:lvl7pPr>
              <a:defRPr sz="1950" b="0">
                <a:solidFill>
                  <a:srgbClr val="424751"/>
                </a:solidFill>
                <a:latin typeface="Noto Sans"/>
                <a:ea typeface="Noto Sans"/>
                <a:cs typeface="Noto Sans"/>
              </a:defRPr>
            </a:lvl7pPr>
            <a:lvl8pPr>
              <a:defRPr sz="1950" b="0">
                <a:solidFill>
                  <a:srgbClr val="424751"/>
                </a:solidFill>
                <a:latin typeface="Noto Sans"/>
                <a:ea typeface="Noto Sans"/>
                <a:cs typeface="Noto Sans"/>
              </a:defRPr>
            </a:lvl8pPr>
            <a:lvl9pPr>
              <a:defRPr sz="1950" b="0">
                <a:solidFill>
                  <a:srgbClr val="424751"/>
                </a:solidFill>
                <a:latin typeface="Noto Sans"/>
                <a:ea typeface="Noto Sans"/>
                <a:cs typeface="Noto Sans"/>
              </a:defRPr>
            </a:lvl9pPr>
          </a:lstStyle>
          <a:p xmlns:a="http://schemas.openxmlformats.org/drawingml/2006/main">
            <a:pPr>
              <a:defRPr sz="1950" b="0">
                <a:solidFill>
                  <a:srgbClr val="424751"/>
                </a:solidFill>
                <a:latin typeface="Noto Sans"/>
                <a:ea typeface="Noto Sans"/>
                <a:cs typeface="Noto Sans"/>
              </a:defRPr>
            </a:pPr>
            <a:r>
              <a:rPr sz="1950" b="0">
                <a:solidFill>
                  <a:srgbClr val="424751"/>
                </a:solidFill>
                <a:latin typeface="Noto Sans"/>
                <a:ea typeface="Noto Sans"/>
                <a:cs typeface="Noto Sans"/>
              </a:rPr>
              <a:t>Đã xác nhận gửi nguyên văn 100%. Toàn văn có trong nguồn và notes.</a:t>
            </a:r>
          </a:p>
        </p:txBody>
      </p:sp>
    </p:spTree>
    <p:extLst>
      <p:ext uri="{BB962C8B-B14F-4D97-AF65-F5344CB8AC3E}">
        <p14:creationId xmlns:p14="http://schemas.microsoft.com/office/powerpoint/2010/main" val="109961971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Ba vòng cải tiến có mục tiêu khác nhau">
            <a:extLst xmlns:a="http://schemas.openxmlformats.org/drawingml/2006/main">
              <a:ext uri="{FF2B5EF4-FFF2-40B4-BE49-F238E27FC236}">
                <a16:creationId xmlns:a16="http://schemas.microsoft.com/office/drawing/2014/main" id="{2654EF1A-6D82-4681-9861-FB3900D66A36}"/>
              </a:ext>
            </a:extLst>
          </p:cNvPr>
          <p:cNvSpPr>
            <a:spLocks xmlns:a="http://schemas.openxmlformats.org/drawingml/2006/main" noGrp="1"/>
          </p:cNvSpPr>
          <p:nvPr/>
        </p:nvSpPr>
        <p:spPr>
          <a:xfrm xmlns:a="http://schemas.openxmlformats.org/drawingml/2006/main">
            <a:off x="952500" y="619125"/>
            <a:ext cx="16192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4350" b="1">
                <a:solidFill>
                  <a:srgbClr val="1E5AA8"/>
                </a:solidFill>
                <a:latin typeface="Noto Sans"/>
                <a:ea typeface="Noto Sans"/>
                <a:cs typeface="Noto Sans"/>
              </a:defRPr>
            </a:defPPr>
            <a:lvl1pPr>
              <a:defRPr sz="4350" b="1">
                <a:solidFill>
                  <a:srgbClr val="1E5AA8"/>
                </a:solidFill>
                <a:latin typeface="Noto Sans"/>
                <a:ea typeface="Noto Sans"/>
                <a:cs typeface="Noto Sans"/>
              </a:defRPr>
            </a:lvl1pPr>
            <a:lvl2pPr>
              <a:defRPr sz="4350" b="1">
                <a:solidFill>
                  <a:srgbClr val="1E5AA8"/>
                </a:solidFill>
                <a:latin typeface="Noto Sans"/>
                <a:ea typeface="Noto Sans"/>
                <a:cs typeface="Noto Sans"/>
              </a:defRPr>
            </a:lvl2pPr>
            <a:lvl3pPr>
              <a:defRPr sz="4350" b="1">
                <a:solidFill>
                  <a:srgbClr val="1E5AA8"/>
                </a:solidFill>
                <a:latin typeface="Noto Sans"/>
                <a:ea typeface="Noto Sans"/>
                <a:cs typeface="Noto Sans"/>
              </a:defRPr>
            </a:lvl3pPr>
            <a:lvl4pPr>
              <a:defRPr sz="4350" b="1">
                <a:solidFill>
                  <a:srgbClr val="1E5AA8"/>
                </a:solidFill>
                <a:latin typeface="Noto Sans"/>
                <a:ea typeface="Noto Sans"/>
                <a:cs typeface="Noto Sans"/>
              </a:defRPr>
            </a:lvl4pPr>
            <a:lvl5pPr>
              <a:defRPr sz="4350" b="1">
                <a:solidFill>
                  <a:srgbClr val="1E5AA8"/>
                </a:solidFill>
                <a:latin typeface="Noto Sans"/>
                <a:ea typeface="Noto Sans"/>
                <a:cs typeface="Noto Sans"/>
              </a:defRPr>
            </a:lvl5pPr>
            <a:lvl6pPr>
              <a:defRPr sz="4350" b="1">
                <a:solidFill>
                  <a:srgbClr val="1E5AA8"/>
                </a:solidFill>
                <a:latin typeface="Noto Sans"/>
                <a:ea typeface="Noto Sans"/>
                <a:cs typeface="Noto Sans"/>
              </a:defRPr>
            </a:lvl6pPr>
            <a:lvl7pPr>
              <a:defRPr sz="4350" b="1">
                <a:solidFill>
                  <a:srgbClr val="1E5AA8"/>
                </a:solidFill>
                <a:latin typeface="Noto Sans"/>
                <a:ea typeface="Noto Sans"/>
                <a:cs typeface="Noto Sans"/>
              </a:defRPr>
            </a:lvl7pPr>
            <a:lvl8pPr>
              <a:defRPr sz="4350" b="1">
                <a:solidFill>
                  <a:srgbClr val="1E5AA8"/>
                </a:solidFill>
                <a:latin typeface="Noto Sans"/>
                <a:ea typeface="Noto Sans"/>
                <a:cs typeface="Noto Sans"/>
              </a:defRPr>
            </a:lvl8pPr>
            <a:lvl9pPr>
              <a:defRPr sz="4350" b="1">
                <a:solidFill>
                  <a:srgbClr val="1E5AA8"/>
                </a:solidFill>
                <a:latin typeface="Noto Sans"/>
                <a:ea typeface="Noto Sans"/>
                <a:cs typeface="Noto Sans"/>
              </a:defRPr>
            </a:lvl9pPr>
          </a:lstStyle>
          <a:p xmlns:a="http://schemas.openxmlformats.org/drawingml/2006/main">
            <a:pPr>
              <a:defRPr sz="4350" b="1">
                <a:solidFill>
                  <a:srgbClr val="1E5AA8"/>
                </a:solidFill>
                <a:latin typeface="Noto Sans"/>
                <a:ea typeface="Noto Sans"/>
                <a:cs typeface="Noto Sans"/>
              </a:defRPr>
            </a:pPr>
            <a:r>
              <a:rPr sz="4350" b="1">
                <a:solidFill>
                  <a:srgbClr val="1E5AA8"/>
                </a:solidFill>
                <a:latin typeface="Noto Sans"/>
                <a:ea typeface="Noto Sans"/>
                <a:cs typeface="Noto Sans"/>
              </a:rPr>
              <a:t>Ba vòng cải tiến có mục tiêu khác nhau</a:t>
            </a:r>
          </a:p>
        </p:txBody>
      </p:sp>
      <p:sp>
        <p:nvSpPr>
          <p:cNvPr id="2" name="Mỗi vòng giữ ảnh trước/sau và chỉ kết luận theo bằng chứng q">
            <a:extLst xmlns:a="http://schemas.openxmlformats.org/drawingml/2006/main">
              <a:ext uri="{FF2B5EF4-FFF2-40B4-BE49-F238E27FC236}">
                <a16:creationId xmlns:a16="http://schemas.microsoft.com/office/drawing/2014/main" id="{C6AFF2F6-7C17-4D1E-B6B8-963FE564C6D0}"/>
              </a:ext>
            </a:extLst>
          </p:cNvPr>
          <p:cNvSpPr>
            <a:spLocks xmlns:a="http://schemas.openxmlformats.org/drawingml/2006/main" noGrp="1"/>
          </p:cNvSpPr>
          <p:nvPr/>
        </p:nvSpPr>
        <p:spPr>
          <a:xfrm xmlns:a="http://schemas.openxmlformats.org/drawingml/2006/main">
            <a:off x="990600" y="1600200"/>
            <a:ext cx="1600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0">
                <a:solidFill>
                  <a:srgbClr val="424751"/>
                </a:solidFill>
                <a:latin typeface="Noto Sans"/>
                <a:ea typeface="Noto Sans"/>
                <a:cs typeface="Noto Sans"/>
              </a:defRPr>
            </a:defPPr>
            <a:lvl1pPr>
              <a:defRPr sz="2250" b="0">
                <a:solidFill>
                  <a:srgbClr val="424751"/>
                </a:solidFill>
                <a:latin typeface="Noto Sans"/>
                <a:ea typeface="Noto Sans"/>
                <a:cs typeface="Noto Sans"/>
              </a:defRPr>
            </a:lvl1pPr>
            <a:lvl2pPr>
              <a:defRPr sz="2250" b="0">
                <a:solidFill>
                  <a:srgbClr val="424751"/>
                </a:solidFill>
                <a:latin typeface="Noto Sans"/>
                <a:ea typeface="Noto Sans"/>
                <a:cs typeface="Noto Sans"/>
              </a:defRPr>
            </a:lvl2pPr>
            <a:lvl3pPr>
              <a:defRPr sz="2250" b="0">
                <a:solidFill>
                  <a:srgbClr val="424751"/>
                </a:solidFill>
                <a:latin typeface="Noto Sans"/>
                <a:ea typeface="Noto Sans"/>
                <a:cs typeface="Noto Sans"/>
              </a:defRPr>
            </a:lvl3pPr>
            <a:lvl4pPr>
              <a:defRPr sz="2250" b="0">
                <a:solidFill>
                  <a:srgbClr val="424751"/>
                </a:solidFill>
                <a:latin typeface="Noto Sans"/>
                <a:ea typeface="Noto Sans"/>
                <a:cs typeface="Noto Sans"/>
              </a:defRPr>
            </a:lvl4pPr>
            <a:lvl5pPr>
              <a:defRPr sz="2250" b="0">
                <a:solidFill>
                  <a:srgbClr val="424751"/>
                </a:solidFill>
                <a:latin typeface="Noto Sans"/>
                <a:ea typeface="Noto Sans"/>
                <a:cs typeface="Noto Sans"/>
              </a:defRPr>
            </a:lvl5pPr>
            <a:lvl6pPr>
              <a:defRPr sz="2250" b="0">
                <a:solidFill>
                  <a:srgbClr val="424751"/>
                </a:solidFill>
                <a:latin typeface="Noto Sans"/>
                <a:ea typeface="Noto Sans"/>
                <a:cs typeface="Noto Sans"/>
              </a:defRPr>
            </a:lvl6pPr>
            <a:lvl7pPr>
              <a:defRPr sz="2250" b="0">
                <a:solidFill>
                  <a:srgbClr val="424751"/>
                </a:solidFill>
                <a:latin typeface="Noto Sans"/>
                <a:ea typeface="Noto Sans"/>
                <a:cs typeface="Noto Sans"/>
              </a:defRPr>
            </a:lvl7pPr>
            <a:lvl8pPr>
              <a:defRPr sz="2250" b="0">
                <a:solidFill>
                  <a:srgbClr val="424751"/>
                </a:solidFill>
                <a:latin typeface="Noto Sans"/>
                <a:ea typeface="Noto Sans"/>
                <a:cs typeface="Noto Sans"/>
              </a:defRPr>
            </a:lvl8pPr>
            <a:lvl9pPr>
              <a:defRPr sz="2250" b="0">
                <a:solidFill>
                  <a:srgbClr val="424751"/>
                </a:solidFill>
                <a:latin typeface="Noto Sans"/>
                <a:ea typeface="Noto Sans"/>
                <a:cs typeface="Noto Sans"/>
              </a:defRPr>
            </a:lvl9pPr>
          </a:lstStyle>
          <a:p xmlns:a="http://schemas.openxmlformats.org/drawingml/2006/main">
            <a:pPr>
              <a:defRPr sz="2250" b="0">
                <a:solidFill>
                  <a:srgbClr val="424751"/>
                </a:solidFill>
                <a:latin typeface="Noto Sans"/>
                <a:ea typeface="Noto Sans"/>
                <a:cs typeface="Noto Sans"/>
              </a:defRPr>
            </a:pPr>
            <a:r>
              <a:rPr sz="2250" b="0">
                <a:solidFill>
                  <a:srgbClr val="424751"/>
                </a:solidFill>
                <a:latin typeface="Noto Sans"/>
                <a:ea typeface="Noto Sans"/>
                <a:cs typeface="Noto Sans"/>
              </a:rPr>
              <a:t>Mỗi vòng giữ ảnh trước/sau và chỉ kết luận theo bằng chứng quan sát được.</a:t>
            </a:r>
          </a:p>
        </p:txBody>
      </p:sp>
      <p:sp>
        <p:nvSpPr>
          <p:cNvPr id="3" name="06 / 12">
            <a:extLst xmlns:a="http://schemas.openxmlformats.org/drawingml/2006/main">
              <a:ext uri="{FF2B5EF4-FFF2-40B4-BE49-F238E27FC236}">
                <a16:creationId xmlns:a16="http://schemas.microsoft.com/office/drawing/2014/main" id="{EB258D58-5AC1-475A-BA80-D481FB01C19E}"/>
              </a:ext>
            </a:extLst>
          </p:cNvPr>
          <p:cNvSpPr>
            <a:spLocks xmlns:a="http://schemas.openxmlformats.org/drawingml/2006/main" noGrp="1"/>
          </p:cNvSpPr>
          <p:nvPr/>
        </p:nvSpPr>
        <p:spPr>
          <a:xfrm xmlns:a="http://schemas.openxmlformats.org/drawingml/2006/main">
            <a:off x="16097250" y="72390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0">
                <a:solidFill>
                  <a:srgbClr val="424751"/>
                </a:solidFill>
                <a:latin typeface="Noto Sans"/>
                <a:ea typeface="Noto Sans"/>
                <a:cs typeface="Noto Sans"/>
              </a:defRPr>
            </a:defPPr>
            <a:lvl1pPr>
              <a:defRPr sz="1800" b="0">
                <a:solidFill>
                  <a:srgbClr val="424751"/>
                </a:solidFill>
                <a:latin typeface="Noto Sans"/>
                <a:ea typeface="Noto Sans"/>
                <a:cs typeface="Noto Sans"/>
              </a:defRPr>
            </a:lvl1pPr>
            <a:lvl2pPr>
              <a:defRPr sz="1800" b="0">
                <a:solidFill>
                  <a:srgbClr val="424751"/>
                </a:solidFill>
                <a:latin typeface="Noto Sans"/>
                <a:ea typeface="Noto Sans"/>
                <a:cs typeface="Noto Sans"/>
              </a:defRPr>
            </a:lvl2pPr>
            <a:lvl3pPr>
              <a:defRPr sz="1800" b="0">
                <a:solidFill>
                  <a:srgbClr val="424751"/>
                </a:solidFill>
                <a:latin typeface="Noto Sans"/>
                <a:ea typeface="Noto Sans"/>
                <a:cs typeface="Noto Sans"/>
              </a:defRPr>
            </a:lvl3pPr>
            <a:lvl4pPr>
              <a:defRPr sz="1800" b="0">
                <a:solidFill>
                  <a:srgbClr val="424751"/>
                </a:solidFill>
                <a:latin typeface="Noto Sans"/>
                <a:ea typeface="Noto Sans"/>
                <a:cs typeface="Noto Sans"/>
              </a:defRPr>
            </a:lvl4pPr>
            <a:lvl5pPr>
              <a:defRPr sz="1800" b="0">
                <a:solidFill>
                  <a:srgbClr val="424751"/>
                </a:solidFill>
                <a:latin typeface="Noto Sans"/>
                <a:ea typeface="Noto Sans"/>
                <a:cs typeface="Noto Sans"/>
              </a:defRPr>
            </a:lvl5pPr>
            <a:lvl6pPr>
              <a:defRPr sz="1800" b="0">
                <a:solidFill>
                  <a:srgbClr val="424751"/>
                </a:solidFill>
                <a:latin typeface="Noto Sans"/>
                <a:ea typeface="Noto Sans"/>
                <a:cs typeface="Noto Sans"/>
              </a:defRPr>
            </a:lvl6pPr>
            <a:lvl7pPr>
              <a:defRPr sz="1800" b="0">
                <a:solidFill>
                  <a:srgbClr val="424751"/>
                </a:solidFill>
                <a:latin typeface="Noto Sans"/>
                <a:ea typeface="Noto Sans"/>
                <a:cs typeface="Noto Sans"/>
              </a:defRPr>
            </a:lvl7pPr>
            <a:lvl8pPr>
              <a:defRPr sz="1800" b="0">
                <a:solidFill>
                  <a:srgbClr val="424751"/>
                </a:solidFill>
                <a:latin typeface="Noto Sans"/>
                <a:ea typeface="Noto Sans"/>
                <a:cs typeface="Noto Sans"/>
              </a:defRPr>
            </a:lvl8pPr>
            <a:lvl9pPr>
              <a:defRPr sz="1800" b="0">
                <a:solidFill>
                  <a:srgbClr val="424751"/>
                </a:solidFill>
                <a:latin typeface="Noto Sans"/>
                <a:ea typeface="Noto Sans"/>
                <a:cs typeface="Noto Sans"/>
              </a:defRPr>
            </a:lvl9pPr>
          </a:lstStyle>
          <a:p xmlns:a="http://schemas.openxmlformats.org/drawingml/2006/main">
            <a:pPr>
              <a:defRPr sz="1800" b="0">
                <a:solidFill>
                  <a:srgbClr val="424751"/>
                </a:solidFill>
                <a:latin typeface="Noto Sans"/>
                <a:ea typeface="Noto Sans"/>
                <a:cs typeface="Noto Sans"/>
              </a:defRPr>
            </a:pPr>
            <a:r>
              <a:rPr sz="1800" b="0">
                <a:solidFill>
                  <a:srgbClr val="424751"/>
                </a:solidFill>
                <a:latin typeface="Noto Sans"/>
                <a:ea typeface="Noto Sans"/>
                <a:cs typeface="Noto Sans"/>
              </a:rPr>
              <a:t>06 / 12</a:t>
            </a:r>
          </a:p>
        </p:txBody>
      </p:sp>
      <p:sp>
        <p:nvSpPr>
          <p:cNvPr id="4" name="Nguồn">
            <a:extLst xmlns:a="http://schemas.openxmlformats.org/drawingml/2006/main">
              <a:ext uri="{FF2B5EF4-FFF2-40B4-BE49-F238E27FC236}">
                <a16:creationId xmlns:a16="http://schemas.microsoft.com/office/drawing/2014/main" id="{DA781F78-BD6C-4801-ADB6-1E9474E03BBD}"/>
              </a:ext>
            </a:extLst>
          </p:cNvPr>
          <p:cNvSpPr>
            <a:spLocks xmlns:a="http://schemas.openxmlformats.org/drawingml/2006/main" noGrp="1"/>
          </p:cNvSpPr>
          <p:nvPr/>
        </p:nvSpPr>
        <p:spPr>
          <a:xfrm xmlns:a="http://schemas.openxmlformats.org/drawingml/2006/main">
            <a:off x="990600" y="9467850"/>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424751"/>
                </a:solidFill>
                <a:latin typeface="Noto Sans"/>
                <a:ea typeface="Noto Sans"/>
                <a:cs typeface="Noto Sans"/>
              </a:defRPr>
            </a:defPPr>
            <a:lvl1pPr>
              <a:defRPr sz="1650" b="0">
                <a:solidFill>
                  <a:srgbClr val="424751"/>
                </a:solidFill>
                <a:latin typeface="Noto Sans"/>
                <a:ea typeface="Noto Sans"/>
                <a:cs typeface="Noto Sans"/>
              </a:defRPr>
            </a:lvl1pPr>
            <a:lvl2pPr>
              <a:defRPr sz="1650" b="0">
                <a:solidFill>
                  <a:srgbClr val="424751"/>
                </a:solidFill>
                <a:latin typeface="Noto Sans"/>
                <a:ea typeface="Noto Sans"/>
                <a:cs typeface="Noto Sans"/>
              </a:defRPr>
            </a:lvl2pPr>
            <a:lvl3pPr>
              <a:defRPr sz="1650" b="0">
                <a:solidFill>
                  <a:srgbClr val="424751"/>
                </a:solidFill>
                <a:latin typeface="Noto Sans"/>
                <a:ea typeface="Noto Sans"/>
                <a:cs typeface="Noto Sans"/>
              </a:defRPr>
            </a:lvl3pPr>
            <a:lvl4pPr>
              <a:defRPr sz="1650" b="0">
                <a:solidFill>
                  <a:srgbClr val="424751"/>
                </a:solidFill>
                <a:latin typeface="Noto Sans"/>
                <a:ea typeface="Noto Sans"/>
                <a:cs typeface="Noto Sans"/>
              </a:defRPr>
            </a:lvl4pPr>
            <a:lvl5pPr>
              <a:defRPr sz="1650" b="0">
                <a:solidFill>
                  <a:srgbClr val="424751"/>
                </a:solidFill>
                <a:latin typeface="Noto Sans"/>
                <a:ea typeface="Noto Sans"/>
                <a:cs typeface="Noto Sans"/>
              </a:defRPr>
            </a:lvl5pPr>
            <a:lvl6pPr>
              <a:defRPr sz="1650" b="0">
                <a:solidFill>
                  <a:srgbClr val="424751"/>
                </a:solidFill>
                <a:latin typeface="Noto Sans"/>
                <a:ea typeface="Noto Sans"/>
                <a:cs typeface="Noto Sans"/>
              </a:defRPr>
            </a:lvl6pPr>
            <a:lvl7pPr>
              <a:defRPr sz="1650" b="0">
                <a:solidFill>
                  <a:srgbClr val="424751"/>
                </a:solidFill>
                <a:latin typeface="Noto Sans"/>
                <a:ea typeface="Noto Sans"/>
                <a:cs typeface="Noto Sans"/>
              </a:defRPr>
            </a:lvl7pPr>
            <a:lvl8pPr>
              <a:defRPr sz="1650" b="0">
                <a:solidFill>
                  <a:srgbClr val="424751"/>
                </a:solidFill>
                <a:latin typeface="Noto Sans"/>
                <a:ea typeface="Noto Sans"/>
                <a:cs typeface="Noto Sans"/>
              </a:defRPr>
            </a:lvl8pPr>
            <a:lvl9pPr>
              <a:defRPr sz="1650" b="0">
                <a:solidFill>
                  <a:srgbClr val="424751"/>
                </a:solidFill>
                <a:latin typeface="Noto Sans"/>
                <a:ea typeface="Noto Sans"/>
                <a:cs typeface="Noto Sans"/>
              </a:defRPr>
            </a:lvl9pPr>
          </a:lstStyle>
          <a:p xmlns:a="http://schemas.openxmlformats.org/drawingml/2006/main">
            <a:pPr>
              <a:defRPr sz="1650" b="0">
                <a:solidFill>
                  <a:srgbClr val="424751"/>
                </a:solidFill>
                <a:latin typeface="Noto Sans"/>
                <a:ea typeface="Noto Sans"/>
                <a:cs typeface="Noto Sans"/>
              </a:defRPr>
            </a:pPr>
            <a:r>
              <a:rPr sz="1650" b="0">
                <a:solidFill>
                  <a:srgbClr val="424751"/>
                </a:solidFill>
                <a:latin typeface="Noto Sans"/>
                <a:ea typeface="Noto Sans"/>
                <a:cs typeface="Noto Sans"/>
              </a:rPr>
              <a:t>Nguồn</a:t>
            </a:r>
          </a:p>
        </p:txBody>
      </p:sp>
      <p:sp>
        <p:nvSpPr>
          <p:cNvPr id="5" name="3 vòng và bộ ảnh nguồn">
            <a:extLst xmlns:a="http://schemas.openxmlformats.org/drawingml/2006/main">
              <a:ext uri="{FF2B5EF4-FFF2-40B4-BE49-F238E27FC236}">
                <a16:creationId xmlns:a16="http://schemas.microsoft.com/office/drawing/2014/main" id="{72D115FE-11C9-4FA4-B832-947B36671907}"/>
              </a:ext>
            </a:extLst>
          </p:cNvPr>
          <p:cNvSpPr>
            <a:spLocks xmlns:a="http://schemas.openxmlformats.org/drawingml/2006/main" noGrp="1"/>
          </p:cNvSpPr>
          <p:nvPr/>
        </p:nvSpPr>
        <p:spPr>
          <a:xfrm xmlns:a="http://schemas.openxmlformats.org/drawingml/2006/main">
            <a:off x="2047875" y="9467850"/>
            <a:ext cx="5000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1E5AA8"/>
                </a:solidFill>
                <a:latin typeface="Noto Sans"/>
                <a:ea typeface="Noto Sans"/>
                <a:cs typeface="Noto Sans"/>
              </a:defRPr>
            </a:defPPr>
            <a:lvl1pPr>
              <a:defRPr sz="1650" b="0">
                <a:solidFill>
                  <a:srgbClr val="1E5AA8"/>
                </a:solidFill>
                <a:latin typeface="Noto Sans"/>
                <a:ea typeface="Noto Sans"/>
                <a:cs typeface="Noto Sans"/>
              </a:defRPr>
            </a:lvl1pPr>
            <a:lvl2pPr>
              <a:defRPr sz="1650" b="0">
                <a:solidFill>
                  <a:srgbClr val="1E5AA8"/>
                </a:solidFill>
                <a:latin typeface="Noto Sans"/>
                <a:ea typeface="Noto Sans"/>
                <a:cs typeface="Noto Sans"/>
              </a:defRPr>
            </a:lvl2pPr>
            <a:lvl3pPr>
              <a:defRPr sz="1650" b="0">
                <a:solidFill>
                  <a:srgbClr val="1E5AA8"/>
                </a:solidFill>
                <a:latin typeface="Noto Sans"/>
                <a:ea typeface="Noto Sans"/>
                <a:cs typeface="Noto Sans"/>
              </a:defRPr>
            </a:lvl3pPr>
            <a:lvl4pPr>
              <a:defRPr sz="1650" b="0">
                <a:solidFill>
                  <a:srgbClr val="1E5AA8"/>
                </a:solidFill>
                <a:latin typeface="Noto Sans"/>
                <a:ea typeface="Noto Sans"/>
                <a:cs typeface="Noto Sans"/>
              </a:defRPr>
            </a:lvl4pPr>
            <a:lvl5pPr>
              <a:defRPr sz="1650" b="0">
                <a:solidFill>
                  <a:srgbClr val="1E5AA8"/>
                </a:solidFill>
                <a:latin typeface="Noto Sans"/>
                <a:ea typeface="Noto Sans"/>
                <a:cs typeface="Noto Sans"/>
              </a:defRPr>
            </a:lvl5pPr>
            <a:lvl6pPr>
              <a:defRPr sz="1650" b="0">
                <a:solidFill>
                  <a:srgbClr val="1E5AA8"/>
                </a:solidFill>
                <a:latin typeface="Noto Sans"/>
                <a:ea typeface="Noto Sans"/>
                <a:cs typeface="Noto Sans"/>
              </a:defRPr>
            </a:lvl6pPr>
            <a:lvl7pPr>
              <a:defRPr sz="1650" b="0">
                <a:solidFill>
                  <a:srgbClr val="1E5AA8"/>
                </a:solidFill>
                <a:latin typeface="Noto Sans"/>
                <a:ea typeface="Noto Sans"/>
                <a:cs typeface="Noto Sans"/>
              </a:defRPr>
            </a:lvl7pPr>
            <a:lvl8pPr>
              <a:defRPr sz="1650" b="0">
                <a:solidFill>
                  <a:srgbClr val="1E5AA8"/>
                </a:solidFill>
                <a:latin typeface="Noto Sans"/>
                <a:ea typeface="Noto Sans"/>
                <a:cs typeface="Noto Sans"/>
              </a:defRPr>
            </a:lvl8pPr>
            <a:lvl9pPr>
              <a:defRPr sz="1650" b="0">
                <a:solidFill>
                  <a:srgbClr val="1E5AA8"/>
                </a:solidFill>
                <a:latin typeface="Noto Sans"/>
                <a:ea typeface="Noto Sans"/>
                <a:cs typeface="Noto Sans"/>
              </a:defRPr>
            </a:lvl9pPr>
          </a:lstStyle>
          <a:p xmlns:a="http://schemas.openxmlformats.org/drawingml/2006/main">
            <a:pPr>
              <a:defRPr sz="1650" b="0">
                <a:solidFill>
                  <a:srgbClr val="1E5AA8"/>
                </a:solidFill>
                <a:latin typeface="Noto Sans"/>
                <a:ea typeface="Noto Sans"/>
                <a:cs typeface="Noto Sans"/>
              </a:defRPr>
            </a:pPr>
            <a:r>
              <a:rPr sz="1650" b="0">
                <a:solidFill>
                  <a:srgbClr val="1E5AA8"/>
                </a:solidFill>
                <a:latin typeface="Noto Sans"/>
                <a:ea typeface="Noto Sans"/>
                <a:cs typeface="Noto Sans"/>
                <a:hlinkClick xmlns:r="http://schemas.openxmlformats.org/officeDocument/2006/relationships" r:id="Rd77e4384286a4d75"/>
              </a:rPr>
              <a:t>3 vòng và bộ ảnh nguồn</a:t>
            </a:r>
          </a:p>
        </p:txBody>
      </p:sp>
      <p:sp>
        <p:nvSpPr>
          <p:cNvPr id="6" name="Phản biện C01–C03">
            <a:extLst xmlns:a="http://schemas.openxmlformats.org/drawingml/2006/main">
              <a:ext uri="{FF2B5EF4-FFF2-40B4-BE49-F238E27FC236}">
                <a16:creationId xmlns:a16="http://schemas.microsoft.com/office/drawing/2014/main" id="{9E02DB89-7AFB-456C-98A0-23F59F1C68C1}"/>
              </a:ext>
            </a:extLst>
          </p:cNvPr>
          <p:cNvSpPr>
            <a:spLocks xmlns:a="http://schemas.openxmlformats.org/drawingml/2006/main" noGrp="1"/>
          </p:cNvSpPr>
          <p:nvPr/>
        </p:nvSpPr>
        <p:spPr>
          <a:xfrm xmlns:a="http://schemas.openxmlformats.org/drawingml/2006/main">
            <a:off x="7191375" y="9467850"/>
            <a:ext cx="5000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1E5AA8"/>
                </a:solidFill>
                <a:latin typeface="Noto Sans"/>
                <a:ea typeface="Noto Sans"/>
                <a:cs typeface="Noto Sans"/>
              </a:defRPr>
            </a:defPPr>
            <a:lvl1pPr>
              <a:defRPr sz="1650" b="0">
                <a:solidFill>
                  <a:srgbClr val="1E5AA8"/>
                </a:solidFill>
                <a:latin typeface="Noto Sans"/>
                <a:ea typeface="Noto Sans"/>
                <a:cs typeface="Noto Sans"/>
              </a:defRPr>
            </a:lvl1pPr>
            <a:lvl2pPr>
              <a:defRPr sz="1650" b="0">
                <a:solidFill>
                  <a:srgbClr val="1E5AA8"/>
                </a:solidFill>
                <a:latin typeface="Noto Sans"/>
                <a:ea typeface="Noto Sans"/>
                <a:cs typeface="Noto Sans"/>
              </a:defRPr>
            </a:lvl2pPr>
            <a:lvl3pPr>
              <a:defRPr sz="1650" b="0">
                <a:solidFill>
                  <a:srgbClr val="1E5AA8"/>
                </a:solidFill>
                <a:latin typeface="Noto Sans"/>
                <a:ea typeface="Noto Sans"/>
                <a:cs typeface="Noto Sans"/>
              </a:defRPr>
            </a:lvl3pPr>
            <a:lvl4pPr>
              <a:defRPr sz="1650" b="0">
                <a:solidFill>
                  <a:srgbClr val="1E5AA8"/>
                </a:solidFill>
                <a:latin typeface="Noto Sans"/>
                <a:ea typeface="Noto Sans"/>
                <a:cs typeface="Noto Sans"/>
              </a:defRPr>
            </a:lvl4pPr>
            <a:lvl5pPr>
              <a:defRPr sz="1650" b="0">
                <a:solidFill>
                  <a:srgbClr val="1E5AA8"/>
                </a:solidFill>
                <a:latin typeface="Noto Sans"/>
                <a:ea typeface="Noto Sans"/>
                <a:cs typeface="Noto Sans"/>
              </a:defRPr>
            </a:lvl5pPr>
            <a:lvl6pPr>
              <a:defRPr sz="1650" b="0">
                <a:solidFill>
                  <a:srgbClr val="1E5AA8"/>
                </a:solidFill>
                <a:latin typeface="Noto Sans"/>
                <a:ea typeface="Noto Sans"/>
                <a:cs typeface="Noto Sans"/>
              </a:defRPr>
            </a:lvl6pPr>
            <a:lvl7pPr>
              <a:defRPr sz="1650" b="0">
                <a:solidFill>
                  <a:srgbClr val="1E5AA8"/>
                </a:solidFill>
                <a:latin typeface="Noto Sans"/>
                <a:ea typeface="Noto Sans"/>
                <a:cs typeface="Noto Sans"/>
              </a:defRPr>
            </a:lvl7pPr>
            <a:lvl8pPr>
              <a:defRPr sz="1650" b="0">
                <a:solidFill>
                  <a:srgbClr val="1E5AA8"/>
                </a:solidFill>
                <a:latin typeface="Noto Sans"/>
                <a:ea typeface="Noto Sans"/>
                <a:cs typeface="Noto Sans"/>
              </a:defRPr>
            </a:lvl8pPr>
            <a:lvl9pPr>
              <a:defRPr sz="1650" b="0">
                <a:solidFill>
                  <a:srgbClr val="1E5AA8"/>
                </a:solidFill>
                <a:latin typeface="Noto Sans"/>
                <a:ea typeface="Noto Sans"/>
                <a:cs typeface="Noto Sans"/>
              </a:defRPr>
            </a:lvl9pPr>
          </a:lstStyle>
          <a:p xmlns:a="http://schemas.openxmlformats.org/drawingml/2006/main">
            <a:pPr>
              <a:defRPr sz="1650" b="0">
                <a:solidFill>
                  <a:srgbClr val="1E5AA8"/>
                </a:solidFill>
                <a:latin typeface="Noto Sans"/>
                <a:ea typeface="Noto Sans"/>
                <a:cs typeface="Noto Sans"/>
              </a:defRPr>
            </a:pPr>
            <a:r>
              <a:rPr sz="1650" b="0">
                <a:solidFill>
                  <a:srgbClr val="1E5AA8"/>
                </a:solidFill>
                <a:latin typeface="Noto Sans"/>
                <a:ea typeface="Noto Sans"/>
                <a:cs typeface="Noto Sans"/>
                <a:hlinkClick xmlns:r="http://schemas.openxmlformats.org/officeDocument/2006/relationships" r:id="R6ebe18139ebe4ded"/>
              </a:rPr>
              <a:t>Phản biện C01–C03</a:t>
            </a:r>
          </a:p>
        </p:txBody>
      </p:sp>
      <p:sp>
        <p:nvSpPr>
          <p:cNvPr id="7" name="1  Typography nhất quán">
            <a:extLst xmlns:a="http://schemas.openxmlformats.org/drawingml/2006/main">
              <a:ext uri="{FF2B5EF4-FFF2-40B4-BE49-F238E27FC236}">
                <a16:creationId xmlns:a16="http://schemas.microsoft.com/office/drawing/2014/main" id="{1AF048A6-DFE2-4C3A-9785-B364CD7F285C}"/>
              </a:ext>
            </a:extLst>
          </p:cNvPr>
          <p:cNvSpPr>
            <a:spLocks xmlns:a="http://schemas.openxmlformats.org/drawingml/2006/main" noGrp="1"/>
          </p:cNvSpPr>
          <p:nvPr/>
        </p:nvSpPr>
        <p:spPr>
          <a:xfrm xmlns:a="http://schemas.openxmlformats.org/drawingml/2006/main">
            <a:off x="1066800" y="2714625"/>
            <a:ext cx="6191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475" b="1">
                <a:solidFill>
                  <a:srgbClr val="1E5AA8"/>
                </a:solidFill>
                <a:latin typeface="Noto Sans"/>
                <a:ea typeface="Noto Sans"/>
                <a:cs typeface="Noto Sans"/>
              </a:defRPr>
            </a:defPPr>
            <a:lvl1pPr>
              <a:defRPr sz="2475" b="1">
                <a:solidFill>
                  <a:srgbClr val="1E5AA8"/>
                </a:solidFill>
                <a:latin typeface="Noto Sans"/>
                <a:ea typeface="Noto Sans"/>
                <a:cs typeface="Noto Sans"/>
              </a:defRPr>
            </a:lvl1pPr>
            <a:lvl2pPr>
              <a:defRPr sz="2475" b="1">
                <a:solidFill>
                  <a:srgbClr val="1E5AA8"/>
                </a:solidFill>
                <a:latin typeface="Noto Sans"/>
                <a:ea typeface="Noto Sans"/>
                <a:cs typeface="Noto Sans"/>
              </a:defRPr>
            </a:lvl2pPr>
            <a:lvl3pPr>
              <a:defRPr sz="2475" b="1">
                <a:solidFill>
                  <a:srgbClr val="1E5AA8"/>
                </a:solidFill>
                <a:latin typeface="Noto Sans"/>
                <a:ea typeface="Noto Sans"/>
                <a:cs typeface="Noto Sans"/>
              </a:defRPr>
            </a:lvl3pPr>
            <a:lvl4pPr>
              <a:defRPr sz="2475" b="1">
                <a:solidFill>
                  <a:srgbClr val="1E5AA8"/>
                </a:solidFill>
                <a:latin typeface="Noto Sans"/>
                <a:ea typeface="Noto Sans"/>
                <a:cs typeface="Noto Sans"/>
              </a:defRPr>
            </a:lvl4pPr>
            <a:lvl5pPr>
              <a:defRPr sz="2475" b="1">
                <a:solidFill>
                  <a:srgbClr val="1E5AA8"/>
                </a:solidFill>
                <a:latin typeface="Noto Sans"/>
                <a:ea typeface="Noto Sans"/>
                <a:cs typeface="Noto Sans"/>
              </a:defRPr>
            </a:lvl5pPr>
            <a:lvl6pPr>
              <a:defRPr sz="2475" b="1">
                <a:solidFill>
                  <a:srgbClr val="1E5AA8"/>
                </a:solidFill>
                <a:latin typeface="Noto Sans"/>
                <a:ea typeface="Noto Sans"/>
                <a:cs typeface="Noto Sans"/>
              </a:defRPr>
            </a:lvl6pPr>
            <a:lvl7pPr>
              <a:defRPr sz="2475" b="1">
                <a:solidFill>
                  <a:srgbClr val="1E5AA8"/>
                </a:solidFill>
                <a:latin typeface="Noto Sans"/>
                <a:ea typeface="Noto Sans"/>
                <a:cs typeface="Noto Sans"/>
              </a:defRPr>
            </a:lvl7pPr>
            <a:lvl8pPr>
              <a:defRPr sz="2475" b="1">
                <a:solidFill>
                  <a:srgbClr val="1E5AA8"/>
                </a:solidFill>
                <a:latin typeface="Noto Sans"/>
                <a:ea typeface="Noto Sans"/>
                <a:cs typeface="Noto Sans"/>
              </a:defRPr>
            </a:lvl8pPr>
            <a:lvl9pPr>
              <a:defRPr sz="2475" b="1">
                <a:solidFill>
                  <a:srgbClr val="1E5AA8"/>
                </a:solidFill>
                <a:latin typeface="Noto Sans"/>
                <a:ea typeface="Noto Sans"/>
                <a:cs typeface="Noto Sans"/>
              </a:defRPr>
            </a:lvl9pPr>
          </a:lstStyle>
          <a:p xmlns:a="http://schemas.openxmlformats.org/drawingml/2006/main">
            <a:pPr>
              <a:defRPr sz="2475" b="1">
                <a:solidFill>
                  <a:srgbClr val="1E5AA8"/>
                </a:solidFill>
                <a:latin typeface="Noto Sans"/>
                <a:ea typeface="Noto Sans"/>
                <a:cs typeface="Noto Sans"/>
              </a:defRPr>
            </a:pPr>
            <a:r>
              <a:rPr sz="2475" b="1">
                <a:solidFill>
                  <a:srgbClr val="1E5AA8"/>
                </a:solidFill>
                <a:latin typeface="Noto Sans"/>
                <a:ea typeface="Noto Sans"/>
                <a:cs typeface="Noto Sans"/>
              </a:rPr>
              <a:t>1  Typography nhất quán</a:t>
            </a:r>
          </a:p>
        </p:txBody>
      </p:sp>
      <p:sp>
        <p:nvSpPr>
          <p:cNvPr id="8" name="S07: serif khác brief.&#10;Sửa cấu hình font fallback.">
            <a:extLst xmlns:a="http://schemas.openxmlformats.org/drawingml/2006/main">
              <a:ext uri="{FF2B5EF4-FFF2-40B4-BE49-F238E27FC236}">
                <a16:creationId xmlns:a16="http://schemas.microsoft.com/office/drawing/2014/main" id="{72EECCC5-9684-4D77-8251-B674145E3A9D}"/>
              </a:ext>
            </a:extLst>
          </p:cNvPr>
          <p:cNvSpPr>
            <a:spLocks xmlns:a="http://schemas.openxmlformats.org/drawingml/2006/main" noGrp="1"/>
          </p:cNvSpPr>
          <p:nvPr/>
        </p:nvSpPr>
        <p:spPr>
          <a:xfrm xmlns:a="http://schemas.openxmlformats.org/drawingml/2006/main">
            <a:off x="1066800" y="3333750"/>
            <a:ext cx="6191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75" b="0">
                <a:solidFill>
                  <a:srgbClr val="031C36"/>
                </a:solidFill>
                <a:latin typeface="Noto Sans"/>
                <a:ea typeface="Noto Sans"/>
                <a:cs typeface="Noto Sans"/>
              </a:defRPr>
            </a:defPPr>
            <a:lvl1pPr>
              <a:defRPr sz="2175" b="0">
                <a:solidFill>
                  <a:srgbClr val="031C36"/>
                </a:solidFill>
                <a:latin typeface="Noto Sans"/>
                <a:ea typeface="Noto Sans"/>
                <a:cs typeface="Noto Sans"/>
              </a:defRPr>
            </a:lvl1pPr>
            <a:lvl2pPr>
              <a:defRPr sz="2175" b="0">
                <a:solidFill>
                  <a:srgbClr val="031C36"/>
                </a:solidFill>
                <a:latin typeface="Noto Sans"/>
                <a:ea typeface="Noto Sans"/>
                <a:cs typeface="Noto Sans"/>
              </a:defRPr>
            </a:lvl2pPr>
            <a:lvl3pPr>
              <a:defRPr sz="2175" b="0">
                <a:solidFill>
                  <a:srgbClr val="031C36"/>
                </a:solidFill>
                <a:latin typeface="Noto Sans"/>
                <a:ea typeface="Noto Sans"/>
                <a:cs typeface="Noto Sans"/>
              </a:defRPr>
            </a:lvl3pPr>
            <a:lvl4pPr>
              <a:defRPr sz="2175" b="0">
                <a:solidFill>
                  <a:srgbClr val="031C36"/>
                </a:solidFill>
                <a:latin typeface="Noto Sans"/>
                <a:ea typeface="Noto Sans"/>
                <a:cs typeface="Noto Sans"/>
              </a:defRPr>
            </a:lvl4pPr>
            <a:lvl5pPr>
              <a:defRPr sz="2175" b="0">
                <a:solidFill>
                  <a:srgbClr val="031C36"/>
                </a:solidFill>
                <a:latin typeface="Noto Sans"/>
                <a:ea typeface="Noto Sans"/>
                <a:cs typeface="Noto Sans"/>
              </a:defRPr>
            </a:lvl5pPr>
            <a:lvl6pPr>
              <a:defRPr sz="2175" b="0">
                <a:solidFill>
                  <a:srgbClr val="031C36"/>
                </a:solidFill>
                <a:latin typeface="Noto Sans"/>
                <a:ea typeface="Noto Sans"/>
                <a:cs typeface="Noto Sans"/>
              </a:defRPr>
            </a:lvl6pPr>
            <a:lvl7pPr>
              <a:defRPr sz="2175" b="0">
                <a:solidFill>
                  <a:srgbClr val="031C36"/>
                </a:solidFill>
                <a:latin typeface="Noto Sans"/>
                <a:ea typeface="Noto Sans"/>
                <a:cs typeface="Noto Sans"/>
              </a:defRPr>
            </a:lvl7pPr>
            <a:lvl8pPr>
              <a:defRPr sz="2175" b="0">
                <a:solidFill>
                  <a:srgbClr val="031C36"/>
                </a:solidFill>
                <a:latin typeface="Noto Sans"/>
                <a:ea typeface="Noto Sans"/>
                <a:cs typeface="Noto Sans"/>
              </a:defRPr>
            </a:lvl8pPr>
            <a:lvl9pPr>
              <a:defRPr sz="2175" b="0">
                <a:solidFill>
                  <a:srgbClr val="031C36"/>
                </a:solidFill>
                <a:latin typeface="Noto Sans"/>
                <a:ea typeface="Noto Sans"/>
                <a:cs typeface="Noto Sans"/>
              </a:defRPr>
            </a:lvl9pPr>
          </a:lstStyle>
          <a:p xmlns:a="http://schemas.openxmlformats.org/drawingml/2006/main">
            <a:pPr>
              <a:defRPr sz="2175" b="0">
                <a:solidFill>
                  <a:srgbClr val="031C36"/>
                </a:solidFill>
                <a:latin typeface="Noto Sans"/>
                <a:ea typeface="Noto Sans"/>
                <a:cs typeface="Noto Sans"/>
              </a:defRPr>
            </a:pPr>
            <a:r>
              <a:rPr sz="2175" b="0">
                <a:solidFill>
                  <a:srgbClr val="031C36"/>
                </a:solidFill>
                <a:latin typeface="Noto Sans"/>
                <a:ea typeface="Noto Sans"/>
                <a:cs typeface="Noto Sans"/>
              </a:rPr>
              <a:t>S07: serif khác brief.</a:t>
            </a:r>
          </a:p>
          <a:p xmlns:a="http://schemas.openxmlformats.org/drawingml/2006/main">
            <a:pPr>
              <a:defRPr sz="2175" b="0">
                <a:solidFill>
                  <a:srgbClr val="031C36"/>
                </a:solidFill>
                <a:latin typeface="Noto Sans"/>
                <a:ea typeface="Noto Sans"/>
                <a:cs typeface="Noto Sans"/>
              </a:defRPr>
            </a:pPr>
            <a:r>
              <a:rPr sz="2175" b="0">
                <a:solidFill>
                  <a:srgbClr val="031C36"/>
                </a:solidFill>
                <a:latin typeface="Noto Sans"/>
                <a:ea typeface="Noto Sans"/>
                <a:cs typeface="Noto Sans"/>
              </a:rPr>
              <a:t>Sửa cấu hình font fallback.</a:t>
            </a:r>
          </a:p>
        </p:txBody>
      </p:sp>
      <p:sp>
        <p:nvSpPr>
          <p:cNvPr id="9" name="TRƯỚC">
            <a:extLst xmlns:a="http://schemas.openxmlformats.org/drawingml/2006/main">
              <a:ext uri="{FF2B5EF4-FFF2-40B4-BE49-F238E27FC236}">
                <a16:creationId xmlns:a16="http://schemas.microsoft.com/office/drawing/2014/main" id="{CD9ED78F-D7B1-4617-9033-3DDDA32DDAC1}"/>
              </a:ext>
            </a:extLst>
          </p:cNvPr>
          <p:cNvSpPr>
            <a:spLocks xmlns:a="http://schemas.openxmlformats.org/drawingml/2006/main" noGrp="1"/>
          </p:cNvSpPr>
          <p:nvPr/>
        </p:nvSpPr>
        <p:spPr>
          <a:xfrm xmlns:a="http://schemas.openxmlformats.org/drawingml/2006/main">
            <a:off x="7953375" y="2667000"/>
            <a:ext cx="3524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1">
                <a:solidFill>
                  <a:srgbClr val="424751"/>
                </a:solidFill>
                <a:latin typeface="Noto Sans"/>
                <a:ea typeface="Noto Sans"/>
                <a:cs typeface="Noto Sans"/>
              </a:defRPr>
            </a:defPPr>
            <a:lvl1pPr>
              <a:defRPr sz="1575" b="1">
                <a:solidFill>
                  <a:srgbClr val="424751"/>
                </a:solidFill>
                <a:latin typeface="Noto Sans"/>
                <a:ea typeface="Noto Sans"/>
                <a:cs typeface="Noto Sans"/>
              </a:defRPr>
            </a:lvl1pPr>
            <a:lvl2pPr>
              <a:defRPr sz="1575" b="1">
                <a:solidFill>
                  <a:srgbClr val="424751"/>
                </a:solidFill>
                <a:latin typeface="Noto Sans"/>
                <a:ea typeface="Noto Sans"/>
                <a:cs typeface="Noto Sans"/>
              </a:defRPr>
            </a:lvl2pPr>
            <a:lvl3pPr>
              <a:defRPr sz="1575" b="1">
                <a:solidFill>
                  <a:srgbClr val="424751"/>
                </a:solidFill>
                <a:latin typeface="Noto Sans"/>
                <a:ea typeface="Noto Sans"/>
                <a:cs typeface="Noto Sans"/>
              </a:defRPr>
            </a:lvl3pPr>
            <a:lvl4pPr>
              <a:defRPr sz="1575" b="1">
                <a:solidFill>
                  <a:srgbClr val="424751"/>
                </a:solidFill>
                <a:latin typeface="Noto Sans"/>
                <a:ea typeface="Noto Sans"/>
                <a:cs typeface="Noto Sans"/>
              </a:defRPr>
            </a:lvl4pPr>
            <a:lvl5pPr>
              <a:defRPr sz="1575" b="1">
                <a:solidFill>
                  <a:srgbClr val="424751"/>
                </a:solidFill>
                <a:latin typeface="Noto Sans"/>
                <a:ea typeface="Noto Sans"/>
                <a:cs typeface="Noto Sans"/>
              </a:defRPr>
            </a:lvl5pPr>
            <a:lvl6pPr>
              <a:defRPr sz="1575" b="1">
                <a:solidFill>
                  <a:srgbClr val="424751"/>
                </a:solidFill>
                <a:latin typeface="Noto Sans"/>
                <a:ea typeface="Noto Sans"/>
                <a:cs typeface="Noto Sans"/>
              </a:defRPr>
            </a:lvl6pPr>
            <a:lvl7pPr>
              <a:defRPr sz="1575" b="1">
                <a:solidFill>
                  <a:srgbClr val="424751"/>
                </a:solidFill>
                <a:latin typeface="Noto Sans"/>
                <a:ea typeface="Noto Sans"/>
                <a:cs typeface="Noto Sans"/>
              </a:defRPr>
            </a:lvl7pPr>
            <a:lvl8pPr>
              <a:defRPr sz="1575" b="1">
                <a:solidFill>
                  <a:srgbClr val="424751"/>
                </a:solidFill>
                <a:latin typeface="Noto Sans"/>
                <a:ea typeface="Noto Sans"/>
                <a:cs typeface="Noto Sans"/>
              </a:defRPr>
            </a:lvl8pPr>
            <a:lvl9pPr>
              <a:defRPr sz="1575" b="1">
                <a:solidFill>
                  <a:srgbClr val="424751"/>
                </a:solidFill>
                <a:latin typeface="Noto Sans"/>
                <a:ea typeface="Noto Sans"/>
                <a:cs typeface="Noto Sans"/>
              </a:defRPr>
            </a:lvl9pPr>
          </a:lstStyle>
          <a:p xmlns:a="http://schemas.openxmlformats.org/drawingml/2006/main">
            <a:pPr>
              <a:defRPr sz="1575" b="1">
                <a:solidFill>
                  <a:srgbClr val="424751"/>
                </a:solidFill>
                <a:latin typeface="Noto Sans"/>
                <a:ea typeface="Noto Sans"/>
                <a:cs typeface="Noto Sans"/>
              </a:defRPr>
            </a:pPr>
            <a:r>
              <a:rPr sz="1575" b="1">
                <a:solidFill>
                  <a:srgbClr val="424751"/>
                </a:solidFill>
                <a:latin typeface="Noto Sans"/>
                <a:ea typeface="Noto Sans"/>
                <a:cs typeface="Noto Sans"/>
              </a:rPr>
              <a:t>TRƯỚC</a:t>
            </a:r>
          </a:p>
        </p:txBody>
      </p:sp>
      <p:sp>
        <p:nvSpPr>
          <p:cNvPr id="10" name="SAU">
            <a:extLst xmlns:a="http://schemas.openxmlformats.org/drawingml/2006/main">
              <a:ext uri="{FF2B5EF4-FFF2-40B4-BE49-F238E27FC236}">
                <a16:creationId xmlns:a16="http://schemas.microsoft.com/office/drawing/2014/main" id="{A42A84A9-29FA-4722-9588-6D44E9AE3468}"/>
              </a:ext>
            </a:extLst>
          </p:cNvPr>
          <p:cNvSpPr>
            <a:spLocks xmlns:a="http://schemas.openxmlformats.org/drawingml/2006/main" noGrp="1"/>
          </p:cNvSpPr>
          <p:nvPr/>
        </p:nvSpPr>
        <p:spPr>
          <a:xfrm xmlns:a="http://schemas.openxmlformats.org/drawingml/2006/main">
            <a:off x="12811125" y="2667000"/>
            <a:ext cx="3524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1">
                <a:solidFill>
                  <a:srgbClr val="424751"/>
                </a:solidFill>
                <a:latin typeface="Noto Sans"/>
                <a:ea typeface="Noto Sans"/>
                <a:cs typeface="Noto Sans"/>
              </a:defRPr>
            </a:defPPr>
            <a:lvl1pPr>
              <a:defRPr sz="1575" b="1">
                <a:solidFill>
                  <a:srgbClr val="424751"/>
                </a:solidFill>
                <a:latin typeface="Noto Sans"/>
                <a:ea typeface="Noto Sans"/>
                <a:cs typeface="Noto Sans"/>
              </a:defRPr>
            </a:lvl1pPr>
            <a:lvl2pPr>
              <a:defRPr sz="1575" b="1">
                <a:solidFill>
                  <a:srgbClr val="424751"/>
                </a:solidFill>
                <a:latin typeface="Noto Sans"/>
                <a:ea typeface="Noto Sans"/>
                <a:cs typeface="Noto Sans"/>
              </a:defRPr>
            </a:lvl2pPr>
            <a:lvl3pPr>
              <a:defRPr sz="1575" b="1">
                <a:solidFill>
                  <a:srgbClr val="424751"/>
                </a:solidFill>
                <a:latin typeface="Noto Sans"/>
                <a:ea typeface="Noto Sans"/>
                <a:cs typeface="Noto Sans"/>
              </a:defRPr>
            </a:lvl3pPr>
            <a:lvl4pPr>
              <a:defRPr sz="1575" b="1">
                <a:solidFill>
                  <a:srgbClr val="424751"/>
                </a:solidFill>
                <a:latin typeface="Noto Sans"/>
                <a:ea typeface="Noto Sans"/>
                <a:cs typeface="Noto Sans"/>
              </a:defRPr>
            </a:lvl4pPr>
            <a:lvl5pPr>
              <a:defRPr sz="1575" b="1">
                <a:solidFill>
                  <a:srgbClr val="424751"/>
                </a:solidFill>
                <a:latin typeface="Noto Sans"/>
                <a:ea typeface="Noto Sans"/>
                <a:cs typeface="Noto Sans"/>
              </a:defRPr>
            </a:lvl5pPr>
            <a:lvl6pPr>
              <a:defRPr sz="1575" b="1">
                <a:solidFill>
                  <a:srgbClr val="424751"/>
                </a:solidFill>
                <a:latin typeface="Noto Sans"/>
                <a:ea typeface="Noto Sans"/>
                <a:cs typeface="Noto Sans"/>
              </a:defRPr>
            </a:lvl6pPr>
            <a:lvl7pPr>
              <a:defRPr sz="1575" b="1">
                <a:solidFill>
                  <a:srgbClr val="424751"/>
                </a:solidFill>
                <a:latin typeface="Noto Sans"/>
                <a:ea typeface="Noto Sans"/>
                <a:cs typeface="Noto Sans"/>
              </a:defRPr>
            </a:lvl7pPr>
            <a:lvl8pPr>
              <a:defRPr sz="1575" b="1">
                <a:solidFill>
                  <a:srgbClr val="424751"/>
                </a:solidFill>
                <a:latin typeface="Noto Sans"/>
                <a:ea typeface="Noto Sans"/>
                <a:cs typeface="Noto Sans"/>
              </a:defRPr>
            </a:lvl8pPr>
            <a:lvl9pPr>
              <a:defRPr sz="1575" b="1">
                <a:solidFill>
                  <a:srgbClr val="424751"/>
                </a:solidFill>
                <a:latin typeface="Noto Sans"/>
                <a:ea typeface="Noto Sans"/>
                <a:cs typeface="Noto Sans"/>
              </a:defRPr>
            </a:lvl9pPr>
          </a:lstStyle>
          <a:p xmlns:a="http://schemas.openxmlformats.org/drawingml/2006/main">
            <a:pPr>
              <a:defRPr sz="1575" b="1">
                <a:solidFill>
                  <a:srgbClr val="424751"/>
                </a:solidFill>
                <a:latin typeface="Noto Sans"/>
                <a:ea typeface="Noto Sans"/>
                <a:cs typeface="Noto Sans"/>
              </a:defRPr>
            </a:pPr>
            <a:r>
              <a:rPr sz="1575" b="1">
                <a:solidFill>
                  <a:srgbClr val="424751"/>
                </a:solidFill>
                <a:latin typeface="Noto Sans"/>
                <a:ea typeface="Noto Sans"/>
                <a:cs typeface="Noto Sans"/>
              </a:rPr>
              <a:t>SAU</a:t>
            </a:r>
          </a:p>
        </p:txBody>
      </p:sp>
      <p:pic>
        <p:nvPicPr>
          <p:cNvPr id="11" name="">
            <a:extLst xmlns:a="http://schemas.openxmlformats.org/drawingml/2006/main">
              <a:ext uri="{FF2B5EF4-FFF2-40B4-BE49-F238E27FC236}">
                <a16:creationId xmlns:a16="http://schemas.microsoft.com/office/drawing/2014/main" id="{956D366F-94FB-4373-B75B-8F1DB9585D6D}"/>
              </a:ext>
            </a:extLst>
          </p:cNvPr>
          <p:cNvPicPr>
            <a:picLocks xmlns:a="http://schemas.openxmlformats.org/drawingml/2006/main" noChangeAspect="1"/>
          </p:cNvPicPr>
          <p:nvPr/>
        </p:nvPicPr>
        <p:blipFill>
          <a:blip xmlns:r="http://schemas.openxmlformats.org/officeDocument/2006/relationships" xmlns:a="http://schemas.openxmlformats.org/drawingml/2006/main" r:embed="Rc0b9ddc5dc1e4333"/>
          <a:stretch xmlns:a="http://schemas.openxmlformats.org/drawingml/2006/main"/>
        </p:blipFill>
        <p:spPr>
          <a:xfrm xmlns:a="http://schemas.openxmlformats.org/drawingml/2006/main">
            <a:off x="8166253" y="3048000"/>
            <a:ext cx="3098494" cy="1428750"/>
          </a:xfrm>
          <a:prstGeom xmlns:a="http://schemas.openxmlformats.org/drawingml/2006/main" prst="rect">
            <a:avLst/>
          </a:prstGeom>
        </p:spPr>
      </p:pic>
      <p:pic>
        <p:nvPicPr>
          <p:cNvPr id="12" name="">
            <a:extLst xmlns:a="http://schemas.openxmlformats.org/drawingml/2006/main">
              <a:ext uri="{FF2B5EF4-FFF2-40B4-BE49-F238E27FC236}">
                <a16:creationId xmlns:a16="http://schemas.microsoft.com/office/drawing/2014/main" id="{68767882-EEC0-499C-A0FF-A419CA88B30A}"/>
              </a:ext>
            </a:extLst>
          </p:cNvPr>
          <p:cNvPicPr>
            <a:picLocks xmlns:a="http://schemas.openxmlformats.org/drawingml/2006/main" noChangeAspect="1"/>
          </p:cNvPicPr>
          <p:nvPr/>
        </p:nvPicPr>
        <p:blipFill>
          <a:blip xmlns:r="http://schemas.openxmlformats.org/officeDocument/2006/relationships" xmlns:a="http://schemas.openxmlformats.org/drawingml/2006/main" r:embed="R8c74290d42f145ca"/>
          <a:stretch xmlns:a="http://schemas.openxmlformats.org/drawingml/2006/main"/>
        </p:blipFill>
        <p:spPr>
          <a:xfrm xmlns:a="http://schemas.openxmlformats.org/drawingml/2006/main">
            <a:off x="13024003" y="3048000"/>
            <a:ext cx="3098494" cy="1428750"/>
          </a:xfrm>
          <a:prstGeom xmlns:a="http://schemas.openxmlformats.org/drawingml/2006/main" prst="rect">
            <a:avLst/>
          </a:prstGeom>
        </p:spPr>
      </p:pic>
      <p:sp>
        <p:nvSpPr>
          <p:cNvPr id="13" name="Kiểm chứng Chrome cục bộ">
            <a:extLst xmlns:a="http://schemas.openxmlformats.org/drawingml/2006/main">
              <a:ext uri="{FF2B5EF4-FFF2-40B4-BE49-F238E27FC236}">
                <a16:creationId xmlns:a16="http://schemas.microsoft.com/office/drawing/2014/main" id="{AD6A3FB0-9317-43CB-8246-24E68C3C3886}"/>
              </a:ext>
            </a:extLst>
          </p:cNvPr>
          <p:cNvSpPr>
            <a:spLocks xmlns:a="http://schemas.openxmlformats.org/drawingml/2006/main" noGrp="1"/>
          </p:cNvSpPr>
          <p:nvPr/>
        </p:nvSpPr>
        <p:spPr>
          <a:xfrm xmlns:a="http://schemas.openxmlformats.org/drawingml/2006/main">
            <a:off x="7572375" y="4457700"/>
            <a:ext cx="933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424751"/>
                </a:solidFill>
                <a:latin typeface="Noto Sans"/>
                <a:ea typeface="Noto Sans"/>
                <a:cs typeface="Noto Sans"/>
              </a:defRPr>
            </a:defPPr>
            <a:lvl1pPr>
              <a:defRPr sz="1500" b="0">
                <a:solidFill>
                  <a:srgbClr val="424751"/>
                </a:solidFill>
                <a:latin typeface="Noto Sans"/>
                <a:ea typeface="Noto Sans"/>
                <a:cs typeface="Noto Sans"/>
              </a:defRPr>
            </a:lvl1pPr>
            <a:lvl2pPr>
              <a:defRPr sz="1500" b="0">
                <a:solidFill>
                  <a:srgbClr val="424751"/>
                </a:solidFill>
                <a:latin typeface="Noto Sans"/>
                <a:ea typeface="Noto Sans"/>
                <a:cs typeface="Noto Sans"/>
              </a:defRPr>
            </a:lvl2pPr>
            <a:lvl3pPr>
              <a:defRPr sz="1500" b="0">
                <a:solidFill>
                  <a:srgbClr val="424751"/>
                </a:solidFill>
                <a:latin typeface="Noto Sans"/>
                <a:ea typeface="Noto Sans"/>
                <a:cs typeface="Noto Sans"/>
              </a:defRPr>
            </a:lvl3pPr>
            <a:lvl4pPr>
              <a:defRPr sz="1500" b="0">
                <a:solidFill>
                  <a:srgbClr val="424751"/>
                </a:solidFill>
                <a:latin typeface="Noto Sans"/>
                <a:ea typeface="Noto Sans"/>
                <a:cs typeface="Noto Sans"/>
              </a:defRPr>
            </a:lvl4pPr>
            <a:lvl5pPr>
              <a:defRPr sz="1500" b="0">
                <a:solidFill>
                  <a:srgbClr val="424751"/>
                </a:solidFill>
                <a:latin typeface="Noto Sans"/>
                <a:ea typeface="Noto Sans"/>
                <a:cs typeface="Noto Sans"/>
              </a:defRPr>
            </a:lvl5pPr>
            <a:lvl6pPr>
              <a:defRPr sz="1500" b="0">
                <a:solidFill>
                  <a:srgbClr val="424751"/>
                </a:solidFill>
                <a:latin typeface="Noto Sans"/>
                <a:ea typeface="Noto Sans"/>
                <a:cs typeface="Noto Sans"/>
              </a:defRPr>
            </a:lvl6pPr>
            <a:lvl7pPr>
              <a:defRPr sz="1500" b="0">
                <a:solidFill>
                  <a:srgbClr val="424751"/>
                </a:solidFill>
                <a:latin typeface="Noto Sans"/>
                <a:ea typeface="Noto Sans"/>
                <a:cs typeface="Noto Sans"/>
              </a:defRPr>
            </a:lvl7pPr>
            <a:lvl8pPr>
              <a:defRPr sz="1500" b="0">
                <a:solidFill>
                  <a:srgbClr val="424751"/>
                </a:solidFill>
                <a:latin typeface="Noto Sans"/>
                <a:ea typeface="Noto Sans"/>
                <a:cs typeface="Noto Sans"/>
              </a:defRPr>
            </a:lvl8pPr>
            <a:lvl9pPr>
              <a:defRPr sz="1500" b="0">
                <a:solidFill>
                  <a:srgbClr val="424751"/>
                </a:solidFill>
                <a:latin typeface="Noto Sans"/>
                <a:ea typeface="Noto Sans"/>
                <a:cs typeface="Noto Sans"/>
              </a:defRPr>
            </a:lvl9pPr>
          </a:lstStyle>
          <a:p xmlns:a="http://schemas.openxmlformats.org/drawingml/2006/main">
            <a:pPr>
              <a:defRPr sz="1500" b="0">
                <a:solidFill>
                  <a:srgbClr val="424751"/>
                </a:solidFill>
                <a:latin typeface="Noto Sans"/>
                <a:ea typeface="Noto Sans"/>
                <a:cs typeface="Noto Sans"/>
              </a:defRPr>
            </a:pPr>
            <a:r>
              <a:rPr sz="1500" b="0">
                <a:solidFill>
                  <a:srgbClr val="424751"/>
                </a:solidFill>
                <a:latin typeface="Noto Sans"/>
                <a:ea typeface="Noto Sans"/>
                <a:cs typeface="Noto Sans"/>
              </a:rPr>
              <a:t>Kiểm chứng Chrome cục bộ</a:t>
            </a:r>
          </a:p>
        </p:txBody>
      </p:sp>
      <p:sp>
        <p:nvSpPr>
          <p:cNvPr id="14" name="2  Giảm nội dung phụ">
            <a:extLst xmlns:a="http://schemas.openxmlformats.org/drawingml/2006/main">
              <a:ext uri="{FF2B5EF4-FFF2-40B4-BE49-F238E27FC236}">
                <a16:creationId xmlns:a16="http://schemas.microsoft.com/office/drawing/2014/main" id="{15922A55-243E-4BEB-A965-8236EECD8E36}"/>
              </a:ext>
            </a:extLst>
          </p:cNvPr>
          <p:cNvSpPr>
            <a:spLocks xmlns:a="http://schemas.openxmlformats.org/drawingml/2006/main" noGrp="1"/>
          </p:cNvSpPr>
          <p:nvPr/>
        </p:nvSpPr>
        <p:spPr>
          <a:xfrm xmlns:a="http://schemas.openxmlformats.org/drawingml/2006/main">
            <a:off x="1066800" y="4857750"/>
            <a:ext cx="6191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475" b="1">
                <a:solidFill>
                  <a:srgbClr val="1E5AA8"/>
                </a:solidFill>
                <a:latin typeface="Noto Sans"/>
                <a:ea typeface="Noto Sans"/>
                <a:cs typeface="Noto Sans"/>
              </a:defRPr>
            </a:defPPr>
            <a:lvl1pPr>
              <a:defRPr sz="2475" b="1">
                <a:solidFill>
                  <a:srgbClr val="1E5AA8"/>
                </a:solidFill>
                <a:latin typeface="Noto Sans"/>
                <a:ea typeface="Noto Sans"/>
                <a:cs typeface="Noto Sans"/>
              </a:defRPr>
            </a:lvl1pPr>
            <a:lvl2pPr>
              <a:defRPr sz="2475" b="1">
                <a:solidFill>
                  <a:srgbClr val="1E5AA8"/>
                </a:solidFill>
                <a:latin typeface="Noto Sans"/>
                <a:ea typeface="Noto Sans"/>
                <a:cs typeface="Noto Sans"/>
              </a:defRPr>
            </a:lvl2pPr>
            <a:lvl3pPr>
              <a:defRPr sz="2475" b="1">
                <a:solidFill>
                  <a:srgbClr val="1E5AA8"/>
                </a:solidFill>
                <a:latin typeface="Noto Sans"/>
                <a:ea typeface="Noto Sans"/>
                <a:cs typeface="Noto Sans"/>
              </a:defRPr>
            </a:lvl3pPr>
            <a:lvl4pPr>
              <a:defRPr sz="2475" b="1">
                <a:solidFill>
                  <a:srgbClr val="1E5AA8"/>
                </a:solidFill>
                <a:latin typeface="Noto Sans"/>
                <a:ea typeface="Noto Sans"/>
                <a:cs typeface="Noto Sans"/>
              </a:defRPr>
            </a:lvl4pPr>
            <a:lvl5pPr>
              <a:defRPr sz="2475" b="1">
                <a:solidFill>
                  <a:srgbClr val="1E5AA8"/>
                </a:solidFill>
                <a:latin typeface="Noto Sans"/>
                <a:ea typeface="Noto Sans"/>
                <a:cs typeface="Noto Sans"/>
              </a:defRPr>
            </a:lvl5pPr>
            <a:lvl6pPr>
              <a:defRPr sz="2475" b="1">
                <a:solidFill>
                  <a:srgbClr val="1E5AA8"/>
                </a:solidFill>
                <a:latin typeface="Noto Sans"/>
                <a:ea typeface="Noto Sans"/>
                <a:cs typeface="Noto Sans"/>
              </a:defRPr>
            </a:lvl6pPr>
            <a:lvl7pPr>
              <a:defRPr sz="2475" b="1">
                <a:solidFill>
                  <a:srgbClr val="1E5AA8"/>
                </a:solidFill>
                <a:latin typeface="Noto Sans"/>
                <a:ea typeface="Noto Sans"/>
                <a:cs typeface="Noto Sans"/>
              </a:defRPr>
            </a:lvl7pPr>
            <a:lvl8pPr>
              <a:defRPr sz="2475" b="1">
                <a:solidFill>
                  <a:srgbClr val="1E5AA8"/>
                </a:solidFill>
                <a:latin typeface="Noto Sans"/>
                <a:ea typeface="Noto Sans"/>
                <a:cs typeface="Noto Sans"/>
              </a:defRPr>
            </a:lvl8pPr>
            <a:lvl9pPr>
              <a:defRPr sz="2475" b="1">
                <a:solidFill>
                  <a:srgbClr val="1E5AA8"/>
                </a:solidFill>
                <a:latin typeface="Noto Sans"/>
                <a:ea typeface="Noto Sans"/>
                <a:cs typeface="Noto Sans"/>
              </a:defRPr>
            </a:lvl9pPr>
          </a:lstStyle>
          <a:p xmlns:a="http://schemas.openxmlformats.org/drawingml/2006/main">
            <a:pPr>
              <a:defRPr sz="2475" b="1">
                <a:solidFill>
                  <a:srgbClr val="1E5AA8"/>
                </a:solidFill>
                <a:latin typeface="Noto Sans"/>
                <a:ea typeface="Noto Sans"/>
                <a:cs typeface="Noto Sans"/>
              </a:defRPr>
            </a:pPr>
            <a:r>
              <a:rPr sz="2475" b="1">
                <a:solidFill>
                  <a:srgbClr val="1E5AA8"/>
                </a:solidFill>
                <a:latin typeface="Noto Sans"/>
                <a:ea typeface="Noto Sans"/>
                <a:cs typeface="Noto Sans"/>
              </a:rPr>
              <a:t>2  Giảm nội dung phụ</a:t>
            </a:r>
          </a:p>
        </p:txBody>
      </p:sp>
      <p:sp>
        <p:nvSpPr>
          <p:cNvPr id="15" name="S07: banner chiếm chỗ, tên bị cắt.&#10;Giữ tên và hành động chín">
            <a:extLst xmlns:a="http://schemas.openxmlformats.org/drawingml/2006/main">
              <a:ext uri="{FF2B5EF4-FFF2-40B4-BE49-F238E27FC236}">
                <a16:creationId xmlns:a16="http://schemas.microsoft.com/office/drawing/2014/main" id="{226E158B-68BE-4CCD-AD96-3AEDF59E9F4C}"/>
              </a:ext>
            </a:extLst>
          </p:cNvPr>
          <p:cNvSpPr>
            <a:spLocks xmlns:a="http://schemas.openxmlformats.org/drawingml/2006/main" noGrp="1"/>
          </p:cNvSpPr>
          <p:nvPr/>
        </p:nvSpPr>
        <p:spPr>
          <a:xfrm xmlns:a="http://schemas.openxmlformats.org/drawingml/2006/main">
            <a:off x="1066800" y="5476875"/>
            <a:ext cx="6191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75" b="0">
                <a:solidFill>
                  <a:srgbClr val="031C36"/>
                </a:solidFill>
                <a:latin typeface="Noto Sans"/>
                <a:ea typeface="Noto Sans"/>
                <a:cs typeface="Noto Sans"/>
              </a:defRPr>
            </a:defPPr>
            <a:lvl1pPr>
              <a:defRPr sz="2175" b="0">
                <a:solidFill>
                  <a:srgbClr val="031C36"/>
                </a:solidFill>
                <a:latin typeface="Noto Sans"/>
                <a:ea typeface="Noto Sans"/>
                <a:cs typeface="Noto Sans"/>
              </a:defRPr>
            </a:lvl1pPr>
            <a:lvl2pPr>
              <a:defRPr sz="2175" b="0">
                <a:solidFill>
                  <a:srgbClr val="031C36"/>
                </a:solidFill>
                <a:latin typeface="Noto Sans"/>
                <a:ea typeface="Noto Sans"/>
                <a:cs typeface="Noto Sans"/>
              </a:defRPr>
            </a:lvl2pPr>
            <a:lvl3pPr>
              <a:defRPr sz="2175" b="0">
                <a:solidFill>
                  <a:srgbClr val="031C36"/>
                </a:solidFill>
                <a:latin typeface="Noto Sans"/>
                <a:ea typeface="Noto Sans"/>
                <a:cs typeface="Noto Sans"/>
              </a:defRPr>
            </a:lvl3pPr>
            <a:lvl4pPr>
              <a:defRPr sz="2175" b="0">
                <a:solidFill>
                  <a:srgbClr val="031C36"/>
                </a:solidFill>
                <a:latin typeface="Noto Sans"/>
                <a:ea typeface="Noto Sans"/>
                <a:cs typeface="Noto Sans"/>
              </a:defRPr>
            </a:lvl4pPr>
            <a:lvl5pPr>
              <a:defRPr sz="2175" b="0">
                <a:solidFill>
                  <a:srgbClr val="031C36"/>
                </a:solidFill>
                <a:latin typeface="Noto Sans"/>
                <a:ea typeface="Noto Sans"/>
                <a:cs typeface="Noto Sans"/>
              </a:defRPr>
            </a:lvl5pPr>
            <a:lvl6pPr>
              <a:defRPr sz="2175" b="0">
                <a:solidFill>
                  <a:srgbClr val="031C36"/>
                </a:solidFill>
                <a:latin typeface="Noto Sans"/>
                <a:ea typeface="Noto Sans"/>
                <a:cs typeface="Noto Sans"/>
              </a:defRPr>
            </a:lvl6pPr>
            <a:lvl7pPr>
              <a:defRPr sz="2175" b="0">
                <a:solidFill>
                  <a:srgbClr val="031C36"/>
                </a:solidFill>
                <a:latin typeface="Noto Sans"/>
                <a:ea typeface="Noto Sans"/>
                <a:cs typeface="Noto Sans"/>
              </a:defRPr>
            </a:lvl7pPr>
            <a:lvl8pPr>
              <a:defRPr sz="2175" b="0">
                <a:solidFill>
                  <a:srgbClr val="031C36"/>
                </a:solidFill>
                <a:latin typeface="Noto Sans"/>
                <a:ea typeface="Noto Sans"/>
                <a:cs typeface="Noto Sans"/>
              </a:defRPr>
            </a:lvl8pPr>
            <a:lvl9pPr>
              <a:defRPr sz="2175" b="0">
                <a:solidFill>
                  <a:srgbClr val="031C36"/>
                </a:solidFill>
                <a:latin typeface="Noto Sans"/>
                <a:ea typeface="Noto Sans"/>
                <a:cs typeface="Noto Sans"/>
              </a:defRPr>
            </a:lvl9pPr>
          </a:lstStyle>
          <a:p xmlns:a="http://schemas.openxmlformats.org/drawingml/2006/main">
            <a:pPr>
              <a:defRPr sz="2175" b="0">
                <a:solidFill>
                  <a:srgbClr val="031C36"/>
                </a:solidFill>
                <a:latin typeface="Noto Sans"/>
                <a:ea typeface="Noto Sans"/>
                <a:cs typeface="Noto Sans"/>
              </a:defRPr>
            </a:pPr>
            <a:r>
              <a:rPr sz="2175" b="0">
                <a:solidFill>
                  <a:srgbClr val="031C36"/>
                </a:solidFill>
                <a:latin typeface="Noto Sans"/>
                <a:ea typeface="Noto Sans"/>
                <a:cs typeface="Noto Sans"/>
              </a:rPr>
              <a:t>S07: banner chiếm chỗ, tên bị cắt.</a:t>
            </a:r>
          </a:p>
          <a:p xmlns:a="http://schemas.openxmlformats.org/drawingml/2006/main">
            <a:pPr>
              <a:defRPr sz="2175" b="0">
                <a:solidFill>
                  <a:srgbClr val="031C36"/>
                </a:solidFill>
                <a:latin typeface="Noto Sans"/>
                <a:ea typeface="Noto Sans"/>
                <a:cs typeface="Noto Sans"/>
              </a:defRPr>
            </a:pPr>
            <a:r>
              <a:rPr sz="2175" b="0">
                <a:solidFill>
                  <a:srgbClr val="031C36"/>
                </a:solidFill>
                <a:latin typeface="Noto Sans"/>
                <a:ea typeface="Noto Sans"/>
                <a:cs typeface="Noto Sans"/>
              </a:rPr>
              <a:t>Giữ tên và hành động chính.</a:t>
            </a:r>
          </a:p>
        </p:txBody>
      </p:sp>
      <p:sp>
        <p:nvSpPr>
          <p:cNvPr id="16" name="TRƯỚC">
            <a:extLst xmlns:a="http://schemas.openxmlformats.org/drawingml/2006/main">
              <a:ext uri="{FF2B5EF4-FFF2-40B4-BE49-F238E27FC236}">
                <a16:creationId xmlns:a16="http://schemas.microsoft.com/office/drawing/2014/main" id="{30B81441-2E64-463A-942D-5FA77C86EA57}"/>
              </a:ext>
            </a:extLst>
          </p:cNvPr>
          <p:cNvSpPr>
            <a:spLocks xmlns:a="http://schemas.openxmlformats.org/drawingml/2006/main" noGrp="1"/>
          </p:cNvSpPr>
          <p:nvPr/>
        </p:nvSpPr>
        <p:spPr>
          <a:xfrm xmlns:a="http://schemas.openxmlformats.org/drawingml/2006/main">
            <a:off x="7953375" y="4810125"/>
            <a:ext cx="3524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1">
                <a:solidFill>
                  <a:srgbClr val="424751"/>
                </a:solidFill>
                <a:latin typeface="Noto Sans"/>
                <a:ea typeface="Noto Sans"/>
                <a:cs typeface="Noto Sans"/>
              </a:defRPr>
            </a:defPPr>
            <a:lvl1pPr>
              <a:defRPr sz="1575" b="1">
                <a:solidFill>
                  <a:srgbClr val="424751"/>
                </a:solidFill>
                <a:latin typeface="Noto Sans"/>
                <a:ea typeface="Noto Sans"/>
                <a:cs typeface="Noto Sans"/>
              </a:defRPr>
            </a:lvl1pPr>
            <a:lvl2pPr>
              <a:defRPr sz="1575" b="1">
                <a:solidFill>
                  <a:srgbClr val="424751"/>
                </a:solidFill>
                <a:latin typeface="Noto Sans"/>
                <a:ea typeface="Noto Sans"/>
                <a:cs typeface="Noto Sans"/>
              </a:defRPr>
            </a:lvl2pPr>
            <a:lvl3pPr>
              <a:defRPr sz="1575" b="1">
                <a:solidFill>
                  <a:srgbClr val="424751"/>
                </a:solidFill>
                <a:latin typeface="Noto Sans"/>
                <a:ea typeface="Noto Sans"/>
                <a:cs typeface="Noto Sans"/>
              </a:defRPr>
            </a:lvl3pPr>
            <a:lvl4pPr>
              <a:defRPr sz="1575" b="1">
                <a:solidFill>
                  <a:srgbClr val="424751"/>
                </a:solidFill>
                <a:latin typeface="Noto Sans"/>
                <a:ea typeface="Noto Sans"/>
                <a:cs typeface="Noto Sans"/>
              </a:defRPr>
            </a:lvl4pPr>
            <a:lvl5pPr>
              <a:defRPr sz="1575" b="1">
                <a:solidFill>
                  <a:srgbClr val="424751"/>
                </a:solidFill>
                <a:latin typeface="Noto Sans"/>
                <a:ea typeface="Noto Sans"/>
                <a:cs typeface="Noto Sans"/>
              </a:defRPr>
            </a:lvl5pPr>
            <a:lvl6pPr>
              <a:defRPr sz="1575" b="1">
                <a:solidFill>
                  <a:srgbClr val="424751"/>
                </a:solidFill>
                <a:latin typeface="Noto Sans"/>
                <a:ea typeface="Noto Sans"/>
                <a:cs typeface="Noto Sans"/>
              </a:defRPr>
            </a:lvl6pPr>
            <a:lvl7pPr>
              <a:defRPr sz="1575" b="1">
                <a:solidFill>
                  <a:srgbClr val="424751"/>
                </a:solidFill>
                <a:latin typeface="Noto Sans"/>
                <a:ea typeface="Noto Sans"/>
                <a:cs typeface="Noto Sans"/>
              </a:defRPr>
            </a:lvl7pPr>
            <a:lvl8pPr>
              <a:defRPr sz="1575" b="1">
                <a:solidFill>
                  <a:srgbClr val="424751"/>
                </a:solidFill>
                <a:latin typeface="Noto Sans"/>
                <a:ea typeface="Noto Sans"/>
                <a:cs typeface="Noto Sans"/>
              </a:defRPr>
            </a:lvl8pPr>
            <a:lvl9pPr>
              <a:defRPr sz="1575" b="1">
                <a:solidFill>
                  <a:srgbClr val="424751"/>
                </a:solidFill>
                <a:latin typeface="Noto Sans"/>
                <a:ea typeface="Noto Sans"/>
                <a:cs typeface="Noto Sans"/>
              </a:defRPr>
            </a:lvl9pPr>
          </a:lstStyle>
          <a:p xmlns:a="http://schemas.openxmlformats.org/drawingml/2006/main">
            <a:pPr>
              <a:defRPr sz="1575" b="1">
                <a:solidFill>
                  <a:srgbClr val="424751"/>
                </a:solidFill>
                <a:latin typeface="Noto Sans"/>
                <a:ea typeface="Noto Sans"/>
                <a:cs typeface="Noto Sans"/>
              </a:defRPr>
            </a:pPr>
            <a:r>
              <a:rPr sz="1575" b="1">
                <a:solidFill>
                  <a:srgbClr val="424751"/>
                </a:solidFill>
                <a:latin typeface="Noto Sans"/>
                <a:ea typeface="Noto Sans"/>
                <a:cs typeface="Noto Sans"/>
              </a:rPr>
              <a:t>TRƯỚC</a:t>
            </a:r>
          </a:p>
        </p:txBody>
      </p:sp>
      <p:sp>
        <p:nvSpPr>
          <p:cNvPr id="17" name="SAU">
            <a:extLst xmlns:a="http://schemas.openxmlformats.org/drawingml/2006/main">
              <a:ext uri="{FF2B5EF4-FFF2-40B4-BE49-F238E27FC236}">
                <a16:creationId xmlns:a16="http://schemas.microsoft.com/office/drawing/2014/main" id="{77D13B43-868A-4F0F-8F3E-AFA7055C66D5}"/>
              </a:ext>
            </a:extLst>
          </p:cNvPr>
          <p:cNvSpPr>
            <a:spLocks xmlns:a="http://schemas.openxmlformats.org/drawingml/2006/main" noGrp="1"/>
          </p:cNvSpPr>
          <p:nvPr/>
        </p:nvSpPr>
        <p:spPr>
          <a:xfrm xmlns:a="http://schemas.openxmlformats.org/drawingml/2006/main">
            <a:off x="12811125" y="4810125"/>
            <a:ext cx="3524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1">
                <a:solidFill>
                  <a:srgbClr val="424751"/>
                </a:solidFill>
                <a:latin typeface="Noto Sans"/>
                <a:ea typeface="Noto Sans"/>
                <a:cs typeface="Noto Sans"/>
              </a:defRPr>
            </a:defPPr>
            <a:lvl1pPr>
              <a:defRPr sz="1575" b="1">
                <a:solidFill>
                  <a:srgbClr val="424751"/>
                </a:solidFill>
                <a:latin typeface="Noto Sans"/>
                <a:ea typeface="Noto Sans"/>
                <a:cs typeface="Noto Sans"/>
              </a:defRPr>
            </a:lvl1pPr>
            <a:lvl2pPr>
              <a:defRPr sz="1575" b="1">
                <a:solidFill>
                  <a:srgbClr val="424751"/>
                </a:solidFill>
                <a:latin typeface="Noto Sans"/>
                <a:ea typeface="Noto Sans"/>
                <a:cs typeface="Noto Sans"/>
              </a:defRPr>
            </a:lvl2pPr>
            <a:lvl3pPr>
              <a:defRPr sz="1575" b="1">
                <a:solidFill>
                  <a:srgbClr val="424751"/>
                </a:solidFill>
                <a:latin typeface="Noto Sans"/>
                <a:ea typeface="Noto Sans"/>
                <a:cs typeface="Noto Sans"/>
              </a:defRPr>
            </a:lvl3pPr>
            <a:lvl4pPr>
              <a:defRPr sz="1575" b="1">
                <a:solidFill>
                  <a:srgbClr val="424751"/>
                </a:solidFill>
                <a:latin typeface="Noto Sans"/>
                <a:ea typeface="Noto Sans"/>
                <a:cs typeface="Noto Sans"/>
              </a:defRPr>
            </a:lvl4pPr>
            <a:lvl5pPr>
              <a:defRPr sz="1575" b="1">
                <a:solidFill>
                  <a:srgbClr val="424751"/>
                </a:solidFill>
                <a:latin typeface="Noto Sans"/>
                <a:ea typeface="Noto Sans"/>
                <a:cs typeface="Noto Sans"/>
              </a:defRPr>
            </a:lvl5pPr>
            <a:lvl6pPr>
              <a:defRPr sz="1575" b="1">
                <a:solidFill>
                  <a:srgbClr val="424751"/>
                </a:solidFill>
                <a:latin typeface="Noto Sans"/>
                <a:ea typeface="Noto Sans"/>
                <a:cs typeface="Noto Sans"/>
              </a:defRPr>
            </a:lvl6pPr>
            <a:lvl7pPr>
              <a:defRPr sz="1575" b="1">
                <a:solidFill>
                  <a:srgbClr val="424751"/>
                </a:solidFill>
                <a:latin typeface="Noto Sans"/>
                <a:ea typeface="Noto Sans"/>
                <a:cs typeface="Noto Sans"/>
              </a:defRPr>
            </a:lvl7pPr>
            <a:lvl8pPr>
              <a:defRPr sz="1575" b="1">
                <a:solidFill>
                  <a:srgbClr val="424751"/>
                </a:solidFill>
                <a:latin typeface="Noto Sans"/>
                <a:ea typeface="Noto Sans"/>
                <a:cs typeface="Noto Sans"/>
              </a:defRPr>
            </a:lvl8pPr>
            <a:lvl9pPr>
              <a:defRPr sz="1575" b="1">
                <a:solidFill>
                  <a:srgbClr val="424751"/>
                </a:solidFill>
                <a:latin typeface="Noto Sans"/>
                <a:ea typeface="Noto Sans"/>
                <a:cs typeface="Noto Sans"/>
              </a:defRPr>
            </a:lvl9pPr>
          </a:lstStyle>
          <a:p xmlns:a="http://schemas.openxmlformats.org/drawingml/2006/main">
            <a:pPr>
              <a:defRPr sz="1575" b="1">
                <a:solidFill>
                  <a:srgbClr val="424751"/>
                </a:solidFill>
                <a:latin typeface="Noto Sans"/>
                <a:ea typeface="Noto Sans"/>
                <a:cs typeface="Noto Sans"/>
              </a:defRPr>
            </a:pPr>
            <a:r>
              <a:rPr sz="1575" b="1">
                <a:solidFill>
                  <a:srgbClr val="424751"/>
                </a:solidFill>
                <a:latin typeface="Noto Sans"/>
                <a:ea typeface="Noto Sans"/>
                <a:cs typeface="Noto Sans"/>
              </a:rPr>
              <a:t>SAU</a:t>
            </a:r>
          </a:p>
        </p:txBody>
      </p:sp>
      <p:pic>
        <p:nvPicPr>
          <p:cNvPr id="18" name="">
            <a:extLst xmlns:a="http://schemas.openxmlformats.org/drawingml/2006/main">
              <a:ext uri="{FF2B5EF4-FFF2-40B4-BE49-F238E27FC236}">
                <a16:creationId xmlns:a16="http://schemas.microsoft.com/office/drawing/2014/main" id="{0B4D0AE6-CA0F-4CC8-A018-6D03F9BE2264}"/>
              </a:ext>
            </a:extLst>
          </p:cNvPr>
          <p:cNvPicPr>
            <a:picLocks xmlns:a="http://schemas.openxmlformats.org/drawingml/2006/main" noChangeAspect="1"/>
          </p:cNvPicPr>
          <p:nvPr/>
        </p:nvPicPr>
        <p:blipFill>
          <a:blip xmlns:r="http://schemas.openxmlformats.org/officeDocument/2006/relationships" xmlns:a="http://schemas.openxmlformats.org/drawingml/2006/main" r:embed="Rc34194ea6a8e4d52"/>
          <a:stretch xmlns:a="http://schemas.openxmlformats.org/drawingml/2006/main"/>
        </p:blipFill>
        <p:spPr>
          <a:xfrm xmlns:a="http://schemas.openxmlformats.org/drawingml/2006/main">
            <a:off x="8262534" y="5191125"/>
            <a:ext cx="2905932" cy="1428750"/>
          </a:xfrm>
          <a:prstGeom xmlns:a="http://schemas.openxmlformats.org/drawingml/2006/main" prst="rect">
            <a:avLst/>
          </a:prstGeom>
        </p:spPr>
      </p:pic>
      <p:pic>
        <p:nvPicPr>
          <p:cNvPr id="19" name="">
            <a:extLst xmlns:a="http://schemas.openxmlformats.org/drawingml/2006/main">
              <a:ext uri="{FF2B5EF4-FFF2-40B4-BE49-F238E27FC236}">
                <a16:creationId xmlns:a16="http://schemas.microsoft.com/office/drawing/2014/main" id="{D70B2DE2-B11F-44F6-AF10-BAED35518C60}"/>
              </a:ext>
            </a:extLst>
          </p:cNvPr>
          <p:cNvPicPr>
            <a:picLocks xmlns:a="http://schemas.openxmlformats.org/drawingml/2006/main" noChangeAspect="1"/>
          </p:cNvPicPr>
          <p:nvPr/>
        </p:nvPicPr>
        <p:blipFill>
          <a:blip xmlns:r="http://schemas.openxmlformats.org/officeDocument/2006/relationships" xmlns:a="http://schemas.openxmlformats.org/drawingml/2006/main" r:embed="R7663c7d0220f4fbf"/>
          <a:stretch xmlns:a="http://schemas.openxmlformats.org/drawingml/2006/main"/>
        </p:blipFill>
        <p:spPr>
          <a:xfrm xmlns:a="http://schemas.openxmlformats.org/drawingml/2006/main">
            <a:off x="12869369" y="5191125"/>
            <a:ext cx="3407762" cy="1428750"/>
          </a:xfrm>
          <a:prstGeom xmlns:a="http://schemas.openxmlformats.org/drawingml/2006/main" prst="rect">
            <a:avLst/>
          </a:prstGeom>
        </p:spPr>
      </p:pic>
      <p:sp>
        <p:nvSpPr>
          <p:cNvPr id="20" name="Trước OI01 / Sau Stitch OI02">
            <a:extLst xmlns:a="http://schemas.openxmlformats.org/drawingml/2006/main">
              <a:ext uri="{FF2B5EF4-FFF2-40B4-BE49-F238E27FC236}">
                <a16:creationId xmlns:a16="http://schemas.microsoft.com/office/drawing/2014/main" id="{B9307AB7-DD37-494D-A7B7-A921D854371E}"/>
              </a:ext>
            </a:extLst>
          </p:cNvPr>
          <p:cNvSpPr>
            <a:spLocks xmlns:a="http://schemas.openxmlformats.org/drawingml/2006/main" noGrp="1"/>
          </p:cNvSpPr>
          <p:nvPr/>
        </p:nvSpPr>
        <p:spPr>
          <a:xfrm xmlns:a="http://schemas.openxmlformats.org/drawingml/2006/main">
            <a:off x="7572375" y="6600825"/>
            <a:ext cx="933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424751"/>
                </a:solidFill>
                <a:latin typeface="Noto Sans"/>
                <a:ea typeface="Noto Sans"/>
                <a:cs typeface="Noto Sans"/>
              </a:defRPr>
            </a:defPPr>
            <a:lvl1pPr>
              <a:defRPr sz="1500" b="0">
                <a:solidFill>
                  <a:srgbClr val="424751"/>
                </a:solidFill>
                <a:latin typeface="Noto Sans"/>
                <a:ea typeface="Noto Sans"/>
                <a:cs typeface="Noto Sans"/>
              </a:defRPr>
            </a:lvl1pPr>
            <a:lvl2pPr>
              <a:defRPr sz="1500" b="0">
                <a:solidFill>
                  <a:srgbClr val="424751"/>
                </a:solidFill>
                <a:latin typeface="Noto Sans"/>
                <a:ea typeface="Noto Sans"/>
                <a:cs typeface="Noto Sans"/>
              </a:defRPr>
            </a:lvl2pPr>
            <a:lvl3pPr>
              <a:defRPr sz="1500" b="0">
                <a:solidFill>
                  <a:srgbClr val="424751"/>
                </a:solidFill>
                <a:latin typeface="Noto Sans"/>
                <a:ea typeface="Noto Sans"/>
                <a:cs typeface="Noto Sans"/>
              </a:defRPr>
            </a:lvl3pPr>
            <a:lvl4pPr>
              <a:defRPr sz="1500" b="0">
                <a:solidFill>
                  <a:srgbClr val="424751"/>
                </a:solidFill>
                <a:latin typeface="Noto Sans"/>
                <a:ea typeface="Noto Sans"/>
                <a:cs typeface="Noto Sans"/>
              </a:defRPr>
            </a:lvl4pPr>
            <a:lvl5pPr>
              <a:defRPr sz="1500" b="0">
                <a:solidFill>
                  <a:srgbClr val="424751"/>
                </a:solidFill>
                <a:latin typeface="Noto Sans"/>
                <a:ea typeface="Noto Sans"/>
                <a:cs typeface="Noto Sans"/>
              </a:defRPr>
            </a:lvl5pPr>
            <a:lvl6pPr>
              <a:defRPr sz="1500" b="0">
                <a:solidFill>
                  <a:srgbClr val="424751"/>
                </a:solidFill>
                <a:latin typeface="Noto Sans"/>
                <a:ea typeface="Noto Sans"/>
                <a:cs typeface="Noto Sans"/>
              </a:defRPr>
            </a:lvl6pPr>
            <a:lvl7pPr>
              <a:defRPr sz="1500" b="0">
                <a:solidFill>
                  <a:srgbClr val="424751"/>
                </a:solidFill>
                <a:latin typeface="Noto Sans"/>
                <a:ea typeface="Noto Sans"/>
                <a:cs typeface="Noto Sans"/>
              </a:defRPr>
            </a:lvl7pPr>
            <a:lvl8pPr>
              <a:defRPr sz="1500" b="0">
                <a:solidFill>
                  <a:srgbClr val="424751"/>
                </a:solidFill>
                <a:latin typeface="Noto Sans"/>
                <a:ea typeface="Noto Sans"/>
                <a:cs typeface="Noto Sans"/>
              </a:defRPr>
            </a:lvl8pPr>
            <a:lvl9pPr>
              <a:defRPr sz="1500" b="0">
                <a:solidFill>
                  <a:srgbClr val="424751"/>
                </a:solidFill>
                <a:latin typeface="Noto Sans"/>
                <a:ea typeface="Noto Sans"/>
                <a:cs typeface="Noto Sans"/>
              </a:defRPr>
            </a:lvl9pPr>
          </a:lstStyle>
          <a:p xmlns:a="http://schemas.openxmlformats.org/drawingml/2006/main">
            <a:pPr>
              <a:defRPr sz="1500" b="0">
                <a:solidFill>
                  <a:srgbClr val="424751"/>
                </a:solidFill>
                <a:latin typeface="Noto Sans"/>
                <a:ea typeface="Noto Sans"/>
                <a:cs typeface="Noto Sans"/>
              </a:defRPr>
            </a:pPr>
            <a:r>
              <a:rPr sz="1500" b="0">
                <a:solidFill>
                  <a:srgbClr val="424751"/>
                </a:solidFill>
                <a:latin typeface="Noto Sans"/>
                <a:ea typeface="Noto Sans"/>
                <a:cs typeface="Noto Sans"/>
              </a:rPr>
              <a:t>Trước OI01 / Sau Stitch OI02</a:t>
            </a:r>
          </a:p>
        </p:txBody>
      </p:sp>
      <p:sp>
        <p:nvSpPr>
          <p:cNvPr id="21" name="3  Giữ ngữ cảnh khi lỗi">
            <a:extLst xmlns:a="http://schemas.openxmlformats.org/drawingml/2006/main">
              <a:ext uri="{FF2B5EF4-FFF2-40B4-BE49-F238E27FC236}">
                <a16:creationId xmlns:a16="http://schemas.microsoft.com/office/drawing/2014/main" id="{D7B4883A-A052-4A27-B37F-FFC95CDD0A0F}"/>
              </a:ext>
            </a:extLst>
          </p:cNvPr>
          <p:cNvSpPr>
            <a:spLocks xmlns:a="http://schemas.openxmlformats.org/drawingml/2006/main" noGrp="1"/>
          </p:cNvSpPr>
          <p:nvPr/>
        </p:nvSpPr>
        <p:spPr>
          <a:xfrm xmlns:a="http://schemas.openxmlformats.org/drawingml/2006/main">
            <a:off x="1066800" y="7000875"/>
            <a:ext cx="6191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475" b="1">
                <a:solidFill>
                  <a:srgbClr val="1E5AA8"/>
                </a:solidFill>
                <a:latin typeface="Noto Sans"/>
                <a:ea typeface="Noto Sans"/>
                <a:cs typeface="Noto Sans"/>
              </a:defRPr>
            </a:defPPr>
            <a:lvl1pPr>
              <a:defRPr sz="2475" b="1">
                <a:solidFill>
                  <a:srgbClr val="1E5AA8"/>
                </a:solidFill>
                <a:latin typeface="Noto Sans"/>
                <a:ea typeface="Noto Sans"/>
                <a:cs typeface="Noto Sans"/>
              </a:defRPr>
            </a:lvl1pPr>
            <a:lvl2pPr>
              <a:defRPr sz="2475" b="1">
                <a:solidFill>
                  <a:srgbClr val="1E5AA8"/>
                </a:solidFill>
                <a:latin typeface="Noto Sans"/>
                <a:ea typeface="Noto Sans"/>
                <a:cs typeface="Noto Sans"/>
              </a:defRPr>
            </a:lvl2pPr>
            <a:lvl3pPr>
              <a:defRPr sz="2475" b="1">
                <a:solidFill>
                  <a:srgbClr val="1E5AA8"/>
                </a:solidFill>
                <a:latin typeface="Noto Sans"/>
                <a:ea typeface="Noto Sans"/>
                <a:cs typeface="Noto Sans"/>
              </a:defRPr>
            </a:lvl3pPr>
            <a:lvl4pPr>
              <a:defRPr sz="2475" b="1">
                <a:solidFill>
                  <a:srgbClr val="1E5AA8"/>
                </a:solidFill>
                <a:latin typeface="Noto Sans"/>
                <a:ea typeface="Noto Sans"/>
                <a:cs typeface="Noto Sans"/>
              </a:defRPr>
            </a:lvl4pPr>
            <a:lvl5pPr>
              <a:defRPr sz="2475" b="1">
                <a:solidFill>
                  <a:srgbClr val="1E5AA8"/>
                </a:solidFill>
                <a:latin typeface="Noto Sans"/>
                <a:ea typeface="Noto Sans"/>
                <a:cs typeface="Noto Sans"/>
              </a:defRPr>
            </a:lvl5pPr>
            <a:lvl6pPr>
              <a:defRPr sz="2475" b="1">
                <a:solidFill>
                  <a:srgbClr val="1E5AA8"/>
                </a:solidFill>
                <a:latin typeface="Noto Sans"/>
                <a:ea typeface="Noto Sans"/>
                <a:cs typeface="Noto Sans"/>
              </a:defRPr>
            </a:lvl6pPr>
            <a:lvl7pPr>
              <a:defRPr sz="2475" b="1">
                <a:solidFill>
                  <a:srgbClr val="1E5AA8"/>
                </a:solidFill>
                <a:latin typeface="Noto Sans"/>
                <a:ea typeface="Noto Sans"/>
                <a:cs typeface="Noto Sans"/>
              </a:defRPr>
            </a:lvl7pPr>
            <a:lvl8pPr>
              <a:defRPr sz="2475" b="1">
                <a:solidFill>
                  <a:srgbClr val="1E5AA8"/>
                </a:solidFill>
                <a:latin typeface="Noto Sans"/>
                <a:ea typeface="Noto Sans"/>
                <a:cs typeface="Noto Sans"/>
              </a:defRPr>
            </a:lvl8pPr>
            <a:lvl9pPr>
              <a:defRPr sz="2475" b="1">
                <a:solidFill>
                  <a:srgbClr val="1E5AA8"/>
                </a:solidFill>
                <a:latin typeface="Noto Sans"/>
                <a:ea typeface="Noto Sans"/>
                <a:cs typeface="Noto Sans"/>
              </a:defRPr>
            </a:lvl9pPr>
          </a:lstStyle>
          <a:p xmlns:a="http://schemas.openxmlformats.org/drawingml/2006/main">
            <a:pPr>
              <a:defRPr sz="2475" b="1">
                <a:solidFill>
                  <a:srgbClr val="1E5AA8"/>
                </a:solidFill>
                <a:latin typeface="Noto Sans"/>
                <a:ea typeface="Noto Sans"/>
                <a:cs typeface="Noto Sans"/>
              </a:defRPr>
            </a:pPr>
            <a:r>
              <a:rPr sz="2475" b="1">
                <a:solidFill>
                  <a:srgbClr val="1E5AA8"/>
                </a:solidFill>
                <a:latin typeface="Noto Sans"/>
                <a:ea typeface="Noto Sans"/>
                <a:cs typeface="Noto Sans"/>
              </a:rPr>
              <a:t>3  Giữ ngữ cảnh khi lỗi</a:t>
            </a:r>
          </a:p>
        </p:txBody>
      </p:sp>
      <p:sp>
        <p:nvSpPr>
          <p:cNvPr id="22" name="S07: state lỗi đổi hoạt động.&#10;Chuẩn hóa dữ liệu và nối Retry">
            <a:extLst xmlns:a="http://schemas.openxmlformats.org/drawingml/2006/main">
              <a:ext uri="{FF2B5EF4-FFF2-40B4-BE49-F238E27FC236}">
                <a16:creationId xmlns:a16="http://schemas.microsoft.com/office/drawing/2014/main" id="{3597CD85-5B9E-4CA7-90AE-2A4B493F29F0}"/>
              </a:ext>
            </a:extLst>
          </p:cNvPr>
          <p:cNvSpPr>
            <a:spLocks xmlns:a="http://schemas.openxmlformats.org/drawingml/2006/main" noGrp="1"/>
          </p:cNvSpPr>
          <p:nvPr/>
        </p:nvSpPr>
        <p:spPr>
          <a:xfrm xmlns:a="http://schemas.openxmlformats.org/drawingml/2006/main">
            <a:off x="1066800" y="7620000"/>
            <a:ext cx="6191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75" b="0">
                <a:solidFill>
                  <a:srgbClr val="031C36"/>
                </a:solidFill>
                <a:latin typeface="Noto Sans"/>
                <a:ea typeface="Noto Sans"/>
                <a:cs typeface="Noto Sans"/>
              </a:defRPr>
            </a:defPPr>
            <a:lvl1pPr>
              <a:defRPr sz="2175" b="0">
                <a:solidFill>
                  <a:srgbClr val="031C36"/>
                </a:solidFill>
                <a:latin typeface="Noto Sans"/>
                <a:ea typeface="Noto Sans"/>
                <a:cs typeface="Noto Sans"/>
              </a:defRPr>
            </a:lvl1pPr>
            <a:lvl2pPr>
              <a:defRPr sz="2175" b="0">
                <a:solidFill>
                  <a:srgbClr val="031C36"/>
                </a:solidFill>
                <a:latin typeface="Noto Sans"/>
                <a:ea typeface="Noto Sans"/>
                <a:cs typeface="Noto Sans"/>
              </a:defRPr>
            </a:lvl2pPr>
            <a:lvl3pPr>
              <a:defRPr sz="2175" b="0">
                <a:solidFill>
                  <a:srgbClr val="031C36"/>
                </a:solidFill>
                <a:latin typeface="Noto Sans"/>
                <a:ea typeface="Noto Sans"/>
                <a:cs typeface="Noto Sans"/>
              </a:defRPr>
            </a:lvl3pPr>
            <a:lvl4pPr>
              <a:defRPr sz="2175" b="0">
                <a:solidFill>
                  <a:srgbClr val="031C36"/>
                </a:solidFill>
                <a:latin typeface="Noto Sans"/>
                <a:ea typeface="Noto Sans"/>
                <a:cs typeface="Noto Sans"/>
              </a:defRPr>
            </a:lvl4pPr>
            <a:lvl5pPr>
              <a:defRPr sz="2175" b="0">
                <a:solidFill>
                  <a:srgbClr val="031C36"/>
                </a:solidFill>
                <a:latin typeface="Noto Sans"/>
                <a:ea typeface="Noto Sans"/>
                <a:cs typeface="Noto Sans"/>
              </a:defRPr>
            </a:lvl5pPr>
            <a:lvl6pPr>
              <a:defRPr sz="2175" b="0">
                <a:solidFill>
                  <a:srgbClr val="031C36"/>
                </a:solidFill>
                <a:latin typeface="Noto Sans"/>
                <a:ea typeface="Noto Sans"/>
                <a:cs typeface="Noto Sans"/>
              </a:defRPr>
            </a:lvl6pPr>
            <a:lvl7pPr>
              <a:defRPr sz="2175" b="0">
                <a:solidFill>
                  <a:srgbClr val="031C36"/>
                </a:solidFill>
                <a:latin typeface="Noto Sans"/>
                <a:ea typeface="Noto Sans"/>
                <a:cs typeface="Noto Sans"/>
              </a:defRPr>
            </a:lvl7pPr>
            <a:lvl8pPr>
              <a:defRPr sz="2175" b="0">
                <a:solidFill>
                  <a:srgbClr val="031C36"/>
                </a:solidFill>
                <a:latin typeface="Noto Sans"/>
                <a:ea typeface="Noto Sans"/>
                <a:cs typeface="Noto Sans"/>
              </a:defRPr>
            </a:lvl8pPr>
            <a:lvl9pPr>
              <a:defRPr sz="2175" b="0">
                <a:solidFill>
                  <a:srgbClr val="031C36"/>
                </a:solidFill>
                <a:latin typeface="Noto Sans"/>
                <a:ea typeface="Noto Sans"/>
                <a:cs typeface="Noto Sans"/>
              </a:defRPr>
            </a:lvl9pPr>
          </a:lstStyle>
          <a:p xmlns:a="http://schemas.openxmlformats.org/drawingml/2006/main">
            <a:pPr>
              <a:defRPr sz="2175" b="0">
                <a:solidFill>
                  <a:srgbClr val="031C36"/>
                </a:solidFill>
                <a:latin typeface="Noto Sans"/>
                <a:ea typeface="Noto Sans"/>
                <a:cs typeface="Noto Sans"/>
              </a:defRPr>
            </a:pPr>
            <a:r>
              <a:rPr sz="2175" b="0">
                <a:solidFill>
                  <a:srgbClr val="031C36"/>
                </a:solidFill>
                <a:latin typeface="Noto Sans"/>
                <a:ea typeface="Noto Sans"/>
                <a:cs typeface="Noto Sans"/>
              </a:rPr>
              <a:t>S07: state lỗi đổi hoạt động.</a:t>
            </a:r>
          </a:p>
          <a:p xmlns:a="http://schemas.openxmlformats.org/drawingml/2006/main">
            <a:pPr>
              <a:defRPr sz="2175" b="0">
                <a:solidFill>
                  <a:srgbClr val="031C36"/>
                </a:solidFill>
                <a:latin typeface="Noto Sans"/>
                <a:ea typeface="Noto Sans"/>
                <a:cs typeface="Noto Sans"/>
              </a:defRPr>
            </a:pPr>
            <a:r>
              <a:rPr sz="2175" b="0">
                <a:solidFill>
                  <a:srgbClr val="031C36"/>
                </a:solidFill>
                <a:latin typeface="Noto Sans"/>
                <a:ea typeface="Noto Sans"/>
                <a:cs typeface="Noto Sans"/>
              </a:rPr>
              <a:t>Chuẩn hóa dữ liệu và nối Retry.</a:t>
            </a:r>
          </a:p>
        </p:txBody>
      </p:sp>
      <p:sp>
        <p:nvSpPr>
          <p:cNvPr id="23" name="TRƯỚC">
            <a:extLst xmlns:a="http://schemas.openxmlformats.org/drawingml/2006/main">
              <a:ext uri="{FF2B5EF4-FFF2-40B4-BE49-F238E27FC236}">
                <a16:creationId xmlns:a16="http://schemas.microsoft.com/office/drawing/2014/main" id="{981F270E-A9FA-4141-84EB-5EA2F3DC7268}"/>
              </a:ext>
            </a:extLst>
          </p:cNvPr>
          <p:cNvSpPr>
            <a:spLocks xmlns:a="http://schemas.openxmlformats.org/drawingml/2006/main" noGrp="1"/>
          </p:cNvSpPr>
          <p:nvPr/>
        </p:nvSpPr>
        <p:spPr>
          <a:xfrm xmlns:a="http://schemas.openxmlformats.org/drawingml/2006/main">
            <a:off x="7953375" y="6953250"/>
            <a:ext cx="3524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1">
                <a:solidFill>
                  <a:srgbClr val="424751"/>
                </a:solidFill>
                <a:latin typeface="Noto Sans"/>
                <a:ea typeface="Noto Sans"/>
                <a:cs typeface="Noto Sans"/>
              </a:defRPr>
            </a:defPPr>
            <a:lvl1pPr>
              <a:defRPr sz="1575" b="1">
                <a:solidFill>
                  <a:srgbClr val="424751"/>
                </a:solidFill>
                <a:latin typeface="Noto Sans"/>
                <a:ea typeface="Noto Sans"/>
                <a:cs typeface="Noto Sans"/>
              </a:defRPr>
            </a:lvl1pPr>
            <a:lvl2pPr>
              <a:defRPr sz="1575" b="1">
                <a:solidFill>
                  <a:srgbClr val="424751"/>
                </a:solidFill>
                <a:latin typeface="Noto Sans"/>
                <a:ea typeface="Noto Sans"/>
                <a:cs typeface="Noto Sans"/>
              </a:defRPr>
            </a:lvl2pPr>
            <a:lvl3pPr>
              <a:defRPr sz="1575" b="1">
                <a:solidFill>
                  <a:srgbClr val="424751"/>
                </a:solidFill>
                <a:latin typeface="Noto Sans"/>
                <a:ea typeface="Noto Sans"/>
                <a:cs typeface="Noto Sans"/>
              </a:defRPr>
            </a:lvl3pPr>
            <a:lvl4pPr>
              <a:defRPr sz="1575" b="1">
                <a:solidFill>
                  <a:srgbClr val="424751"/>
                </a:solidFill>
                <a:latin typeface="Noto Sans"/>
                <a:ea typeface="Noto Sans"/>
                <a:cs typeface="Noto Sans"/>
              </a:defRPr>
            </a:lvl4pPr>
            <a:lvl5pPr>
              <a:defRPr sz="1575" b="1">
                <a:solidFill>
                  <a:srgbClr val="424751"/>
                </a:solidFill>
                <a:latin typeface="Noto Sans"/>
                <a:ea typeface="Noto Sans"/>
                <a:cs typeface="Noto Sans"/>
              </a:defRPr>
            </a:lvl5pPr>
            <a:lvl6pPr>
              <a:defRPr sz="1575" b="1">
                <a:solidFill>
                  <a:srgbClr val="424751"/>
                </a:solidFill>
                <a:latin typeface="Noto Sans"/>
                <a:ea typeface="Noto Sans"/>
                <a:cs typeface="Noto Sans"/>
              </a:defRPr>
            </a:lvl6pPr>
            <a:lvl7pPr>
              <a:defRPr sz="1575" b="1">
                <a:solidFill>
                  <a:srgbClr val="424751"/>
                </a:solidFill>
                <a:latin typeface="Noto Sans"/>
                <a:ea typeface="Noto Sans"/>
                <a:cs typeface="Noto Sans"/>
              </a:defRPr>
            </a:lvl7pPr>
            <a:lvl8pPr>
              <a:defRPr sz="1575" b="1">
                <a:solidFill>
                  <a:srgbClr val="424751"/>
                </a:solidFill>
                <a:latin typeface="Noto Sans"/>
                <a:ea typeface="Noto Sans"/>
                <a:cs typeface="Noto Sans"/>
              </a:defRPr>
            </a:lvl8pPr>
            <a:lvl9pPr>
              <a:defRPr sz="1575" b="1">
                <a:solidFill>
                  <a:srgbClr val="424751"/>
                </a:solidFill>
                <a:latin typeface="Noto Sans"/>
                <a:ea typeface="Noto Sans"/>
                <a:cs typeface="Noto Sans"/>
              </a:defRPr>
            </a:lvl9pPr>
          </a:lstStyle>
          <a:p xmlns:a="http://schemas.openxmlformats.org/drawingml/2006/main">
            <a:pPr>
              <a:defRPr sz="1575" b="1">
                <a:solidFill>
                  <a:srgbClr val="424751"/>
                </a:solidFill>
                <a:latin typeface="Noto Sans"/>
                <a:ea typeface="Noto Sans"/>
                <a:cs typeface="Noto Sans"/>
              </a:defRPr>
            </a:pPr>
            <a:r>
              <a:rPr sz="1575" b="1">
                <a:solidFill>
                  <a:srgbClr val="424751"/>
                </a:solidFill>
                <a:latin typeface="Noto Sans"/>
                <a:ea typeface="Noto Sans"/>
                <a:cs typeface="Noto Sans"/>
              </a:rPr>
              <a:t>TRƯỚC</a:t>
            </a:r>
          </a:p>
        </p:txBody>
      </p:sp>
      <p:sp>
        <p:nvSpPr>
          <p:cNvPr id="24" name="SAU">
            <a:extLst xmlns:a="http://schemas.openxmlformats.org/drawingml/2006/main">
              <a:ext uri="{FF2B5EF4-FFF2-40B4-BE49-F238E27FC236}">
                <a16:creationId xmlns:a16="http://schemas.microsoft.com/office/drawing/2014/main" id="{8E95DF54-6F98-48EE-8BD4-57C50B1E5E51}"/>
              </a:ext>
            </a:extLst>
          </p:cNvPr>
          <p:cNvSpPr>
            <a:spLocks xmlns:a="http://schemas.openxmlformats.org/drawingml/2006/main" noGrp="1"/>
          </p:cNvSpPr>
          <p:nvPr/>
        </p:nvSpPr>
        <p:spPr>
          <a:xfrm xmlns:a="http://schemas.openxmlformats.org/drawingml/2006/main">
            <a:off x="12811125" y="6953250"/>
            <a:ext cx="3524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1">
                <a:solidFill>
                  <a:srgbClr val="424751"/>
                </a:solidFill>
                <a:latin typeface="Noto Sans"/>
                <a:ea typeface="Noto Sans"/>
                <a:cs typeface="Noto Sans"/>
              </a:defRPr>
            </a:defPPr>
            <a:lvl1pPr>
              <a:defRPr sz="1575" b="1">
                <a:solidFill>
                  <a:srgbClr val="424751"/>
                </a:solidFill>
                <a:latin typeface="Noto Sans"/>
                <a:ea typeface="Noto Sans"/>
                <a:cs typeface="Noto Sans"/>
              </a:defRPr>
            </a:lvl1pPr>
            <a:lvl2pPr>
              <a:defRPr sz="1575" b="1">
                <a:solidFill>
                  <a:srgbClr val="424751"/>
                </a:solidFill>
                <a:latin typeface="Noto Sans"/>
                <a:ea typeface="Noto Sans"/>
                <a:cs typeface="Noto Sans"/>
              </a:defRPr>
            </a:lvl2pPr>
            <a:lvl3pPr>
              <a:defRPr sz="1575" b="1">
                <a:solidFill>
                  <a:srgbClr val="424751"/>
                </a:solidFill>
                <a:latin typeface="Noto Sans"/>
                <a:ea typeface="Noto Sans"/>
                <a:cs typeface="Noto Sans"/>
              </a:defRPr>
            </a:lvl3pPr>
            <a:lvl4pPr>
              <a:defRPr sz="1575" b="1">
                <a:solidFill>
                  <a:srgbClr val="424751"/>
                </a:solidFill>
                <a:latin typeface="Noto Sans"/>
                <a:ea typeface="Noto Sans"/>
                <a:cs typeface="Noto Sans"/>
              </a:defRPr>
            </a:lvl4pPr>
            <a:lvl5pPr>
              <a:defRPr sz="1575" b="1">
                <a:solidFill>
                  <a:srgbClr val="424751"/>
                </a:solidFill>
                <a:latin typeface="Noto Sans"/>
                <a:ea typeface="Noto Sans"/>
                <a:cs typeface="Noto Sans"/>
              </a:defRPr>
            </a:lvl5pPr>
            <a:lvl6pPr>
              <a:defRPr sz="1575" b="1">
                <a:solidFill>
                  <a:srgbClr val="424751"/>
                </a:solidFill>
                <a:latin typeface="Noto Sans"/>
                <a:ea typeface="Noto Sans"/>
                <a:cs typeface="Noto Sans"/>
              </a:defRPr>
            </a:lvl6pPr>
            <a:lvl7pPr>
              <a:defRPr sz="1575" b="1">
                <a:solidFill>
                  <a:srgbClr val="424751"/>
                </a:solidFill>
                <a:latin typeface="Noto Sans"/>
                <a:ea typeface="Noto Sans"/>
                <a:cs typeface="Noto Sans"/>
              </a:defRPr>
            </a:lvl7pPr>
            <a:lvl8pPr>
              <a:defRPr sz="1575" b="1">
                <a:solidFill>
                  <a:srgbClr val="424751"/>
                </a:solidFill>
                <a:latin typeface="Noto Sans"/>
                <a:ea typeface="Noto Sans"/>
                <a:cs typeface="Noto Sans"/>
              </a:defRPr>
            </a:lvl8pPr>
            <a:lvl9pPr>
              <a:defRPr sz="1575" b="1">
                <a:solidFill>
                  <a:srgbClr val="424751"/>
                </a:solidFill>
                <a:latin typeface="Noto Sans"/>
                <a:ea typeface="Noto Sans"/>
                <a:cs typeface="Noto Sans"/>
              </a:defRPr>
            </a:lvl9pPr>
          </a:lstStyle>
          <a:p xmlns:a="http://schemas.openxmlformats.org/drawingml/2006/main">
            <a:pPr>
              <a:defRPr sz="1575" b="1">
                <a:solidFill>
                  <a:srgbClr val="424751"/>
                </a:solidFill>
                <a:latin typeface="Noto Sans"/>
                <a:ea typeface="Noto Sans"/>
                <a:cs typeface="Noto Sans"/>
              </a:defRPr>
            </a:pPr>
            <a:r>
              <a:rPr sz="1575" b="1">
                <a:solidFill>
                  <a:srgbClr val="424751"/>
                </a:solidFill>
                <a:latin typeface="Noto Sans"/>
                <a:ea typeface="Noto Sans"/>
                <a:cs typeface="Noto Sans"/>
              </a:rPr>
              <a:t>SAU</a:t>
            </a:r>
          </a:p>
        </p:txBody>
      </p:sp>
      <p:pic>
        <p:nvPicPr>
          <p:cNvPr id="25" name="">
            <a:extLst xmlns:a="http://schemas.openxmlformats.org/drawingml/2006/main">
              <a:ext uri="{FF2B5EF4-FFF2-40B4-BE49-F238E27FC236}">
                <a16:creationId xmlns:a16="http://schemas.microsoft.com/office/drawing/2014/main" id="{AD6E2EA9-622D-409E-B645-7170A0095F80}"/>
              </a:ext>
            </a:extLst>
          </p:cNvPr>
          <p:cNvPicPr>
            <a:picLocks xmlns:a="http://schemas.openxmlformats.org/drawingml/2006/main" noChangeAspect="1"/>
          </p:cNvPicPr>
          <p:nvPr/>
        </p:nvPicPr>
        <p:blipFill>
          <a:blip xmlns:r="http://schemas.openxmlformats.org/officeDocument/2006/relationships" xmlns:a="http://schemas.openxmlformats.org/drawingml/2006/main" r:embed="Re45896490bd9437c"/>
          <a:stretch xmlns:a="http://schemas.openxmlformats.org/drawingml/2006/main"/>
        </p:blipFill>
        <p:spPr>
          <a:xfrm xmlns:a="http://schemas.openxmlformats.org/drawingml/2006/main">
            <a:off x="8037994" y="7334250"/>
            <a:ext cx="3355011" cy="1428750"/>
          </a:xfrm>
          <a:prstGeom xmlns:a="http://schemas.openxmlformats.org/drawingml/2006/main" prst="rect">
            <a:avLst/>
          </a:prstGeom>
        </p:spPr>
      </p:pic>
      <p:pic>
        <p:nvPicPr>
          <p:cNvPr id="26" name="">
            <a:extLst xmlns:a="http://schemas.openxmlformats.org/drawingml/2006/main">
              <a:ext uri="{FF2B5EF4-FFF2-40B4-BE49-F238E27FC236}">
                <a16:creationId xmlns:a16="http://schemas.microsoft.com/office/drawing/2014/main" id="{7C0621B2-E6CA-4850-BB51-AADCAA46A4DF}"/>
              </a:ext>
            </a:extLst>
          </p:cNvPr>
          <p:cNvPicPr>
            <a:picLocks xmlns:a="http://schemas.openxmlformats.org/drawingml/2006/main" noChangeAspect="1"/>
          </p:cNvPicPr>
          <p:nvPr/>
        </p:nvPicPr>
        <p:blipFill>
          <a:blip xmlns:r="http://schemas.openxmlformats.org/officeDocument/2006/relationships" xmlns:a="http://schemas.openxmlformats.org/drawingml/2006/main" r:embed="Rdb34da9d66cc403a"/>
          <a:stretch xmlns:a="http://schemas.openxmlformats.org/drawingml/2006/main"/>
        </p:blipFill>
        <p:spPr>
          <a:xfrm xmlns:a="http://schemas.openxmlformats.org/drawingml/2006/main">
            <a:off x="13287375" y="7334250"/>
            <a:ext cx="2571750" cy="1428750"/>
          </a:xfrm>
          <a:prstGeom xmlns:a="http://schemas.openxmlformats.org/drawingml/2006/main" prst="rect">
            <a:avLst/>
          </a:prstGeom>
        </p:spPr>
      </p:pic>
      <p:sp>
        <p:nvSpPr>
          <p:cNvPr id="27" name="Trước Stitch OI03 / Sau Figma">
            <a:extLst xmlns:a="http://schemas.openxmlformats.org/drawingml/2006/main">
              <a:ext uri="{FF2B5EF4-FFF2-40B4-BE49-F238E27FC236}">
                <a16:creationId xmlns:a16="http://schemas.microsoft.com/office/drawing/2014/main" id="{7AA11F84-427D-4D44-9993-0AA64ECB5529}"/>
              </a:ext>
            </a:extLst>
          </p:cNvPr>
          <p:cNvSpPr>
            <a:spLocks xmlns:a="http://schemas.openxmlformats.org/drawingml/2006/main" noGrp="1"/>
          </p:cNvSpPr>
          <p:nvPr/>
        </p:nvSpPr>
        <p:spPr>
          <a:xfrm xmlns:a="http://schemas.openxmlformats.org/drawingml/2006/main">
            <a:off x="7572375" y="8743950"/>
            <a:ext cx="933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424751"/>
                </a:solidFill>
                <a:latin typeface="Noto Sans"/>
                <a:ea typeface="Noto Sans"/>
                <a:cs typeface="Noto Sans"/>
              </a:defRPr>
            </a:defPPr>
            <a:lvl1pPr>
              <a:defRPr sz="1500" b="0">
                <a:solidFill>
                  <a:srgbClr val="424751"/>
                </a:solidFill>
                <a:latin typeface="Noto Sans"/>
                <a:ea typeface="Noto Sans"/>
                <a:cs typeface="Noto Sans"/>
              </a:defRPr>
            </a:lvl1pPr>
            <a:lvl2pPr>
              <a:defRPr sz="1500" b="0">
                <a:solidFill>
                  <a:srgbClr val="424751"/>
                </a:solidFill>
                <a:latin typeface="Noto Sans"/>
                <a:ea typeface="Noto Sans"/>
                <a:cs typeface="Noto Sans"/>
              </a:defRPr>
            </a:lvl2pPr>
            <a:lvl3pPr>
              <a:defRPr sz="1500" b="0">
                <a:solidFill>
                  <a:srgbClr val="424751"/>
                </a:solidFill>
                <a:latin typeface="Noto Sans"/>
                <a:ea typeface="Noto Sans"/>
                <a:cs typeface="Noto Sans"/>
              </a:defRPr>
            </a:lvl3pPr>
            <a:lvl4pPr>
              <a:defRPr sz="1500" b="0">
                <a:solidFill>
                  <a:srgbClr val="424751"/>
                </a:solidFill>
                <a:latin typeface="Noto Sans"/>
                <a:ea typeface="Noto Sans"/>
                <a:cs typeface="Noto Sans"/>
              </a:defRPr>
            </a:lvl4pPr>
            <a:lvl5pPr>
              <a:defRPr sz="1500" b="0">
                <a:solidFill>
                  <a:srgbClr val="424751"/>
                </a:solidFill>
                <a:latin typeface="Noto Sans"/>
                <a:ea typeface="Noto Sans"/>
                <a:cs typeface="Noto Sans"/>
              </a:defRPr>
            </a:lvl5pPr>
            <a:lvl6pPr>
              <a:defRPr sz="1500" b="0">
                <a:solidFill>
                  <a:srgbClr val="424751"/>
                </a:solidFill>
                <a:latin typeface="Noto Sans"/>
                <a:ea typeface="Noto Sans"/>
                <a:cs typeface="Noto Sans"/>
              </a:defRPr>
            </a:lvl6pPr>
            <a:lvl7pPr>
              <a:defRPr sz="1500" b="0">
                <a:solidFill>
                  <a:srgbClr val="424751"/>
                </a:solidFill>
                <a:latin typeface="Noto Sans"/>
                <a:ea typeface="Noto Sans"/>
                <a:cs typeface="Noto Sans"/>
              </a:defRPr>
            </a:lvl7pPr>
            <a:lvl8pPr>
              <a:defRPr sz="1500" b="0">
                <a:solidFill>
                  <a:srgbClr val="424751"/>
                </a:solidFill>
                <a:latin typeface="Noto Sans"/>
                <a:ea typeface="Noto Sans"/>
                <a:cs typeface="Noto Sans"/>
              </a:defRPr>
            </a:lvl8pPr>
            <a:lvl9pPr>
              <a:defRPr sz="1500" b="0">
                <a:solidFill>
                  <a:srgbClr val="424751"/>
                </a:solidFill>
                <a:latin typeface="Noto Sans"/>
                <a:ea typeface="Noto Sans"/>
                <a:cs typeface="Noto Sans"/>
              </a:defRPr>
            </a:lvl9pPr>
          </a:lstStyle>
          <a:p xmlns:a="http://schemas.openxmlformats.org/drawingml/2006/main">
            <a:pPr>
              <a:defRPr sz="1500" b="0">
                <a:solidFill>
                  <a:srgbClr val="424751"/>
                </a:solidFill>
                <a:latin typeface="Noto Sans"/>
                <a:ea typeface="Noto Sans"/>
                <a:cs typeface="Noto Sans"/>
              </a:defRPr>
            </a:pPr>
            <a:r>
              <a:rPr sz="1500" b="0">
                <a:solidFill>
                  <a:srgbClr val="424751"/>
                </a:solidFill>
                <a:latin typeface="Noto Sans"/>
                <a:ea typeface="Noto Sans"/>
                <a:cs typeface="Noto Sans"/>
              </a:rPr>
              <a:t>Trước Stitch OI03 / Sau Figma</a:t>
            </a:r>
          </a:p>
        </p:txBody>
      </p:sp>
    </p:spTree>
    <p:extLst>
      <p:ext uri="{BB962C8B-B14F-4D97-AF65-F5344CB8AC3E}">
        <p14:creationId xmlns:p14="http://schemas.microsoft.com/office/powerpoint/2010/main" val="94076888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Phản biện UX và quyết định thiết kế">
            <a:extLst xmlns:a="http://schemas.openxmlformats.org/drawingml/2006/main">
              <a:ext uri="{FF2B5EF4-FFF2-40B4-BE49-F238E27FC236}">
                <a16:creationId xmlns:a16="http://schemas.microsoft.com/office/drawing/2014/main" id="{09F052A7-17AA-46D9-9FC9-6FEEF303E3ED}"/>
              </a:ext>
            </a:extLst>
          </p:cNvPr>
          <p:cNvSpPr>
            <a:spLocks xmlns:a="http://schemas.openxmlformats.org/drawingml/2006/main" noGrp="1"/>
          </p:cNvSpPr>
          <p:nvPr/>
        </p:nvSpPr>
        <p:spPr>
          <a:xfrm xmlns:a="http://schemas.openxmlformats.org/drawingml/2006/main">
            <a:off x="952500" y="619125"/>
            <a:ext cx="16192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4350" b="1">
                <a:solidFill>
                  <a:srgbClr val="1E5AA8"/>
                </a:solidFill>
                <a:latin typeface="Noto Sans"/>
                <a:ea typeface="Noto Sans"/>
                <a:cs typeface="Noto Sans"/>
              </a:defRPr>
            </a:defPPr>
            <a:lvl1pPr>
              <a:defRPr sz="4350" b="1">
                <a:solidFill>
                  <a:srgbClr val="1E5AA8"/>
                </a:solidFill>
                <a:latin typeface="Noto Sans"/>
                <a:ea typeface="Noto Sans"/>
                <a:cs typeface="Noto Sans"/>
              </a:defRPr>
            </a:lvl1pPr>
            <a:lvl2pPr>
              <a:defRPr sz="4350" b="1">
                <a:solidFill>
                  <a:srgbClr val="1E5AA8"/>
                </a:solidFill>
                <a:latin typeface="Noto Sans"/>
                <a:ea typeface="Noto Sans"/>
                <a:cs typeface="Noto Sans"/>
              </a:defRPr>
            </a:lvl2pPr>
            <a:lvl3pPr>
              <a:defRPr sz="4350" b="1">
                <a:solidFill>
                  <a:srgbClr val="1E5AA8"/>
                </a:solidFill>
                <a:latin typeface="Noto Sans"/>
                <a:ea typeface="Noto Sans"/>
                <a:cs typeface="Noto Sans"/>
              </a:defRPr>
            </a:lvl3pPr>
            <a:lvl4pPr>
              <a:defRPr sz="4350" b="1">
                <a:solidFill>
                  <a:srgbClr val="1E5AA8"/>
                </a:solidFill>
                <a:latin typeface="Noto Sans"/>
                <a:ea typeface="Noto Sans"/>
                <a:cs typeface="Noto Sans"/>
              </a:defRPr>
            </a:lvl4pPr>
            <a:lvl5pPr>
              <a:defRPr sz="4350" b="1">
                <a:solidFill>
                  <a:srgbClr val="1E5AA8"/>
                </a:solidFill>
                <a:latin typeface="Noto Sans"/>
                <a:ea typeface="Noto Sans"/>
                <a:cs typeface="Noto Sans"/>
              </a:defRPr>
            </a:lvl5pPr>
            <a:lvl6pPr>
              <a:defRPr sz="4350" b="1">
                <a:solidFill>
                  <a:srgbClr val="1E5AA8"/>
                </a:solidFill>
                <a:latin typeface="Noto Sans"/>
                <a:ea typeface="Noto Sans"/>
                <a:cs typeface="Noto Sans"/>
              </a:defRPr>
            </a:lvl6pPr>
            <a:lvl7pPr>
              <a:defRPr sz="4350" b="1">
                <a:solidFill>
                  <a:srgbClr val="1E5AA8"/>
                </a:solidFill>
                <a:latin typeface="Noto Sans"/>
                <a:ea typeface="Noto Sans"/>
                <a:cs typeface="Noto Sans"/>
              </a:defRPr>
            </a:lvl7pPr>
            <a:lvl8pPr>
              <a:defRPr sz="4350" b="1">
                <a:solidFill>
                  <a:srgbClr val="1E5AA8"/>
                </a:solidFill>
                <a:latin typeface="Noto Sans"/>
                <a:ea typeface="Noto Sans"/>
                <a:cs typeface="Noto Sans"/>
              </a:defRPr>
            </a:lvl8pPr>
            <a:lvl9pPr>
              <a:defRPr sz="4350" b="1">
                <a:solidFill>
                  <a:srgbClr val="1E5AA8"/>
                </a:solidFill>
                <a:latin typeface="Noto Sans"/>
                <a:ea typeface="Noto Sans"/>
                <a:cs typeface="Noto Sans"/>
              </a:defRPr>
            </a:lvl9pPr>
          </a:lstStyle>
          <a:p xmlns:a="http://schemas.openxmlformats.org/drawingml/2006/main">
            <a:pPr>
              <a:defRPr sz="4350" b="1">
                <a:solidFill>
                  <a:srgbClr val="1E5AA8"/>
                </a:solidFill>
                <a:latin typeface="Noto Sans"/>
                <a:ea typeface="Noto Sans"/>
                <a:cs typeface="Noto Sans"/>
              </a:defRPr>
            </a:pPr>
            <a:r>
              <a:rPr sz="4350" b="1">
                <a:solidFill>
                  <a:srgbClr val="1E5AA8"/>
                </a:solidFill>
                <a:latin typeface="Noto Sans"/>
                <a:ea typeface="Noto Sans"/>
                <a:cs typeface="Noto Sans"/>
              </a:rPr>
              <a:t>Phản biện UX và quyết định thiết kế</a:t>
            </a:r>
          </a:p>
        </p:txBody>
      </p:sp>
      <p:sp>
        <p:nvSpPr>
          <p:cNvPr id="2" name="Năm phát hiện gắn với màn cụ thể; quyết định cuối phản ánh t">
            <a:extLst xmlns:a="http://schemas.openxmlformats.org/drawingml/2006/main">
              <a:ext uri="{FF2B5EF4-FFF2-40B4-BE49-F238E27FC236}">
                <a16:creationId xmlns:a16="http://schemas.microsoft.com/office/drawing/2014/main" id="{FB9DAF09-C9D0-4E94-80D1-0E0BFA716A14}"/>
              </a:ext>
            </a:extLst>
          </p:cNvPr>
          <p:cNvSpPr>
            <a:spLocks xmlns:a="http://schemas.openxmlformats.org/drawingml/2006/main" noGrp="1"/>
          </p:cNvSpPr>
          <p:nvPr/>
        </p:nvSpPr>
        <p:spPr>
          <a:xfrm xmlns:a="http://schemas.openxmlformats.org/drawingml/2006/main">
            <a:off x="990600" y="1600200"/>
            <a:ext cx="1600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0">
                <a:solidFill>
                  <a:srgbClr val="424751"/>
                </a:solidFill>
                <a:latin typeface="Noto Sans"/>
                <a:ea typeface="Noto Sans"/>
                <a:cs typeface="Noto Sans"/>
              </a:defRPr>
            </a:defPPr>
            <a:lvl1pPr>
              <a:defRPr sz="2250" b="0">
                <a:solidFill>
                  <a:srgbClr val="424751"/>
                </a:solidFill>
                <a:latin typeface="Noto Sans"/>
                <a:ea typeface="Noto Sans"/>
                <a:cs typeface="Noto Sans"/>
              </a:defRPr>
            </a:lvl1pPr>
            <a:lvl2pPr>
              <a:defRPr sz="2250" b="0">
                <a:solidFill>
                  <a:srgbClr val="424751"/>
                </a:solidFill>
                <a:latin typeface="Noto Sans"/>
                <a:ea typeface="Noto Sans"/>
                <a:cs typeface="Noto Sans"/>
              </a:defRPr>
            </a:lvl2pPr>
            <a:lvl3pPr>
              <a:defRPr sz="2250" b="0">
                <a:solidFill>
                  <a:srgbClr val="424751"/>
                </a:solidFill>
                <a:latin typeface="Noto Sans"/>
                <a:ea typeface="Noto Sans"/>
                <a:cs typeface="Noto Sans"/>
              </a:defRPr>
            </a:lvl3pPr>
            <a:lvl4pPr>
              <a:defRPr sz="2250" b="0">
                <a:solidFill>
                  <a:srgbClr val="424751"/>
                </a:solidFill>
                <a:latin typeface="Noto Sans"/>
                <a:ea typeface="Noto Sans"/>
                <a:cs typeface="Noto Sans"/>
              </a:defRPr>
            </a:lvl4pPr>
            <a:lvl5pPr>
              <a:defRPr sz="2250" b="0">
                <a:solidFill>
                  <a:srgbClr val="424751"/>
                </a:solidFill>
                <a:latin typeface="Noto Sans"/>
                <a:ea typeface="Noto Sans"/>
                <a:cs typeface="Noto Sans"/>
              </a:defRPr>
            </a:lvl5pPr>
            <a:lvl6pPr>
              <a:defRPr sz="2250" b="0">
                <a:solidFill>
                  <a:srgbClr val="424751"/>
                </a:solidFill>
                <a:latin typeface="Noto Sans"/>
                <a:ea typeface="Noto Sans"/>
                <a:cs typeface="Noto Sans"/>
              </a:defRPr>
            </a:lvl6pPr>
            <a:lvl7pPr>
              <a:defRPr sz="2250" b="0">
                <a:solidFill>
                  <a:srgbClr val="424751"/>
                </a:solidFill>
                <a:latin typeface="Noto Sans"/>
                <a:ea typeface="Noto Sans"/>
                <a:cs typeface="Noto Sans"/>
              </a:defRPr>
            </a:lvl7pPr>
            <a:lvl8pPr>
              <a:defRPr sz="2250" b="0">
                <a:solidFill>
                  <a:srgbClr val="424751"/>
                </a:solidFill>
                <a:latin typeface="Noto Sans"/>
                <a:ea typeface="Noto Sans"/>
                <a:cs typeface="Noto Sans"/>
              </a:defRPr>
            </a:lvl8pPr>
            <a:lvl9pPr>
              <a:defRPr sz="2250" b="0">
                <a:solidFill>
                  <a:srgbClr val="424751"/>
                </a:solidFill>
                <a:latin typeface="Noto Sans"/>
                <a:ea typeface="Noto Sans"/>
                <a:cs typeface="Noto Sans"/>
              </a:defRPr>
            </a:lvl9pPr>
          </a:lstStyle>
          <a:p xmlns:a="http://schemas.openxmlformats.org/drawingml/2006/main">
            <a:pPr>
              <a:defRPr sz="2250" b="0">
                <a:solidFill>
                  <a:srgbClr val="424751"/>
                </a:solidFill>
                <a:latin typeface="Noto Sans"/>
                <a:ea typeface="Noto Sans"/>
                <a:cs typeface="Noto Sans"/>
              </a:defRPr>
            </a:pPr>
            <a:r>
              <a:rPr sz="2250" b="0">
                <a:solidFill>
                  <a:srgbClr val="424751"/>
                </a:solidFill>
                <a:latin typeface="Noto Sans"/>
                <a:ea typeface="Noto Sans"/>
                <a:cs typeface="Noto Sans"/>
              </a:rPr>
              <a:t>Năm phát hiện gắn với màn cụ thể; quyết định cuối phản ánh trong Figma.</a:t>
            </a:r>
          </a:p>
        </p:txBody>
      </p:sp>
      <p:sp>
        <p:nvSpPr>
          <p:cNvPr id="3" name="07 / 12">
            <a:extLst xmlns:a="http://schemas.openxmlformats.org/drawingml/2006/main">
              <a:ext uri="{FF2B5EF4-FFF2-40B4-BE49-F238E27FC236}">
                <a16:creationId xmlns:a16="http://schemas.microsoft.com/office/drawing/2014/main" id="{0C318C51-F2F9-42B1-AE43-BA9B06EA8769}"/>
              </a:ext>
            </a:extLst>
          </p:cNvPr>
          <p:cNvSpPr>
            <a:spLocks xmlns:a="http://schemas.openxmlformats.org/drawingml/2006/main" noGrp="1"/>
          </p:cNvSpPr>
          <p:nvPr/>
        </p:nvSpPr>
        <p:spPr>
          <a:xfrm xmlns:a="http://schemas.openxmlformats.org/drawingml/2006/main">
            <a:off x="16097250" y="72390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0">
                <a:solidFill>
                  <a:srgbClr val="424751"/>
                </a:solidFill>
                <a:latin typeface="Noto Sans"/>
                <a:ea typeface="Noto Sans"/>
                <a:cs typeface="Noto Sans"/>
              </a:defRPr>
            </a:defPPr>
            <a:lvl1pPr>
              <a:defRPr sz="1800" b="0">
                <a:solidFill>
                  <a:srgbClr val="424751"/>
                </a:solidFill>
                <a:latin typeface="Noto Sans"/>
                <a:ea typeface="Noto Sans"/>
                <a:cs typeface="Noto Sans"/>
              </a:defRPr>
            </a:lvl1pPr>
            <a:lvl2pPr>
              <a:defRPr sz="1800" b="0">
                <a:solidFill>
                  <a:srgbClr val="424751"/>
                </a:solidFill>
                <a:latin typeface="Noto Sans"/>
                <a:ea typeface="Noto Sans"/>
                <a:cs typeface="Noto Sans"/>
              </a:defRPr>
            </a:lvl2pPr>
            <a:lvl3pPr>
              <a:defRPr sz="1800" b="0">
                <a:solidFill>
                  <a:srgbClr val="424751"/>
                </a:solidFill>
                <a:latin typeface="Noto Sans"/>
                <a:ea typeface="Noto Sans"/>
                <a:cs typeface="Noto Sans"/>
              </a:defRPr>
            </a:lvl3pPr>
            <a:lvl4pPr>
              <a:defRPr sz="1800" b="0">
                <a:solidFill>
                  <a:srgbClr val="424751"/>
                </a:solidFill>
                <a:latin typeface="Noto Sans"/>
                <a:ea typeface="Noto Sans"/>
                <a:cs typeface="Noto Sans"/>
              </a:defRPr>
            </a:lvl4pPr>
            <a:lvl5pPr>
              <a:defRPr sz="1800" b="0">
                <a:solidFill>
                  <a:srgbClr val="424751"/>
                </a:solidFill>
                <a:latin typeface="Noto Sans"/>
                <a:ea typeface="Noto Sans"/>
                <a:cs typeface="Noto Sans"/>
              </a:defRPr>
            </a:lvl5pPr>
            <a:lvl6pPr>
              <a:defRPr sz="1800" b="0">
                <a:solidFill>
                  <a:srgbClr val="424751"/>
                </a:solidFill>
                <a:latin typeface="Noto Sans"/>
                <a:ea typeface="Noto Sans"/>
                <a:cs typeface="Noto Sans"/>
              </a:defRPr>
            </a:lvl6pPr>
            <a:lvl7pPr>
              <a:defRPr sz="1800" b="0">
                <a:solidFill>
                  <a:srgbClr val="424751"/>
                </a:solidFill>
                <a:latin typeface="Noto Sans"/>
                <a:ea typeface="Noto Sans"/>
                <a:cs typeface="Noto Sans"/>
              </a:defRPr>
            </a:lvl7pPr>
            <a:lvl8pPr>
              <a:defRPr sz="1800" b="0">
                <a:solidFill>
                  <a:srgbClr val="424751"/>
                </a:solidFill>
                <a:latin typeface="Noto Sans"/>
                <a:ea typeface="Noto Sans"/>
                <a:cs typeface="Noto Sans"/>
              </a:defRPr>
            </a:lvl8pPr>
            <a:lvl9pPr>
              <a:defRPr sz="1800" b="0">
                <a:solidFill>
                  <a:srgbClr val="424751"/>
                </a:solidFill>
                <a:latin typeface="Noto Sans"/>
                <a:ea typeface="Noto Sans"/>
                <a:cs typeface="Noto Sans"/>
              </a:defRPr>
            </a:lvl9pPr>
          </a:lstStyle>
          <a:p xmlns:a="http://schemas.openxmlformats.org/drawingml/2006/main">
            <a:pPr>
              <a:defRPr sz="1800" b="0">
                <a:solidFill>
                  <a:srgbClr val="424751"/>
                </a:solidFill>
                <a:latin typeface="Noto Sans"/>
                <a:ea typeface="Noto Sans"/>
                <a:cs typeface="Noto Sans"/>
              </a:defRPr>
            </a:pPr>
            <a:r>
              <a:rPr sz="1800" b="0">
                <a:solidFill>
                  <a:srgbClr val="424751"/>
                </a:solidFill>
                <a:latin typeface="Noto Sans"/>
                <a:ea typeface="Noto Sans"/>
                <a:cs typeface="Noto Sans"/>
              </a:rPr>
              <a:t>07 / 12</a:t>
            </a:r>
          </a:p>
        </p:txBody>
      </p:sp>
      <p:sp>
        <p:nvSpPr>
          <p:cNvPr id="4" name="Nguồn">
            <a:extLst xmlns:a="http://schemas.openxmlformats.org/drawingml/2006/main">
              <a:ext uri="{FF2B5EF4-FFF2-40B4-BE49-F238E27FC236}">
                <a16:creationId xmlns:a16="http://schemas.microsoft.com/office/drawing/2014/main" id="{7369D591-852C-43E6-B6CE-36ADFB7FB6C8}"/>
              </a:ext>
            </a:extLst>
          </p:cNvPr>
          <p:cNvSpPr>
            <a:spLocks xmlns:a="http://schemas.openxmlformats.org/drawingml/2006/main" noGrp="1"/>
          </p:cNvSpPr>
          <p:nvPr/>
        </p:nvSpPr>
        <p:spPr>
          <a:xfrm xmlns:a="http://schemas.openxmlformats.org/drawingml/2006/main">
            <a:off x="990600" y="9467850"/>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424751"/>
                </a:solidFill>
                <a:latin typeface="Noto Sans"/>
                <a:ea typeface="Noto Sans"/>
                <a:cs typeface="Noto Sans"/>
              </a:defRPr>
            </a:defPPr>
            <a:lvl1pPr>
              <a:defRPr sz="1650" b="0">
                <a:solidFill>
                  <a:srgbClr val="424751"/>
                </a:solidFill>
                <a:latin typeface="Noto Sans"/>
                <a:ea typeface="Noto Sans"/>
                <a:cs typeface="Noto Sans"/>
              </a:defRPr>
            </a:lvl1pPr>
            <a:lvl2pPr>
              <a:defRPr sz="1650" b="0">
                <a:solidFill>
                  <a:srgbClr val="424751"/>
                </a:solidFill>
                <a:latin typeface="Noto Sans"/>
                <a:ea typeface="Noto Sans"/>
                <a:cs typeface="Noto Sans"/>
              </a:defRPr>
            </a:lvl2pPr>
            <a:lvl3pPr>
              <a:defRPr sz="1650" b="0">
                <a:solidFill>
                  <a:srgbClr val="424751"/>
                </a:solidFill>
                <a:latin typeface="Noto Sans"/>
                <a:ea typeface="Noto Sans"/>
                <a:cs typeface="Noto Sans"/>
              </a:defRPr>
            </a:lvl3pPr>
            <a:lvl4pPr>
              <a:defRPr sz="1650" b="0">
                <a:solidFill>
                  <a:srgbClr val="424751"/>
                </a:solidFill>
                <a:latin typeface="Noto Sans"/>
                <a:ea typeface="Noto Sans"/>
                <a:cs typeface="Noto Sans"/>
              </a:defRPr>
            </a:lvl4pPr>
            <a:lvl5pPr>
              <a:defRPr sz="1650" b="0">
                <a:solidFill>
                  <a:srgbClr val="424751"/>
                </a:solidFill>
                <a:latin typeface="Noto Sans"/>
                <a:ea typeface="Noto Sans"/>
                <a:cs typeface="Noto Sans"/>
              </a:defRPr>
            </a:lvl5pPr>
            <a:lvl6pPr>
              <a:defRPr sz="1650" b="0">
                <a:solidFill>
                  <a:srgbClr val="424751"/>
                </a:solidFill>
                <a:latin typeface="Noto Sans"/>
                <a:ea typeface="Noto Sans"/>
                <a:cs typeface="Noto Sans"/>
              </a:defRPr>
            </a:lvl6pPr>
            <a:lvl7pPr>
              <a:defRPr sz="1650" b="0">
                <a:solidFill>
                  <a:srgbClr val="424751"/>
                </a:solidFill>
                <a:latin typeface="Noto Sans"/>
                <a:ea typeface="Noto Sans"/>
                <a:cs typeface="Noto Sans"/>
              </a:defRPr>
            </a:lvl7pPr>
            <a:lvl8pPr>
              <a:defRPr sz="1650" b="0">
                <a:solidFill>
                  <a:srgbClr val="424751"/>
                </a:solidFill>
                <a:latin typeface="Noto Sans"/>
                <a:ea typeface="Noto Sans"/>
                <a:cs typeface="Noto Sans"/>
              </a:defRPr>
            </a:lvl8pPr>
            <a:lvl9pPr>
              <a:defRPr sz="1650" b="0">
                <a:solidFill>
                  <a:srgbClr val="424751"/>
                </a:solidFill>
                <a:latin typeface="Noto Sans"/>
                <a:ea typeface="Noto Sans"/>
                <a:cs typeface="Noto Sans"/>
              </a:defRPr>
            </a:lvl9pPr>
          </a:lstStyle>
          <a:p xmlns:a="http://schemas.openxmlformats.org/drawingml/2006/main">
            <a:pPr>
              <a:defRPr sz="1650" b="0">
                <a:solidFill>
                  <a:srgbClr val="424751"/>
                </a:solidFill>
                <a:latin typeface="Noto Sans"/>
                <a:ea typeface="Noto Sans"/>
                <a:cs typeface="Noto Sans"/>
              </a:defRPr>
            </a:pPr>
            <a:r>
              <a:rPr sz="1650" b="0">
                <a:solidFill>
                  <a:srgbClr val="424751"/>
                </a:solidFill>
                <a:latin typeface="Noto Sans"/>
                <a:ea typeface="Noto Sans"/>
                <a:cs typeface="Noto Sans"/>
              </a:rPr>
              <a:t>Nguồn</a:t>
            </a:r>
          </a:p>
        </p:txBody>
      </p:sp>
      <p:sp>
        <p:nvSpPr>
          <p:cNvPr id="5" name="Quyết định và lý do">
            <a:extLst xmlns:a="http://schemas.openxmlformats.org/drawingml/2006/main">
              <a:ext uri="{FF2B5EF4-FFF2-40B4-BE49-F238E27FC236}">
                <a16:creationId xmlns:a16="http://schemas.microsoft.com/office/drawing/2014/main" id="{ED859C83-6F14-464B-98E3-D1F37F3A6756}"/>
              </a:ext>
            </a:extLst>
          </p:cNvPr>
          <p:cNvSpPr>
            <a:spLocks xmlns:a="http://schemas.openxmlformats.org/drawingml/2006/main" noGrp="1"/>
          </p:cNvSpPr>
          <p:nvPr/>
        </p:nvSpPr>
        <p:spPr>
          <a:xfrm xmlns:a="http://schemas.openxmlformats.org/drawingml/2006/main">
            <a:off x="2047875" y="9467850"/>
            <a:ext cx="5000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1E5AA8"/>
                </a:solidFill>
                <a:latin typeface="Noto Sans"/>
                <a:ea typeface="Noto Sans"/>
                <a:cs typeface="Noto Sans"/>
              </a:defRPr>
            </a:defPPr>
            <a:lvl1pPr>
              <a:defRPr sz="1650" b="0">
                <a:solidFill>
                  <a:srgbClr val="1E5AA8"/>
                </a:solidFill>
                <a:latin typeface="Noto Sans"/>
                <a:ea typeface="Noto Sans"/>
                <a:cs typeface="Noto Sans"/>
              </a:defRPr>
            </a:lvl1pPr>
            <a:lvl2pPr>
              <a:defRPr sz="1650" b="0">
                <a:solidFill>
                  <a:srgbClr val="1E5AA8"/>
                </a:solidFill>
                <a:latin typeface="Noto Sans"/>
                <a:ea typeface="Noto Sans"/>
                <a:cs typeface="Noto Sans"/>
              </a:defRPr>
            </a:lvl2pPr>
            <a:lvl3pPr>
              <a:defRPr sz="1650" b="0">
                <a:solidFill>
                  <a:srgbClr val="1E5AA8"/>
                </a:solidFill>
                <a:latin typeface="Noto Sans"/>
                <a:ea typeface="Noto Sans"/>
                <a:cs typeface="Noto Sans"/>
              </a:defRPr>
            </a:lvl3pPr>
            <a:lvl4pPr>
              <a:defRPr sz="1650" b="0">
                <a:solidFill>
                  <a:srgbClr val="1E5AA8"/>
                </a:solidFill>
                <a:latin typeface="Noto Sans"/>
                <a:ea typeface="Noto Sans"/>
                <a:cs typeface="Noto Sans"/>
              </a:defRPr>
            </a:lvl4pPr>
            <a:lvl5pPr>
              <a:defRPr sz="1650" b="0">
                <a:solidFill>
                  <a:srgbClr val="1E5AA8"/>
                </a:solidFill>
                <a:latin typeface="Noto Sans"/>
                <a:ea typeface="Noto Sans"/>
                <a:cs typeface="Noto Sans"/>
              </a:defRPr>
            </a:lvl5pPr>
            <a:lvl6pPr>
              <a:defRPr sz="1650" b="0">
                <a:solidFill>
                  <a:srgbClr val="1E5AA8"/>
                </a:solidFill>
                <a:latin typeface="Noto Sans"/>
                <a:ea typeface="Noto Sans"/>
                <a:cs typeface="Noto Sans"/>
              </a:defRPr>
            </a:lvl6pPr>
            <a:lvl7pPr>
              <a:defRPr sz="1650" b="0">
                <a:solidFill>
                  <a:srgbClr val="1E5AA8"/>
                </a:solidFill>
                <a:latin typeface="Noto Sans"/>
                <a:ea typeface="Noto Sans"/>
                <a:cs typeface="Noto Sans"/>
              </a:defRPr>
            </a:lvl7pPr>
            <a:lvl8pPr>
              <a:defRPr sz="1650" b="0">
                <a:solidFill>
                  <a:srgbClr val="1E5AA8"/>
                </a:solidFill>
                <a:latin typeface="Noto Sans"/>
                <a:ea typeface="Noto Sans"/>
                <a:cs typeface="Noto Sans"/>
              </a:defRPr>
            </a:lvl8pPr>
            <a:lvl9pPr>
              <a:defRPr sz="1650" b="0">
                <a:solidFill>
                  <a:srgbClr val="1E5AA8"/>
                </a:solidFill>
                <a:latin typeface="Noto Sans"/>
                <a:ea typeface="Noto Sans"/>
                <a:cs typeface="Noto Sans"/>
              </a:defRPr>
            </a:lvl9pPr>
          </a:lstStyle>
          <a:p xmlns:a="http://schemas.openxmlformats.org/drawingml/2006/main">
            <a:pPr>
              <a:defRPr sz="1650" b="0">
                <a:solidFill>
                  <a:srgbClr val="1E5AA8"/>
                </a:solidFill>
                <a:latin typeface="Noto Sans"/>
                <a:ea typeface="Noto Sans"/>
                <a:cs typeface="Noto Sans"/>
              </a:defRPr>
            </a:pPr>
            <a:r>
              <a:rPr sz="1650" b="0">
                <a:solidFill>
                  <a:srgbClr val="1E5AA8"/>
                </a:solidFill>
                <a:latin typeface="Noto Sans"/>
                <a:ea typeface="Noto Sans"/>
                <a:cs typeface="Noto Sans"/>
                <a:hlinkClick xmlns:r="http://schemas.openxmlformats.org/officeDocument/2006/relationships" r:id="R561e356056d84508"/>
              </a:rPr>
              <a:t>Quyết định và lý do</a:t>
            </a:r>
          </a:p>
        </p:txBody>
      </p:sp>
      <p:sp>
        <p:nvSpPr>
          <p:cNvPr id="6" name="Review trạng thái OI03">
            <a:extLst xmlns:a="http://schemas.openxmlformats.org/drawingml/2006/main">
              <a:ext uri="{FF2B5EF4-FFF2-40B4-BE49-F238E27FC236}">
                <a16:creationId xmlns:a16="http://schemas.microsoft.com/office/drawing/2014/main" id="{7C27936B-BADD-43AD-8F34-269FC55DB5BF}"/>
              </a:ext>
            </a:extLst>
          </p:cNvPr>
          <p:cNvSpPr>
            <a:spLocks xmlns:a="http://schemas.openxmlformats.org/drawingml/2006/main" noGrp="1"/>
          </p:cNvSpPr>
          <p:nvPr/>
        </p:nvSpPr>
        <p:spPr>
          <a:xfrm xmlns:a="http://schemas.openxmlformats.org/drawingml/2006/main">
            <a:off x="7191375" y="9467850"/>
            <a:ext cx="5000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1E5AA8"/>
                </a:solidFill>
                <a:latin typeface="Noto Sans"/>
                <a:ea typeface="Noto Sans"/>
                <a:cs typeface="Noto Sans"/>
              </a:defRPr>
            </a:defPPr>
            <a:lvl1pPr>
              <a:defRPr sz="1650" b="0">
                <a:solidFill>
                  <a:srgbClr val="1E5AA8"/>
                </a:solidFill>
                <a:latin typeface="Noto Sans"/>
                <a:ea typeface="Noto Sans"/>
                <a:cs typeface="Noto Sans"/>
              </a:defRPr>
            </a:lvl1pPr>
            <a:lvl2pPr>
              <a:defRPr sz="1650" b="0">
                <a:solidFill>
                  <a:srgbClr val="1E5AA8"/>
                </a:solidFill>
                <a:latin typeface="Noto Sans"/>
                <a:ea typeface="Noto Sans"/>
                <a:cs typeface="Noto Sans"/>
              </a:defRPr>
            </a:lvl2pPr>
            <a:lvl3pPr>
              <a:defRPr sz="1650" b="0">
                <a:solidFill>
                  <a:srgbClr val="1E5AA8"/>
                </a:solidFill>
                <a:latin typeface="Noto Sans"/>
                <a:ea typeface="Noto Sans"/>
                <a:cs typeface="Noto Sans"/>
              </a:defRPr>
            </a:lvl3pPr>
            <a:lvl4pPr>
              <a:defRPr sz="1650" b="0">
                <a:solidFill>
                  <a:srgbClr val="1E5AA8"/>
                </a:solidFill>
                <a:latin typeface="Noto Sans"/>
                <a:ea typeface="Noto Sans"/>
                <a:cs typeface="Noto Sans"/>
              </a:defRPr>
            </a:lvl4pPr>
            <a:lvl5pPr>
              <a:defRPr sz="1650" b="0">
                <a:solidFill>
                  <a:srgbClr val="1E5AA8"/>
                </a:solidFill>
                <a:latin typeface="Noto Sans"/>
                <a:ea typeface="Noto Sans"/>
                <a:cs typeface="Noto Sans"/>
              </a:defRPr>
            </a:lvl5pPr>
            <a:lvl6pPr>
              <a:defRPr sz="1650" b="0">
                <a:solidFill>
                  <a:srgbClr val="1E5AA8"/>
                </a:solidFill>
                <a:latin typeface="Noto Sans"/>
                <a:ea typeface="Noto Sans"/>
                <a:cs typeface="Noto Sans"/>
              </a:defRPr>
            </a:lvl6pPr>
            <a:lvl7pPr>
              <a:defRPr sz="1650" b="0">
                <a:solidFill>
                  <a:srgbClr val="1E5AA8"/>
                </a:solidFill>
                <a:latin typeface="Noto Sans"/>
                <a:ea typeface="Noto Sans"/>
                <a:cs typeface="Noto Sans"/>
              </a:defRPr>
            </a:lvl7pPr>
            <a:lvl8pPr>
              <a:defRPr sz="1650" b="0">
                <a:solidFill>
                  <a:srgbClr val="1E5AA8"/>
                </a:solidFill>
                <a:latin typeface="Noto Sans"/>
                <a:ea typeface="Noto Sans"/>
                <a:cs typeface="Noto Sans"/>
              </a:defRPr>
            </a:lvl8pPr>
            <a:lvl9pPr>
              <a:defRPr sz="1650" b="0">
                <a:solidFill>
                  <a:srgbClr val="1E5AA8"/>
                </a:solidFill>
                <a:latin typeface="Noto Sans"/>
                <a:ea typeface="Noto Sans"/>
                <a:cs typeface="Noto Sans"/>
              </a:defRPr>
            </a:lvl9pPr>
          </a:lstStyle>
          <a:p xmlns:a="http://schemas.openxmlformats.org/drawingml/2006/main">
            <a:pPr>
              <a:defRPr sz="1650" b="0">
                <a:solidFill>
                  <a:srgbClr val="1E5AA8"/>
                </a:solidFill>
                <a:latin typeface="Noto Sans"/>
                <a:ea typeface="Noto Sans"/>
                <a:cs typeface="Noto Sans"/>
              </a:defRPr>
            </a:pPr>
            <a:r>
              <a:rPr sz="1650" b="0">
                <a:solidFill>
                  <a:srgbClr val="1E5AA8"/>
                </a:solidFill>
                <a:latin typeface="Noto Sans"/>
                <a:ea typeface="Noto Sans"/>
                <a:cs typeface="Noto Sans"/>
                <a:hlinkClick xmlns:r="http://schemas.openxmlformats.org/officeDocument/2006/relationships" r:id="R85131df2203d44f9"/>
              </a:rPr>
              <a:t>Review trạng thái OI03</a:t>
            </a:r>
          </a:p>
        </p:txBody>
      </p:sp>
      <p:sp>
        <p:nvSpPr>
          <p:cNvPr id="7" name="Figma UI hiện hành">
            <a:extLst xmlns:a="http://schemas.openxmlformats.org/drawingml/2006/main">
              <a:ext uri="{FF2B5EF4-FFF2-40B4-BE49-F238E27FC236}">
                <a16:creationId xmlns:a16="http://schemas.microsoft.com/office/drawing/2014/main" id="{EDA2E4E5-DC09-4B54-A4AD-B9368083810F}"/>
              </a:ext>
            </a:extLst>
          </p:cNvPr>
          <p:cNvSpPr>
            <a:spLocks xmlns:a="http://schemas.openxmlformats.org/drawingml/2006/main" noGrp="1"/>
          </p:cNvSpPr>
          <p:nvPr/>
        </p:nvSpPr>
        <p:spPr>
          <a:xfrm xmlns:a="http://schemas.openxmlformats.org/drawingml/2006/main">
            <a:off x="12334875" y="9467850"/>
            <a:ext cx="5000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1E5AA8"/>
                </a:solidFill>
                <a:latin typeface="Noto Sans"/>
                <a:ea typeface="Noto Sans"/>
                <a:cs typeface="Noto Sans"/>
              </a:defRPr>
            </a:defPPr>
            <a:lvl1pPr>
              <a:defRPr sz="1650" b="0">
                <a:solidFill>
                  <a:srgbClr val="1E5AA8"/>
                </a:solidFill>
                <a:latin typeface="Noto Sans"/>
                <a:ea typeface="Noto Sans"/>
                <a:cs typeface="Noto Sans"/>
              </a:defRPr>
            </a:lvl1pPr>
            <a:lvl2pPr>
              <a:defRPr sz="1650" b="0">
                <a:solidFill>
                  <a:srgbClr val="1E5AA8"/>
                </a:solidFill>
                <a:latin typeface="Noto Sans"/>
                <a:ea typeface="Noto Sans"/>
                <a:cs typeface="Noto Sans"/>
              </a:defRPr>
            </a:lvl2pPr>
            <a:lvl3pPr>
              <a:defRPr sz="1650" b="0">
                <a:solidFill>
                  <a:srgbClr val="1E5AA8"/>
                </a:solidFill>
                <a:latin typeface="Noto Sans"/>
                <a:ea typeface="Noto Sans"/>
                <a:cs typeface="Noto Sans"/>
              </a:defRPr>
            </a:lvl3pPr>
            <a:lvl4pPr>
              <a:defRPr sz="1650" b="0">
                <a:solidFill>
                  <a:srgbClr val="1E5AA8"/>
                </a:solidFill>
                <a:latin typeface="Noto Sans"/>
                <a:ea typeface="Noto Sans"/>
                <a:cs typeface="Noto Sans"/>
              </a:defRPr>
            </a:lvl4pPr>
            <a:lvl5pPr>
              <a:defRPr sz="1650" b="0">
                <a:solidFill>
                  <a:srgbClr val="1E5AA8"/>
                </a:solidFill>
                <a:latin typeface="Noto Sans"/>
                <a:ea typeface="Noto Sans"/>
                <a:cs typeface="Noto Sans"/>
              </a:defRPr>
            </a:lvl5pPr>
            <a:lvl6pPr>
              <a:defRPr sz="1650" b="0">
                <a:solidFill>
                  <a:srgbClr val="1E5AA8"/>
                </a:solidFill>
                <a:latin typeface="Noto Sans"/>
                <a:ea typeface="Noto Sans"/>
                <a:cs typeface="Noto Sans"/>
              </a:defRPr>
            </a:lvl6pPr>
            <a:lvl7pPr>
              <a:defRPr sz="1650" b="0">
                <a:solidFill>
                  <a:srgbClr val="1E5AA8"/>
                </a:solidFill>
                <a:latin typeface="Noto Sans"/>
                <a:ea typeface="Noto Sans"/>
                <a:cs typeface="Noto Sans"/>
              </a:defRPr>
            </a:lvl7pPr>
            <a:lvl8pPr>
              <a:defRPr sz="1650" b="0">
                <a:solidFill>
                  <a:srgbClr val="1E5AA8"/>
                </a:solidFill>
                <a:latin typeface="Noto Sans"/>
                <a:ea typeface="Noto Sans"/>
                <a:cs typeface="Noto Sans"/>
              </a:defRPr>
            </a:lvl8pPr>
            <a:lvl9pPr>
              <a:defRPr sz="1650" b="0">
                <a:solidFill>
                  <a:srgbClr val="1E5AA8"/>
                </a:solidFill>
                <a:latin typeface="Noto Sans"/>
                <a:ea typeface="Noto Sans"/>
                <a:cs typeface="Noto Sans"/>
              </a:defRPr>
            </a:lvl9pPr>
          </a:lstStyle>
          <a:p xmlns:a="http://schemas.openxmlformats.org/drawingml/2006/main">
            <a:pPr>
              <a:defRPr sz="1650" b="0">
                <a:solidFill>
                  <a:srgbClr val="1E5AA8"/>
                </a:solidFill>
                <a:latin typeface="Noto Sans"/>
                <a:ea typeface="Noto Sans"/>
                <a:cs typeface="Noto Sans"/>
              </a:defRPr>
            </a:pPr>
            <a:r>
              <a:rPr sz="1650" b="0">
                <a:solidFill>
                  <a:srgbClr val="1E5AA8"/>
                </a:solidFill>
                <a:latin typeface="Noto Sans"/>
                <a:ea typeface="Noto Sans"/>
                <a:cs typeface="Noto Sans"/>
                <a:hlinkClick xmlns:r="http://schemas.openxmlformats.org/officeDocument/2006/relationships" r:id="R6acbec2e74874ee9"/>
              </a:rPr>
              <a:t>Figma UI hiện hành</a:t>
            </a:r>
          </a:p>
        </p:txBody>
      </p:sp>
      <p:graphicFrame>
        <p:nvGraphicFramePr>
          <p:cNvPr id="8" name="">
            <a:extLst xmlns:a="http://schemas.openxmlformats.org/drawingml/2006/main">
              <a:ext uri="{FF2B5EF4-FFF2-40B4-BE49-F238E27FC236}">
                <a16:creationId xmlns:a16="http://schemas.microsoft.com/office/drawing/2014/main" id="{610AED85-6921-4965-842B-D2375CFDD0D4}"/>
              </a:ext>
            </a:extLst>
          </p:cNvPr>
          <p:cNvGraphicFramePr/>
          <p:nvPr/>
        </p:nvGraphicFramePr>
        <p:xfrm>
          <a:off xmlns:a="http://schemas.openxmlformats.org/drawingml/2006/main" x="1066800" y="2857500"/>
          <a:ext xmlns:a="http://schemas.openxmlformats.org/drawingml/2006/main" cx="16097250" cy="5619750"/>
        </p:xfrm>
        <a:graphic xmlns:a="http://schemas.openxmlformats.org/drawingml/2006/main">
          <a:graphicData uri="http://schemas.openxmlformats.org/drawingml/2006/table">
            <a:tbl>
              <a:tblPr/>
              <a:tblGrid>
                <a:gridCol w="3238500"/>
                <a:gridCol w="2714625"/>
                <a:gridCol w="4810125"/>
                <a:gridCol w="5334000"/>
              </a:tblGrid>
              <a:tr h="936625">
                <a:tc>
                  <a:txBody>
                    <a:bodyPr lIns="114300" tIns="114300" rIns="114300" bIns="114300"/>
                    <a:lstStyle/>
                    <a:p>
                      <a:r>
                        <a:rPr sz="2100" b="1">
                          <a:solidFill>
                            <a:srgbClr val="FFFFFF"/>
                          </a:solidFill>
                          <a:latin typeface="Noto Sans"/>
                          <a:ea typeface="Noto Sans"/>
                          <a:cs typeface="Noto Sans"/>
                        </a:rPr>
                        <a:t>Phát hiện</a:t>
                      </a:r>
                    </a:p>
                  </a:txBody>
                  <a:tcPr marL="91440" marR="91440" marT="45720" marB="45720">
                    <a:lnL w="9525">
                      <a:solidFill>
                        <a:srgbClr val="D7DEEA"/>
                      </a:solidFill>
                      <a:prstDash val="solid"/>
                    </a:lnL>
                    <a:lnR w="9525">
                      <a:solidFill>
                        <a:srgbClr val="D7DEEA"/>
                      </a:solidFill>
                      <a:prstDash val="solid"/>
                    </a:lnR>
                    <a:lnT w="9525">
                      <a:solidFill>
                        <a:srgbClr val="D7DEEA"/>
                      </a:solidFill>
                      <a:prstDash val="solid"/>
                    </a:lnT>
                    <a:lnB w="9525">
                      <a:solidFill>
                        <a:srgbClr val="D7DEEA"/>
                      </a:solidFill>
                      <a:prstDash val="solid"/>
                    </a:lnB>
                    <a:solidFill>
                      <a:srgbClr val="1E5AA8"/>
                    </a:solidFill>
                  </a:tcPr>
                </a:tc>
                <a:tc>
                  <a:txBody>
                    <a:bodyPr lIns="114300" tIns="114300" rIns="114300" bIns="114300"/>
                    <a:lstStyle/>
                    <a:p>
                      <a:r>
                        <a:rPr sz="2100" b="1">
                          <a:solidFill>
                            <a:srgbClr val="FFFFFF"/>
                          </a:solidFill>
                          <a:latin typeface="Noto Sans"/>
                          <a:ea typeface="Noto Sans"/>
                          <a:cs typeface="Noto Sans"/>
                        </a:rPr>
                        <a:t>Quyết định</a:t>
                      </a:r>
                    </a:p>
                  </a:txBody>
                  <a:tcPr marL="91440" marR="91440" marT="45720" marB="45720">
                    <a:lnR w="9525">
                      <a:solidFill>
                        <a:srgbClr val="D7DEEA"/>
                      </a:solidFill>
                      <a:prstDash val="solid"/>
                    </a:lnR>
                    <a:lnT w="9525">
                      <a:solidFill>
                        <a:srgbClr val="D7DEEA"/>
                      </a:solidFill>
                      <a:prstDash val="solid"/>
                    </a:lnT>
                    <a:lnB w="9525">
                      <a:solidFill>
                        <a:srgbClr val="D7DEEA"/>
                      </a:solidFill>
                      <a:prstDash val="solid"/>
                    </a:lnB>
                    <a:solidFill>
                      <a:srgbClr val="1E5AA8"/>
                    </a:solidFill>
                  </a:tcPr>
                </a:tc>
                <a:tc>
                  <a:txBody>
                    <a:bodyPr lIns="114300" tIns="114300" rIns="114300" bIns="114300"/>
                    <a:lstStyle/>
                    <a:p>
                      <a:r>
                        <a:rPr sz="2100" b="1">
                          <a:solidFill>
                            <a:srgbClr val="FFFFFF"/>
                          </a:solidFill>
                          <a:latin typeface="Noto Sans"/>
                          <a:ea typeface="Noto Sans"/>
                          <a:cs typeface="Noto Sans"/>
                        </a:rPr>
                        <a:t>Lý do UX</a:t>
                      </a:r>
                    </a:p>
                  </a:txBody>
                  <a:tcPr marL="91440" marR="91440" marT="45720" marB="45720">
                    <a:lnR w="9525">
                      <a:solidFill>
                        <a:srgbClr val="D7DEEA"/>
                      </a:solidFill>
                      <a:prstDash val="solid"/>
                    </a:lnR>
                    <a:lnT w="9525">
                      <a:solidFill>
                        <a:srgbClr val="D7DEEA"/>
                      </a:solidFill>
                      <a:prstDash val="solid"/>
                    </a:lnT>
                    <a:lnB w="9525">
                      <a:solidFill>
                        <a:srgbClr val="D7DEEA"/>
                      </a:solidFill>
                      <a:prstDash val="solid"/>
                    </a:lnB>
                    <a:solidFill>
                      <a:srgbClr val="1E5AA8"/>
                    </a:solidFill>
                  </a:tcPr>
                </a:tc>
                <a:tc>
                  <a:txBody>
                    <a:bodyPr lIns="114300" tIns="114300" rIns="114300" bIns="114300"/>
                    <a:lstStyle/>
                    <a:p>
                      <a:r>
                        <a:rPr sz="2100" b="1">
                          <a:solidFill>
                            <a:srgbClr val="FFFFFF"/>
                          </a:solidFill>
                          <a:latin typeface="Noto Sans"/>
                          <a:ea typeface="Noto Sans"/>
                          <a:cs typeface="Noto Sans"/>
                        </a:rPr>
                        <a:t>Kết quả</a:t>
                      </a:r>
                    </a:p>
                  </a:txBody>
                  <a:tcPr marL="91440" marR="91440" marT="45720" marB="45720">
                    <a:lnR w="9525">
                      <a:solidFill>
                        <a:srgbClr val="D7DEEA"/>
                      </a:solidFill>
                      <a:prstDash val="solid"/>
                    </a:lnR>
                    <a:lnT w="9525">
                      <a:solidFill>
                        <a:srgbClr val="D7DEEA"/>
                      </a:solidFill>
                      <a:prstDash val="solid"/>
                    </a:lnT>
                    <a:lnB w="9525">
                      <a:solidFill>
                        <a:srgbClr val="D7DEEA"/>
                      </a:solidFill>
                      <a:prstDash val="solid"/>
                    </a:lnB>
                    <a:solidFill>
                      <a:srgbClr val="1E5AA8"/>
                    </a:solidFill>
                  </a:tcPr>
                </a:tc>
              </a:tr>
              <a:tr h="936625">
                <a:tc>
                  <a:txBody>
                    <a:bodyPr lIns="114300" tIns="114300" rIns="114300" bIns="114300"/>
                    <a:lstStyle/>
                    <a:p>
                      <a:r>
                        <a:rPr sz="2100" b="0">
                          <a:solidFill>
                            <a:srgbClr val="031C36"/>
                          </a:solidFill>
                          <a:latin typeface="Noto Sans"/>
                          <a:ea typeface="Noto Sans"/>
                          <a:cs typeface="Noto Sans"/>
                        </a:rPr>
                        <a:t>S01/S07: sai font</a:t>
                      </a:r>
                    </a:p>
                  </a:txBody>
                  <a:tcPr marL="91440" marR="91440" marT="45720" marB="45720">
                    <a:lnL w="9525">
                      <a:solidFill>
                        <a:srgbClr val="D7DEEA"/>
                      </a:solidFill>
                      <a:prstDash val="solid"/>
                    </a:lnL>
                    <a:lnR w="9525">
                      <a:solidFill>
                        <a:srgbClr val="D7DEEA"/>
                      </a:solidFill>
                      <a:prstDash val="solid"/>
                    </a:lnR>
                    <a:lnB w="9525">
                      <a:solidFill>
                        <a:srgbClr val="D7DEEA"/>
                      </a:solidFill>
                      <a:prstDash val="solid"/>
                    </a:lnB>
                    <a:solidFill>
                      <a:srgbClr val="FFFFFF"/>
                    </a:solidFill>
                  </a:tcPr>
                </a:tc>
                <a:tc>
                  <a:txBody>
                    <a:bodyPr lIns="114300" tIns="114300" rIns="114300" bIns="114300"/>
                    <a:lstStyle/>
                    <a:p>
                      <a:r>
                        <a:rPr sz="2100" b="0">
                          <a:solidFill>
                            <a:srgbClr val="031C36"/>
                          </a:solidFill>
                          <a:latin typeface="Noto Sans"/>
                          <a:ea typeface="Noto Sans"/>
                          <a:cs typeface="Noto Sans"/>
                        </a:rPr>
                        <a:t>Chấp nhận sửa</a:t>
                      </a:r>
                    </a:p>
                  </a:txBody>
                  <a:tcPr marL="91440" marR="91440" marT="45720" marB="45720">
                    <a:lnR w="9525">
                      <a:solidFill>
                        <a:srgbClr val="D7DEEA"/>
                      </a:solidFill>
                      <a:prstDash val="solid"/>
                    </a:lnR>
                    <a:lnB w="9525">
                      <a:solidFill>
                        <a:srgbClr val="D7DEEA"/>
                      </a:solidFill>
                      <a:prstDash val="solid"/>
                    </a:lnB>
                    <a:solidFill>
                      <a:srgbClr val="FFFFFF"/>
                    </a:solidFill>
                  </a:tcPr>
                </a:tc>
                <a:tc>
                  <a:txBody>
                    <a:bodyPr lIns="114300" tIns="114300" rIns="114300" bIns="114300"/>
                    <a:lstStyle/>
                    <a:p>
                      <a:r>
                        <a:rPr sz="2100" b="0">
                          <a:solidFill>
                            <a:srgbClr val="031C36"/>
                          </a:solidFill>
                          <a:latin typeface="Noto Sans"/>
                          <a:ea typeface="Noto Sans"/>
                          <a:cs typeface="Noto Sans"/>
                        </a:rPr>
                        <a:t>Nielsen 4: tính nhất quán</a:t>
                      </a:r>
                    </a:p>
                  </a:txBody>
                  <a:tcPr marL="91440" marR="91440" marT="45720" marB="45720">
                    <a:lnR w="9525">
                      <a:solidFill>
                        <a:srgbClr val="D7DEEA"/>
                      </a:solidFill>
                      <a:prstDash val="solid"/>
                    </a:lnR>
                    <a:lnB w="9525">
                      <a:solidFill>
                        <a:srgbClr val="D7DEEA"/>
                      </a:solidFill>
                      <a:prstDash val="solid"/>
                    </a:lnB>
                    <a:solidFill>
                      <a:srgbClr val="FFFFFF"/>
                    </a:solidFill>
                  </a:tcPr>
                </a:tc>
                <a:tc>
                  <a:txBody>
                    <a:bodyPr lIns="114300" tIns="114300" rIns="114300" bIns="114300"/>
                    <a:lstStyle/>
                    <a:p>
                      <a:r>
                        <a:rPr sz="2100" b="0">
                          <a:solidFill>
                            <a:srgbClr val="031C36"/>
                          </a:solidFill>
                          <a:latin typeface="Noto Sans"/>
                          <a:ea typeface="Noto Sans"/>
                          <a:cs typeface="Noto Sans"/>
                        </a:rPr>
                        <a:t>Be Vietnam Pro, đúng brief</a:t>
                      </a:r>
                    </a:p>
                  </a:txBody>
                  <a:tcPr marL="91440" marR="91440" marT="45720" marB="45720">
                    <a:lnR w="9525">
                      <a:solidFill>
                        <a:srgbClr val="D7DEEA"/>
                      </a:solidFill>
                      <a:prstDash val="solid"/>
                    </a:lnR>
                    <a:lnB w="9525">
                      <a:solidFill>
                        <a:srgbClr val="D7DEEA"/>
                      </a:solidFill>
                      <a:prstDash val="solid"/>
                    </a:lnB>
                    <a:solidFill>
                      <a:srgbClr val="FFFFFF"/>
                    </a:solidFill>
                  </a:tcPr>
                </a:tc>
              </a:tr>
              <a:tr h="936625">
                <a:tc>
                  <a:txBody>
                    <a:bodyPr lIns="114300" tIns="114300" rIns="114300" bIns="114300"/>
                    <a:lstStyle/>
                    <a:p>
                      <a:r>
                        <a:rPr sz="2100" b="0">
                          <a:solidFill>
                            <a:srgbClr val="031C36"/>
                          </a:solidFill>
                          <a:latin typeface="Noto Sans"/>
                          <a:ea typeface="Noto Sans"/>
                          <a:cs typeface="Noto Sans"/>
                        </a:rPr>
                        <a:t>S07: banner, tên cắt</a:t>
                      </a:r>
                    </a:p>
                  </a:txBody>
                  <a:tcPr marL="91440" marR="91440" marT="45720" marB="45720">
                    <a:lnL w="9525">
                      <a:solidFill>
                        <a:srgbClr val="D7DEEA"/>
                      </a:solidFill>
                      <a:prstDash val="solid"/>
                    </a:lnL>
                    <a:lnR w="9525">
                      <a:solidFill>
                        <a:srgbClr val="D7DEEA"/>
                      </a:solidFill>
                      <a:prstDash val="solid"/>
                    </a:lnR>
                    <a:lnB w="9525">
                      <a:solidFill>
                        <a:srgbClr val="D7DEEA"/>
                      </a:solidFill>
                      <a:prstDash val="solid"/>
                    </a:lnB>
                    <a:solidFill>
                      <a:srgbClr val="F6F8FC"/>
                    </a:solidFill>
                  </a:tcPr>
                </a:tc>
                <a:tc>
                  <a:txBody>
                    <a:bodyPr lIns="114300" tIns="114300" rIns="114300" bIns="114300"/>
                    <a:lstStyle/>
                    <a:p>
                      <a:r>
                        <a:rPr sz="2100" b="0">
                          <a:solidFill>
                            <a:srgbClr val="031C36"/>
                          </a:solidFill>
                          <a:latin typeface="Noto Sans"/>
                          <a:ea typeface="Noto Sans"/>
                          <a:cs typeface="Noto Sans"/>
                        </a:rPr>
                        <a:t>Chấp nhận gọn lại</a:t>
                      </a:r>
                    </a:p>
                  </a:txBody>
                  <a:tcPr marL="91440" marR="91440" marT="45720" marB="45720">
                    <a:lnR w="9525">
                      <a:solidFill>
                        <a:srgbClr val="D7DEEA"/>
                      </a:solidFill>
                      <a:prstDash val="solid"/>
                    </a:lnR>
                    <a:lnB w="9525">
                      <a:solidFill>
                        <a:srgbClr val="D7DEEA"/>
                      </a:solidFill>
                      <a:prstDash val="solid"/>
                    </a:lnB>
                    <a:solidFill>
                      <a:srgbClr val="F6F8FC"/>
                    </a:solidFill>
                  </a:tcPr>
                </a:tc>
                <a:tc>
                  <a:txBody>
                    <a:bodyPr lIns="114300" tIns="114300" rIns="114300" bIns="114300"/>
                    <a:lstStyle/>
                    <a:p>
                      <a:r>
                        <a:rPr sz="2100" b="0">
                          <a:solidFill>
                            <a:srgbClr val="031C36"/>
                          </a:solidFill>
                          <a:latin typeface="Noto Sans"/>
                          <a:ea typeface="Noto Sans"/>
                          <a:cs typeface="Noto Sans"/>
                        </a:rPr>
                        <a:t>Mai cần chọn việc trong giờ nghỉ</a:t>
                      </a:r>
                    </a:p>
                  </a:txBody>
                  <a:tcPr marL="91440" marR="91440" marT="45720" marB="45720">
                    <a:lnR w="9525">
                      <a:solidFill>
                        <a:srgbClr val="D7DEEA"/>
                      </a:solidFill>
                      <a:prstDash val="solid"/>
                    </a:lnR>
                    <a:lnB w="9525">
                      <a:solidFill>
                        <a:srgbClr val="D7DEEA"/>
                      </a:solidFill>
                      <a:prstDash val="solid"/>
                    </a:lnB>
                    <a:solidFill>
                      <a:srgbClr val="F6F8FC"/>
                    </a:solidFill>
                  </a:tcPr>
                </a:tc>
                <a:tc>
                  <a:txBody>
                    <a:bodyPr lIns="114300" tIns="114300" rIns="114300" bIns="114300"/>
                    <a:lstStyle/>
                    <a:p>
                      <a:r>
                        <a:rPr sz="2100" b="0">
                          <a:solidFill>
                            <a:srgbClr val="031C36"/>
                          </a:solidFill>
                          <a:latin typeface="Noto Sans"/>
                          <a:ea typeface="Noto Sans"/>
                          <a:cs typeface="Noto Sans"/>
                        </a:rPr>
                        <a:t>Tên đầy đủ, CTA rõ hơn</a:t>
                      </a:r>
                    </a:p>
                  </a:txBody>
                  <a:tcPr marL="91440" marR="91440" marT="45720" marB="45720">
                    <a:lnR w="9525">
                      <a:solidFill>
                        <a:srgbClr val="D7DEEA"/>
                      </a:solidFill>
                      <a:prstDash val="solid"/>
                    </a:lnR>
                    <a:lnB w="9525">
                      <a:solidFill>
                        <a:srgbClr val="D7DEEA"/>
                      </a:solidFill>
                      <a:prstDash val="solid"/>
                    </a:lnB>
                    <a:solidFill>
                      <a:srgbClr val="F6F8FC"/>
                    </a:solidFill>
                  </a:tcPr>
                </a:tc>
              </a:tr>
              <a:tr h="936625">
                <a:tc>
                  <a:txBody>
                    <a:bodyPr lIns="114300" tIns="114300" rIns="114300" bIns="114300"/>
                    <a:lstStyle/>
                    <a:p>
                      <a:r>
                        <a:rPr sz="2100" b="0">
                          <a:solidFill>
                            <a:srgbClr val="031C36"/>
                          </a:solidFill>
                          <a:latin typeface="Noto Sans"/>
                          <a:ea typeface="Noto Sans"/>
                          <a:cs typeface="Noto Sans"/>
                        </a:rPr>
                        <a:t>S07: lỗi đổi dữ liệu</a:t>
                      </a:r>
                    </a:p>
                  </a:txBody>
                  <a:tcPr marL="91440" marR="91440" marT="45720" marB="45720">
                    <a:lnL w="9525">
                      <a:solidFill>
                        <a:srgbClr val="D7DEEA"/>
                      </a:solidFill>
                      <a:prstDash val="solid"/>
                    </a:lnL>
                    <a:lnR w="9525">
                      <a:solidFill>
                        <a:srgbClr val="D7DEEA"/>
                      </a:solidFill>
                      <a:prstDash val="solid"/>
                    </a:lnR>
                    <a:lnB w="9525">
                      <a:solidFill>
                        <a:srgbClr val="D7DEEA"/>
                      </a:solidFill>
                      <a:prstDash val="solid"/>
                    </a:lnB>
                    <a:solidFill>
                      <a:srgbClr val="FFFFFF"/>
                    </a:solidFill>
                  </a:tcPr>
                </a:tc>
                <a:tc>
                  <a:txBody>
                    <a:bodyPr lIns="114300" tIns="114300" rIns="114300" bIns="114300"/>
                    <a:lstStyle/>
                    <a:p>
                      <a:r>
                        <a:rPr sz="2100" b="0">
                          <a:solidFill>
                            <a:srgbClr val="031C36"/>
                          </a:solidFill>
                          <a:latin typeface="Noto Sans"/>
                          <a:ea typeface="Noto Sans"/>
                          <a:cs typeface="Noto Sans"/>
                        </a:rPr>
                        <a:t>Điều chỉnh state AI</a:t>
                      </a:r>
                    </a:p>
                  </a:txBody>
                  <a:tcPr marL="91440" marR="91440" marT="45720" marB="45720">
                    <a:lnR w="9525">
                      <a:solidFill>
                        <a:srgbClr val="D7DEEA"/>
                      </a:solidFill>
                      <a:prstDash val="solid"/>
                    </a:lnR>
                    <a:lnB w="9525">
                      <a:solidFill>
                        <a:srgbClr val="D7DEEA"/>
                      </a:solidFill>
                      <a:prstDash val="solid"/>
                    </a:lnB>
                    <a:solidFill>
                      <a:srgbClr val="FFFFFF"/>
                    </a:solidFill>
                  </a:tcPr>
                </a:tc>
                <a:tc>
                  <a:txBody>
                    <a:bodyPr lIns="114300" tIns="114300" rIns="114300" bIns="114300"/>
                    <a:lstStyle/>
                    <a:p>
                      <a:r>
                        <a:rPr sz="2100" b="0">
                          <a:solidFill>
                            <a:srgbClr val="031C36"/>
                          </a:solidFill>
                          <a:latin typeface="Noto Sans"/>
                          <a:ea typeface="Noto Sans"/>
                          <a:cs typeface="Noto Sans"/>
                        </a:rPr>
                        <a:t>Linh bị ngắt quãng, cần giữ lịch</a:t>
                      </a:r>
                    </a:p>
                  </a:txBody>
                  <a:tcPr marL="91440" marR="91440" marT="45720" marB="45720">
                    <a:lnR w="9525">
                      <a:solidFill>
                        <a:srgbClr val="D7DEEA"/>
                      </a:solidFill>
                      <a:prstDash val="solid"/>
                    </a:lnR>
                    <a:lnB w="9525">
                      <a:solidFill>
                        <a:srgbClr val="D7DEEA"/>
                      </a:solidFill>
                      <a:prstDash val="solid"/>
                    </a:lnB>
                    <a:solidFill>
                      <a:srgbClr val="FFFFFF"/>
                    </a:solidFill>
                  </a:tcPr>
                </a:tc>
                <a:tc>
                  <a:txBody>
                    <a:bodyPr lIns="114300" tIns="114300" rIns="114300" bIns="114300"/>
                    <a:lstStyle/>
                    <a:p>
                      <a:r>
                        <a:rPr sz="2100" b="0">
                          <a:solidFill>
                            <a:srgbClr val="031C36"/>
                          </a:solidFill>
                          <a:latin typeface="Noto Sans"/>
                          <a:ea typeface="Noto Sans"/>
                          <a:cs typeface="Noto Sans"/>
                        </a:rPr>
                        <a:t>Giữ tên/ngày/giờ; có Thử lại</a:t>
                      </a:r>
                    </a:p>
                  </a:txBody>
                  <a:tcPr marL="91440" marR="91440" marT="45720" marB="45720">
                    <a:lnR w="9525">
                      <a:solidFill>
                        <a:srgbClr val="D7DEEA"/>
                      </a:solidFill>
                      <a:prstDash val="solid"/>
                    </a:lnR>
                    <a:lnB w="9525">
                      <a:solidFill>
                        <a:srgbClr val="D7DEEA"/>
                      </a:solidFill>
                      <a:prstDash val="solid"/>
                    </a:lnB>
                    <a:solidFill>
                      <a:srgbClr val="FFFFFF"/>
                    </a:solidFill>
                  </a:tcPr>
                </a:tc>
              </a:tr>
              <a:tr h="936625">
                <a:tc>
                  <a:txBody>
                    <a:bodyPr lIns="114300" tIns="114300" rIns="114300" bIns="114300"/>
                    <a:lstStyle/>
                    <a:p>
                      <a:r>
                        <a:rPr sz="2100" b="0">
                          <a:solidFill>
                            <a:srgbClr val="031C36"/>
                          </a:solidFill>
                          <a:latin typeface="Noto Sans"/>
                          <a:ea typeface="Noto Sans"/>
                          <a:cs typeface="Noto Sans"/>
                        </a:rPr>
                        <a:t>S03/OI03: metric ngoài phạm vi</a:t>
                      </a:r>
                    </a:p>
                  </a:txBody>
                  <a:tcPr marL="91440" marR="91440" marT="45720" marB="45720">
                    <a:lnL w="9525">
                      <a:solidFill>
                        <a:srgbClr val="D7DEEA"/>
                      </a:solidFill>
                      <a:prstDash val="solid"/>
                    </a:lnL>
                    <a:lnR w="9525">
                      <a:solidFill>
                        <a:srgbClr val="D7DEEA"/>
                      </a:solidFill>
                      <a:prstDash val="solid"/>
                    </a:lnR>
                    <a:lnB w="9525">
                      <a:solidFill>
                        <a:srgbClr val="D7DEEA"/>
                      </a:solidFill>
                      <a:prstDash val="solid"/>
                    </a:lnB>
                    <a:solidFill>
                      <a:srgbClr val="F6F8FC"/>
                    </a:solidFill>
                  </a:tcPr>
                </a:tc>
                <a:tc>
                  <a:txBody>
                    <a:bodyPr lIns="114300" tIns="114300" rIns="114300" bIns="114300"/>
                    <a:lstStyle/>
                    <a:p>
                      <a:r>
                        <a:rPr sz="2100" b="0">
                          <a:solidFill>
                            <a:srgbClr val="031C36"/>
                          </a:solidFill>
                          <a:latin typeface="Noto Sans"/>
                          <a:ea typeface="Noto Sans"/>
                          <a:cs typeface="Noto Sans"/>
                        </a:rPr>
                        <a:t>Từ chối đưa vào UI</a:t>
                      </a:r>
                    </a:p>
                  </a:txBody>
                  <a:tcPr marL="91440" marR="91440" marT="45720" marB="45720">
                    <a:lnR w="9525">
                      <a:solidFill>
                        <a:srgbClr val="D7DEEA"/>
                      </a:solidFill>
                      <a:prstDash val="solid"/>
                    </a:lnR>
                    <a:lnB w="9525">
                      <a:solidFill>
                        <a:srgbClr val="D7DEEA"/>
                      </a:solidFill>
                      <a:prstDash val="solid"/>
                    </a:lnB>
                    <a:solidFill>
                      <a:srgbClr val="F6F8FC"/>
                    </a:solidFill>
                  </a:tcPr>
                </a:tc>
                <a:tc>
                  <a:txBody>
                    <a:bodyPr lIns="114300" tIns="114300" rIns="114300" bIns="114300"/>
                    <a:lstStyle/>
                    <a:p>
                      <a:r>
                        <a:rPr sz="2100" b="0">
                          <a:solidFill>
                            <a:srgbClr val="031C36"/>
                          </a:solidFill>
                          <a:latin typeface="Noto Sans"/>
                          <a:ea typeface="Noto Sans"/>
                          <a:cs typeface="Noto Sans"/>
                        </a:rPr>
                        <a:t>Không có nguồn hoặc dữ liệu đo</a:t>
                      </a:r>
                    </a:p>
                  </a:txBody>
                  <a:tcPr marL="91440" marR="91440" marT="45720" marB="45720">
                    <a:lnR w="9525">
                      <a:solidFill>
                        <a:srgbClr val="D7DEEA"/>
                      </a:solidFill>
                      <a:prstDash val="solid"/>
                    </a:lnR>
                    <a:lnB w="9525">
                      <a:solidFill>
                        <a:srgbClr val="D7DEEA"/>
                      </a:solidFill>
                      <a:prstDash val="solid"/>
                    </a:lnB>
                    <a:solidFill>
                      <a:srgbClr val="F6F8FC"/>
                    </a:solidFill>
                  </a:tcPr>
                </a:tc>
                <a:tc>
                  <a:txBody>
                    <a:bodyPr lIns="114300" tIns="114300" rIns="114300" bIns="114300"/>
                    <a:lstStyle/>
                    <a:p>
                      <a:r>
                        <a:rPr sz="2100" b="0">
                          <a:solidFill>
                            <a:srgbClr val="031C36"/>
                          </a:solidFill>
                          <a:latin typeface="Noto Sans"/>
                          <a:ea typeface="Noto Sans"/>
                          <a:cs typeface="Noto Sans"/>
                        </a:rPr>
                        <a:t>Bỏ nhịp tim và điểm ước tính</a:t>
                      </a:r>
                    </a:p>
                  </a:txBody>
                  <a:tcPr marL="91440" marR="91440" marT="45720" marB="45720">
                    <a:lnR w="9525">
                      <a:solidFill>
                        <a:srgbClr val="D7DEEA"/>
                      </a:solidFill>
                      <a:prstDash val="solid"/>
                    </a:lnR>
                    <a:lnB w="9525">
                      <a:solidFill>
                        <a:srgbClr val="D7DEEA"/>
                      </a:solidFill>
                      <a:prstDash val="solid"/>
                    </a:lnB>
                    <a:solidFill>
                      <a:srgbClr val="F6F8FC"/>
                    </a:solidFill>
                  </a:tcPr>
                </a:tc>
              </a:tr>
              <a:tr h="936625">
                <a:tc>
                  <a:txBody>
                    <a:bodyPr lIns="114300" tIns="114300" rIns="114300" bIns="114300"/>
                    <a:lstStyle/>
                    <a:p>
                      <a:r>
                        <a:rPr sz="2100" b="0">
                          <a:solidFill>
                            <a:srgbClr val="031C36"/>
                          </a:solidFill>
                          <a:latin typeface="Noto Sans"/>
                          <a:ea typeface="Noto Sans"/>
                          <a:cs typeface="Noto Sans"/>
                        </a:rPr>
                        <a:t>S05: nhóm thiếu mở/đóng</a:t>
                      </a:r>
                    </a:p>
                  </a:txBody>
                  <a:tcPr marL="91440" marR="91440" marT="45720" marB="45720">
                    <a:lnL w="9525">
                      <a:solidFill>
                        <a:srgbClr val="D7DEEA"/>
                      </a:solidFill>
                      <a:prstDash val="solid"/>
                    </a:lnL>
                    <a:lnR w="9525">
                      <a:solidFill>
                        <a:srgbClr val="D7DEEA"/>
                      </a:solidFill>
                      <a:prstDash val="solid"/>
                    </a:lnR>
                    <a:lnB w="9525">
                      <a:solidFill>
                        <a:srgbClr val="D7DEEA"/>
                      </a:solidFill>
                      <a:prstDash val="solid"/>
                    </a:lnB>
                    <a:solidFill>
                      <a:srgbClr val="FFFFFF"/>
                    </a:solidFill>
                  </a:tcPr>
                </a:tc>
                <a:tc>
                  <a:txBody>
                    <a:bodyPr lIns="114300" tIns="114300" rIns="114300" bIns="114300"/>
                    <a:lstStyle/>
                    <a:p>
                      <a:r>
                        <a:rPr sz="2100" b="0">
                          <a:solidFill>
                            <a:srgbClr val="031C36"/>
                          </a:solidFill>
                          <a:latin typeface="Noto Sans"/>
                          <a:ea typeface="Noto Sans"/>
                          <a:cs typeface="Noto Sans"/>
                        </a:rPr>
                        <a:t>Điều chỉnh đồng bộ</a:t>
                      </a:r>
                    </a:p>
                  </a:txBody>
                  <a:tcPr marL="91440" marR="91440" marT="45720" marB="45720">
                    <a:lnR w="9525">
                      <a:solidFill>
                        <a:srgbClr val="D7DEEA"/>
                      </a:solidFill>
                      <a:prstDash val="solid"/>
                    </a:lnR>
                    <a:lnB w="9525">
                      <a:solidFill>
                        <a:srgbClr val="D7DEEA"/>
                      </a:solidFill>
                      <a:prstDash val="solid"/>
                    </a:lnB>
                    <a:solidFill>
                      <a:srgbClr val="FFFFFF"/>
                    </a:solidFill>
                  </a:tcPr>
                </a:tc>
                <a:tc>
                  <a:txBody>
                    <a:bodyPr lIns="114300" tIns="114300" rIns="114300" bIns="114300"/>
                    <a:lstStyle/>
                    <a:p>
                      <a:r>
                        <a:rPr sz="2100" b="0">
                          <a:solidFill>
                            <a:srgbClr val="031C36"/>
                          </a:solidFill>
                          <a:latin typeface="Noto Sans"/>
                          <a:ea typeface="Noto Sans"/>
                          <a:cs typeface="Noto Sans"/>
                        </a:rPr>
                        <a:t>Nielsen 3/4: kiểm soát, nhất quán</a:t>
                      </a:r>
                    </a:p>
                  </a:txBody>
                  <a:tcPr marL="91440" marR="91440" marT="45720" marB="45720">
                    <a:lnR w="9525">
                      <a:solidFill>
                        <a:srgbClr val="D7DEEA"/>
                      </a:solidFill>
                      <a:prstDash val="solid"/>
                    </a:lnR>
                    <a:lnB w="9525">
                      <a:solidFill>
                        <a:srgbClr val="D7DEEA"/>
                      </a:solidFill>
                      <a:prstDash val="solid"/>
                    </a:lnB>
                    <a:solidFill>
                      <a:srgbClr val="FFFFFF"/>
                    </a:solidFill>
                  </a:tcPr>
                </a:tc>
                <a:tc>
                  <a:txBody>
                    <a:bodyPr lIns="114300" tIns="114300" rIns="114300" bIns="114300"/>
                    <a:lstStyle/>
                    <a:p>
                      <a:r>
                        <a:rPr sz="2100" b="0">
                          <a:solidFill>
                            <a:srgbClr val="031C36"/>
                          </a:solidFill>
                          <a:latin typeface="Noto Sans"/>
                          <a:ea typeface="Noto Sans"/>
                          <a:cs typeface="Noto Sans"/>
                        </a:rPr>
                        <a:t>Cả 9 nhóm mở/đóng được</a:t>
                      </a:r>
                    </a:p>
                  </a:txBody>
                  <a:tcPr marL="91440" marR="91440" marT="45720" marB="45720">
                    <a:lnR w="9525">
                      <a:solidFill>
                        <a:srgbClr val="D7DEEA"/>
                      </a:solidFill>
                      <a:prstDash val="solid"/>
                    </a:lnR>
                    <a:lnB w="9525">
                      <a:solidFill>
                        <a:srgbClr val="D7DEEA"/>
                      </a:solidFill>
                      <a:prstDash val="solid"/>
                    </a:lnB>
                    <a:solidFill>
                      <a:srgbClr val="FFFFFF"/>
                    </a:solidFill>
                  </a:tcPr>
                </a:tc>
              </a:tr>
            </a:tbl>
          </a:graphicData>
        </a:graphic>
      </p:graphicFrame>
      <p:sp>
        <p:nvSpPr>
          <p:cNvPr id="9" name="Nguồn AI là đầu vào để đánh giá; dữ liệu và quyết định cần n">
            <a:extLst xmlns:a="http://schemas.openxmlformats.org/drawingml/2006/main">
              <a:ext uri="{FF2B5EF4-FFF2-40B4-BE49-F238E27FC236}">
                <a16:creationId xmlns:a16="http://schemas.microsoft.com/office/drawing/2014/main" id="{A0DD8D27-C00C-46F7-AE37-F69B008F6ADA}"/>
              </a:ext>
            </a:extLst>
          </p:cNvPr>
          <p:cNvSpPr>
            <a:spLocks xmlns:a="http://schemas.openxmlformats.org/drawingml/2006/main" noGrp="1"/>
          </p:cNvSpPr>
          <p:nvPr/>
        </p:nvSpPr>
        <p:spPr>
          <a:xfrm xmlns:a="http://schemas.openxmlformats.org/drawingml/2006/main">
            <a:off x="1143000" y="8810625"/>
            <a:ext cx="15716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75" b="0">
                <a:solidFill>
                  <a:srgbClr val="424751"/>
                </a:solidFill>
                <a:latin typeface="Noto Sans"/>
                <a:ea typeface="Noto Sans"/>
                <a:cs typeface="Noto Sans"/>
              </a:defRPr>
            </a:defPPr>
            <a:lvl1pPr>
              <a:defRPr sz="2175" b="0">
                <a:solidFill>
                  <a:srgbClr val="424751"/>
                </a:solidFill>
                <a:latin typeface="Noto Sans"/>
                <a:ea typeface="Noto Sans"/>
                <a:cs typeface="Noto Sans"/>
              </a:defRPr>
            </a:lvl1pPr>
            <a:lvl2pPr>
              <a:defRPr sz="2175" b="0">
                <a:solidFill>
                  <a:srgbClr val="424751"/>
                </a:solidFill>
                <a:latin typeface="Noto Sans"/>
                <a:ea typeface="Noto Sans"/>
                <a:cs typeface="Noto Sans"/>
              </a:defRPr>
            </a:lvl2pPr>
            <a:lvl3pPr>
              <a:defRPr sz="2175" b="0">
                <a:solidFill>
                  <a:srgbClr val="424751"/>
                </a:solidFill>
                <a:latin typeface="Noto Sans"/>
                <a:ea typeface="Noto Sans"/>
                <a:cs typeface="Noto Sans"/>
              </a:defRPr>
            </a:lvl3pPr>
            <a:lvl4pPr>
              <a:defRPr sz="2175" b="0">
                <a:solidFill>
                  <a:srgbClr val="424751"/>
                </a:solidFill>
                <a:latin typeface="Noto Sans"/>
                <a:ea typeface="Noto Sans"/>
                <a:cs typeface="Noto Sans"/>
              </a:defRPr>
            </a:lvl4pPr>
            <a:lvl5pPr>
              <a:defRPr sz="2175" b="0">
                <a:solidFill>
                  <a:srgbClr val="424751"/>
                </a:solidFill>
                <a:latin typeface="Noto Sans"/>
                <a:ea typeface="Noto Sans"/>
                <a:cs typeface="Noto Sans"/>
              </a:defRPr>
            </a:lvl5pPr>
            <a:lvl6pPr>
              <a:defRPr sz="2175" b="0">
                <a:solidFill>
                  <a:srgbClr val="424751"/>
                </a:solidFill>
                <a:latin typeface="Noto Sans"/>
                <a:ea typeface="Noto Sans"/>
                <a:cs typeface="Noto Sans"/>
              </a:defRPr>
            </a:lvl6pPr>
            <a:lvl7pPr>
              <a:defRPr sz="2175" b="0">
                <a:solidFill>
                  <a:srgbClr val="424751"/>
                </a:solidFill>
                <a:latin typeface="Noto Sans"/>
                <a:ea typeface="Noto Sans"/>
                <a:cs typeface="Noto Sans"/>
              </a:defRPr>
            </a:lvl7pPr>
            <a:lvl8pPr>
              <a:defRPr sz="2175" b="0">
                <a:solidFill>
                  <a:srgbClr val="424751"/>
                </a:solidFill>
                <a:latin typeface="Noto Sans"/>
                <a:ea typeface="Noto Sans"/>
                <a:cs typeface="Noto Sans"/>
              </a:defRPr>
            </a:lvl8pPr>
            <a:lvl9pPr>
              <a:defRPr sz="2175" b="0">
                <a:solidFill>
                  <a:srgbClr val="424751"/>
                </a:solidFill>
                <a:latin typeface="Noto Sans"/>
                <a:ea typeface="Noto Sans"/>
                <a:cs typeface="Noto Sans"/>
              </a:defRPr>
            </a:lvl9pPr>
          </a:lstStyle>
          <a:p xmlns:a="http://schemas.openxmlformats.org/drawingml/2006/main">
            <a:pPr>
              <a:defRPr sz="2175" b="0">
                <a:solidFill>
                  <a:srgbClr val="424751"/>
                </a:solidFill>
                <a:latin typeface="Noto Sans"/>
                <a:ea typeface="Noto Sans"/>
                <a:cs typeface="Noto Sans"/>
              </a:defRPr>
            </a:pPr>
            <a:r>
              <a:rPr sz="2175" b="0">
                <a:solidFill>
                  <a:srgbClr val="424751"/>
                </a:solidFill>
                <a:latin typeface="Noto Sans"/>
                <a:ea typeface="Noto Sans"/>
                <a:cs typeface="Noto Sans"/>
              </a:rPr>
              <a:t>Nguồn AI là đầu vào để đánh giá; dữ liệu và quyết định cần người thiết kế kiểm tra.</a:t>
            </a:r>
          </a:p>
        </p:txBody>
      </p:sp>
    </p:spTree>
    <p:extLst>
      <p:ext uri="{BB962C8B-B14F-4D97-AF65-F5344CB8AC3E}">
        <p14:creationId xmlns:p14="http://schemas.microsoft.com/office/powerpoint/2010/main" val="15688316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Wireframe và bộ UI hoàn chỉnh">
            <a:extLst xmlns:a="http://schemas.openxmlformats.org/drawingml/2006/main">
              <a:ext uri="{FF2B5EF4-FFF2-40B4-BE49-F238E27FC236}">
                <a16:creationId xmlns:a16="http://schemas.microsoft.com/office/drawing/2014/main" id="{CF239CEB-4EF2-4DEB-915E-16A2935CEF30}"/>
              </a:ext>
            </a:extLst>
          </p:cNvPr>
          <p:cNvSpPr>
            <a:spLocks xmlns:a="http://schemas.openxmlformats.org/drawingml/2006/main" noGrp="1"/>
          </p:cNvSpPr>
          <p:nvPr/>
        </p:nvSpPr>
        <p:spPr>
          <a:xfrm xmlns:a="http://schemas.openxmlformats.org/drawingml/2006/main">
            <a:off x="952500" y="619125"/>
            <a:ext cx="16192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4350" b="1">
                <a:solidFill>
                  <a:srgbClr val="1E5AA8"/>
                </a:solidFill>
                <a:latin typeface="Noto Sans"/>
                <a:ea typeface="Noto Sans"/>
                <a:cs typeface="Noto Sans"/>
              </a:defRPr>
            </a:defPPr>
            <a:lvl1pPr>
              <a:defRPr sz="4350" b="1">
                <a:solidFill>
                  <a:srgbClr val="1E5AA8"/>
                </a:solidFill>
                <a:latin typeface="Noto Sans"/>
                <a:ea typeface="Noto Sans"/>
                <a:cs typeface="Noto Sans"/>
              </a:defRPr>
            </a:lvl1pPr>
            <a:lvl2pPr>
              <a:defRPr sz="4350" b="1">
                <a:solidFill>
                  <a:srgbClr val="1E5AA8"/>
                </a:solidFill>
                <a:latin typeface="Noto Sans"/>
                <a:ea typeface="Noto Sans"/>
                <a:cs typeface="Noto Sans"/>
              </a:defRPr>
            </a:lvl2pPr>
            <a:lvl3pPr>
              <a:defRPr sz="4350" b="1">
                <a:solidFill>
                  <a:srgbClr val="1E5AA8"/>
                </a:solidFill>
                <a:latin typeface="Noto Sans"/>
                <a:ea typeface="Noto Sans"/>
                <a:cs typeface="Noto Sans"/>
              </a:defRPr>
            </a:lvl3pPr>
            <a:lvl4pPr>
              <a:defRPr sz="4350" b="1">
                <a:solidFill>
                  <a:srgbClr val="1E5AA8"/>
                </a:solidFill>
                <a:latin typeface="Noto Sans"/>
                <a:ea typeface="Noto Sans"/>
                <a:cs typeface="Noto Sans"/>
              </a:defRPr>
            </a:lvl4pPr>
            <a:lvl5pPr>
              <a:defRPr sz="4350" b="1">
                <a:solidFill>
                  <a:srgbClr val="1E5AA8"/>
                </a:solidFill>
                <a:latin typeface="Noto Sans"/>
                <a:ea typeface="Noto Sans"/>
                <a:cs typeface="Noto Sans"/>
              </a:defRPr>
            </a:lvl5pPr>
            <a:lvl6pPr>
              <a:defRPr sz="4350" b="1">
                <a:solidFill>
                  <a:srgbClr val="1E5AA8"/>
                </a:solidFill>
                <a:latin typeface="Noto Sans"/>
                <a:ea typeface="Noto Sans"/>
                <a:cs typeface="Noto Sans"/>
              </a:defRPr>
            </a:lvl6pPr>
            <a:lvl7pPr>
              <a:defRPr sz="4350" b="1">
                <a:solidFill>
                  <a:srgbClr val="1E5AA8"/>
                </a:solidFill>
                <a:latin typeface="Noto Sans"/>
                <a:ea typeface="Noto Sans"/>
                <a:cs typeface="Noto Sans"/>
              </a:defRPr>
            </a:lvl7pPr>
            <a:lvl8pPr>
              <a:defRPr sz="4350" b="1">
                <a:solidFill>
                  <a:srgbClr val="1E5AA8"/>
                </a:solidFill>
                <a:latin typeface="Noto Sans"/>
                <a:ea typeface="Noto Sans"/>
                <a:cs typeface="Noto Sans"/>
              </a:defRPr>
            </a:lvl8pPr>
            <a:lvl9pPr>
              <a:defRPr sz="4350" b="1">
                <a:solidFill>
                  <a:srgbClr val="1E5AA8"/>
                </a:solidFill>
                <a:latin typeface="Noto Sans"/>
                <a:ea typeface="Noto Sans"/>
                <a:cs typeface="Noto Sans"/>
              </a:defRPr>
            </a:lvl9pPr>
          </a:lstStyle>
          <a:p xmlns:a="http://schemas.openxmlformats.org/drawingml/2006/main">
            <a:pPr>
              <a:defRPr sz="4350" b="1">
                <a:solidFill>
                  <a:srgbClr val="1E5AA8"/>
                </a:solidFill>
                <a:latin typeface="Noto Sans"/>
                <a:ea typeface="Noto Sans"/>
                <a:cs typeface="Noto Sans"/>
              </a:defRPr>
            </a:pPr>
            <a:r>
              <a:rPr sz="4350" b="1">
                <a:solidFill>
                  <a:srgbClr val="1E5AA8"/>
                </a:solidFill>
                <a:latin typeface="Noto Sans"/>
                <a:ea typeface="Noto Sans"/>
                <a:cs typeface="Noto Sans"/>
              </a:rPr>
              <a:t>Wireframe và bộ UI hoàn chỉnh</a:t>
            </a:r>
          </a:p>
        </p:txBody>
      </p:sp>
      <p:sp>
        <p:nvSpPr>
          <p:cNvPr id="2" name="Giữ cấu trúc nhiệm vụ; thêm phân cấp, màu, component và các ">
            <a:extLst xmlns:a="http://schemas.openxmlformats.org/drawingml/2006/main">
              <a:ext uri="{FF2B5EF4-FFF2-40B4-BE49-F238E27FC236}">
                <a16:creationId xmlns:a16="http://schemas.microsoft.com/office/drawing/2014/main" id="{672AE084-C739-463F-B22D-8CD9828CC472}"/>
              </a:ext>
            </a:extLst>
          </p:cNvPr>
          <p:cNvSpPr>
            <a:spLocks xmlns:a="http://schemas.openxmlformats.org/drawingml/2006/main" noGrp="1"/>
          </p:cNvSpPr>
          <p:nvPr/>
        </p:nvSpPr>
        <p:spPr>
          <a:xfrm xmlns:a="http://schemas.openxmlformats.org/drawingml/2006/main">
            <a:off x="990600" y="1600200"/>
            <a:ext cx="1600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0">
                <a:solidFill>
                  <a:srgbClr val="424751"/>
                </a:solidFill>
                <a:latin typeface="Noto Sans"/>
                <a:ea typeface="Noto Sans"/>
                <a:cs typeface="Noto Sans"/>
              </a:defRPr>
            </a:defPPr>
            <a:lvl1pPr>
              <a:defRPr sz="2250" b="0">
                <a:solidFill>
                  <a:srgbClr val="424751"/>
                </a:solidFill>
                <a:latin typeface="Noto Sans"/>
                <a:ea typeface="Noto Sans"/>
                <a:cs typeface="Noto Sans"/>
              </a:defRPr>
            </a:lvl1pPr>
            <a:lvl2pPr>
              <a:defRPr sz="2250" b="0">
                <a:solidFill>
                  <a:srgbClr val="424751"/>
                </a:solidFill>
                <a:latin typeface="Noto Sans"/>
                <a:ea typeface="Noto Sans"/>
                <a:cs typeface="Noto Sans"/>
              </a:defRPr>
            </a:lvl2pPr>
            <a:lvl3pPr>
              <a:defRPr sz="2250" b="0">
                <a:solidFill>
                  <a:srgbClr val="424751"/>
                </a:solidFill>
                <a:latin typeface="Noto Sans"/>
                <a:ea typeface="Noto Sans"/>
                <a:cs typeface="Noto Sans"/>
              </a:defRPr>
            </a:lvl3pPr>
            <a:lvl4pPr>
              <a:defRPr sz="2250" b="0">
                <a:solidFill>
                  <a:srgbClr val="424751"/>
                </a:solidFill>
                <a:latin typeface="Noto Sans"/>
                <a:ea typeface="Noto Sans"/>
                <a:cs typeface="Noto Sans"/>
              </a:defRPr>
            </a:lvl4pPr>
            <a:lvl5pPr>
              <a:defRPr sz="2250" b="0">
                <a:solidFill>
                  <a:srgbClr val="424751"/>
                </a:solidFill>
                <a:latin typeface="Noto Sans"/>
                <a:ea typeface="Noto Sans"/>
                <a:cs typeface="Noto Sans"/>
              </a:defRPr>
            </a:lvl5pPr>
            <a:lvl6pPr>
              <a:defRPr sz="2250" b="0">
                <a:solidFill>
                  <a:srgbClr val="424751"/>
                </a:solidFill>
                <a:latin typeface="Noto Sans"/>
                <a:ea typeface="Noto Sans"/>
                <a:cs typeface="Noto Sans"/>
              </a:defRPr>
            </a:lvl6pPr>
            <a:lvl7pPr>
              <a:defRPr sz="2250" b="0">
                <a:solidFill>
                  <a:srgbClr val="424751"/>
                </a:solidFill>
                <a:latin typeface="Noto Sans"/>
                <a:ea typeface="Noto Sans"/>
                <a:cs typeface="Noto Sans"/>
              </a:defRPr>
            </a:lvl7pPr>
            <a:lvl8pPr>
              <a:defRPr sz="2250" b="0">
                <a:solidFill>
                  <a:srgbClr val="424751"/>
                </a:solidFill>
                <a:latin typeface="Noto Sans"/>
                <a:ea typeface="Noto Sans"/>
                <a:cs typeface="Noto Sans"/>
              </a:defRPr>
            </a:lvl8pPr>
            <a:lvl9pPr>
              <a:defRPr sz="2250" b="0">
                <a:solidFill>
                  <a:srgbClr val="424751"/>
                </a:solidFill>
                <a:latin typeface="Noto Sans"/>
                <a:ea typeface="Noto Sans"/>
                <a:cs typeface="Noto Sans"/>
              </a:defRPr>
            </a:lvl9pPr>
          </a:lstStyle>
          <a:p xmlns:a="http://schemas.openxmlformats.org/drawingml/2006/main">
            <a:pPr>
              <a:defRPr sz="2250" b="0">
                <a:solidFill>
                  <a:srgbClr val="424751"/>
                </a:solidFill>
                <a:latin typeface="Noto Sans"/>
                <a:ea typeface="Noto Sans"/>
                <a:cs typeface="Noto Sans"/>
              </a:defRPr>
            </a:pPr>
            <a:r>
              <a:rPr sz="2250" b="0">
                <a:solidFill>
                  <a:srgbClr val="424751"/>
                </a:solidFill>
                <a:latin typeface="Noto Sans"/>
                <a:ea typeface="Noto Sans"/>
                <a:cs typeface="Noto Sans"/>
              </a:rPr>
              <a:t>Giữ cấu trúc nhiệm vụ; thêm phân cấp, màu, component và các state liên quan.</a:t>
            </a:r>
          </a:p>
        </p:txBody>
      </p:sp>
      <p:sp>
        <p:nvSpPr>
          <p:cNvPr id="3" name="08 / 12">
            <a:extLst xmlns:a="http://schemas.openxmlformats.org/drawingml/2006/main">
              <a:ext uri="{FF2B5EF4-FFF2-40B4-BE49-F238E27FC236}">
                <a16:creationId xmlns:a16="http://schemas.microsoft.com/office/drawing/2014/main" id="{65761BE5-8AB9-4D25-A063-790A920EDCD1}"/>
              </a:ext>
            </a:extLst>
          </p:cNvPr>
          <p:cNvSpPr>
            <a:spLocks xmlns:a="http://schemas.openxmlformats.org/drawingml/2006/main" noGrp="1"/>
          </p:cNvSpPr>
          <p:nvPr/>
        </p:nvSpPr>
        <p:spPr>
          <a:xfrm xmlns:a="http://schemas.openxmlformats.org/drawingml/2006/main">
            <a:off x="16097250" y="72390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0">
                <a:solidFill>
                  <a:srgbClr val="424751"/>
                </a:solidFill>
                <a:latin typeface="Noto Sans"/>
                <a:ea typeface="Noto Sans"/>
                <a:cs typeface="Noto Sans"/>
              </a:defRPr>
            </a:defPPr>
            <a:lvl1pPr>
              <a:defRPr sz="1800" b="0">
                <a:solidFill>
                  <a:srgbClr val="424751"/>
                </a:solidFill>
                <a:latin typeface="Noto Sans"/>
                <a:ea typeface="Noto Sans"/>
                <a:cs typeface="Noto Sans"/>
              </a:defRPr>
            </a:lvl1pPr>
            <a:lvl2pPr>
              <a:defRPr sz="1800" b="0">
                <a:solidFill>
                  <a:srgbClr val="424751"/>
                </a:solidFill>
                <a:latin typeface="Noto Sans"/>
                <a:ea typeface="Noto Sans"/>
                <a:cs typeface="Noto Sans"/>
              </a:defRPr>
            </a:lvl2pPr>
            <a:lvl3pPr>
              <a:defRPr sz="1800" b="0">
                <a:solidFill>
                  <a:srgbClr val="424751"/>
                </a:solidFill>
                <a:latin typeface="Noto Sans"/>
                <a:ea typeface="Noto Sans"/>
                <a:cs typeface="Noto Sans"/>
              </a:defRPr>
            </a:lvl3pPr>
            <a:lvl4pPr>
              <a:defRPr sz="1800" b="0">
                <a:solidFill>
                  <a:srgbClr val="424751"/>
                </a:solidFill>
                <a:latin typeface="Noto Sans"/>
                <a:ea typeface="Noto Sans"/>
                <a:cs typeface="Noto Sans"/>
              </a:defRPr>
            </a:lvl4pPr>
            <a:lvl5pPr>
              <a:defRPr sz="1800" b="0">
                <a:solidFill>
                  <a:srgbClr val="424751"/>
                </a:solidFill>
                <a:latin typeface="Noto Sans"/>
                <a:ea typeface="Noto Sans"/>
                <a:cs typeface="Noto Sans"/>
              </a:defRPr>
            </a:lvl5pPr>
            <a:lvl6pPr>
              <a:defRPr sz="1800" b="0">
                <a:solidFill>
                  <a:srgbClr val="424751"/>
                </a:solidFill>
                <a:latin typeface="Noto Sans"/>
                <a:ea typeface="Noto Sans"/>
                <a:cs typeface="Noto Sans"/>
              </a:defRPr>
            </a:lvl6pPr>
            <a:lvl7pPr>
              <a:defRPr sz="1800" b="0">
                <a:solidFill>
                  <a:srgbClr val="424751"/>
                </a:solidFill>
                <a:latin typeface="Noto Sans"/>
                <a:ea typeface="Noto Sans"/>
                <a:cs typeface="Noto Sans"/>
              </a:defRPr>
            </a:lvl7pPr>
            <a:lvl8pPr>
              <a:defRPr sz="1800" b="0">
                <a:solidFill>
                  <a:srgbClr val="424751"/>
                </a:solidFill>
                <a:latin typeface="Noto Sans"/>
                <a:ea typeface="Noto Sans"/>
                <a:cs typeface="Noto Sans"/>
              </a:defRPr>
            </a:lvl8pPr>
            <a:lvl9pPr>
              <a:defRPr sz="1800" b="0">
                <a:solidFill>
                  <a:srgbClr val="424751"/>
                </a:solidFill>
                <a:latin typeface="Noto Sans"/>
                <a:ea typeface="Noto Sans"/>
                <a:cs typeface="Noto Sans"/>
              </a:defRPr>
            </a:lvl9pPr>
          </a:lstStyle>
          <a:p xmlns:a="http://schemas.openxmlformats.org/drawingml/2006/main">
            <a:pPr>
              <a:defRPr sz="1800" b="0">
                <a:solidFill>
                  <a:srgbClr val="424751"/>
                </a:solidFill>
                <a:latin typeface="Noto Sans"/>
                <a:ea typeface="Noto Sans"/>
                <a:cs typeface="Noto Sans"/>
              </a:defRPr>
            </a:pPr>
            <a:r>
              <a:rPr sz="1800" b="0">
                <a:solidFill>
                  <a:srgbClr val="424751"/>
                </a:solidFill>
                <a:latin typeface="Noto Sans"/>
                <a:ea typeface="Noto Sans"/>
                <a:cs typeface="Noto Sans"/>
              </a:rPr>
              <a:t>08 / 12</a:t>
            </a:r>
          </a:p>
        </p:txBody>
      </p:sp>
      <p:sp>
        <p:nvSpPr>
          <p:cNvPr id="4" name="Nguồn">
            <a:extLst xmlns:a="http://schemas.openxmlformats.org/drawingml/2006/main">
              <a:ext uri="{FF2B5EF4-FFF2-40B4-BE49-F238E27FC236}">
                <a16:creationId xmlns:a16="http://schemas.microsoft.com/office/drawing/2014/main" id="{180A6B0E-3B0B-4423-9E1B-F1D0E6E6E045}"/>
              </a:ext>
            </a:extLst>
          </p:cNvPr>
          <p:cNvSpPr>
            <a:spLocks xmlns:a="http://schemas.openxmlformats.org/drawingml/2006/main" noGrp="1"/>
          </p:cNvSpPr>
          <p:nvPr/>
        </p:nvSpPr>
        <p:spPr>
          <a:xfrm xmlns:a="http://schemas.openxmlformats.org/drawingml/2006/main">
            <a:off x="990600" y="9467850"/>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424751"/>
                </a:solidFill>
                <a:latin typeface="Noto Sans"/>
                <a:ea typeface="Noto Sans"/>
                <a:cs typeface="Noto Sans"/>
              </a:defRPr>
            </a:defPPr>
            <a:lvl1pPr>
              <a:defRPr sz="1650" b="0">
                <a:solidFill>
                  <a:srgbClr val="424751"/>
                </a:solidFill>
                <a:latin typeface="Noto Sans"/>
                <a:ea typeface="Noto Sans"/>
                <a:cs typeface="Noto Sans"/>
              </a:defRPr>
            </a:lvl1pPr>
            <a:lvl2pPr>
              <a:defRPr sz="1650" b="0">
                <a:solidFill>
                  <a:srgbClr val="424751"/>
                </a:solidFill>
                <a:latin typeface="Noto Sans"/>
                <a:ea typeface="Noto Sans"/>
                <a:cs typeface="Noto Sans"/>
              </a:defRPr>
            </a:lvl2pPr>
            <a:lvl3pPr>
              <a:defRPr sz="1650" b="0">
                <a:solidFill>
                  <a:srgbClr val="424751"/>
                </a:solidFill>
                <a:latin typeface="Noto Sans"/>
                <a:ea typeface="Noto Sans"/>
                <a:cs typeface="Noto Sans"/>
              </a:defRPr>
            </a:lvl3pPr>
            <a:lvl4pPr>
              <a:defRPr sz="1650" b="0">
                <a:solidFill>
                  <a:srgbClr val="424751"/>
                </a:solidFill>
                <a:latin typeface="Noto Sans"/>
                <a:ea typeface="Noto Sans"/>
                <a:cs typeface="Noto Sans"/>
              </a:defRPr>
            </a:lvl4pPr>
            <a:lvl5pPr>
              <a:defRPr sz="1650" b="0">
                <a:solidFill>
                  <a:srgbClr val="424751"/>
                </a:solidFill>
                <a:latin typeface="Noto Sans"/>
                <a:ea typeface="Noto Sans"/>
                <a:cs typeface="Noto Sans"/>
              </a:defRPr>
            </a:lvl5pPr>
            <a:lvl6pPr>
              <a:defRPr sz="1650" b="0">
                <a:solidFill>
                  <a:srgbClr val="424751"/>
                </a:solidFill>
                <a:latin typeface="Noto Sans"/>
                <a:ea typeface="Noto Sans"/>
                <a:cs typeface="Noto Sans"/>
              </a:defRPr>
            </a:lvl6pPr>
            <a:lvl7pPr>
              <a:defRPr sz="1650" b="0">
                <a:solidFill>
                  <a:srgbClr val="424751"/>
                </a:solidFill>
                <a:latin typeface="Noto Sans"/>
                <a:ea typeface="Noto Sans"/>
                <a:cs typeface="Noto Sans"/>
              </a:defRPr>
            </a:lvl7pPr>
            <a:lvl8pPr>
              <a:defRPr sz="1650" b="0">
                <a:solidFill>
                  <a:srgbClr val="424751"/>
                </a:solidFill>
                <a:latin typeface="Noto Sans"/>
                <a:ea typeface="Noto Sans"/>
                <a:cs typeface="Noto Sans"/>
              </a:defRPr>
            </a:lvl8pPr>
            <a:lvl9pPr>
              <a:defRPr sz="1650" b="0">
                <a:solidFill>
                  <a:srgbClr val="424751"/>
                </a:solidFill>
                <a:latin typeface="Noto Sans"/>
                <a:ea typeface="Noto Sans"/>
                <a:cs typeface="Noto Sans"/>
              </a:defRPr>
            </a:lvl9pPr>
          </a:lstStyle>
          <a:p xmlns:a="http://schemas.openxmlformats.org/drawingml/2006/main">
            <a:pPr>
              <a:defRPr sz="1650" b="0">
                <a:solidFill>
                  <a:srgbClr val="424751"/>
                </a:solidFill>
                <a:latin typeface="Noto Sans"/>
                <a:ea typeface="Noto Sans"/>
                <a:cs typeface="Noto Sans"/>
              </a:defRPr>
            </a:pPr>
            <a:r>
              <a:rPr sz="1650" b="0">
                <a:solidFill>
                  <a:srgbClr val="424751"/>
                </a:solidFill>
                <a:latin typeface="Noto Sans"/>
                <a:ea typeface="Noto Sans"/>
                <a:cs typeface="Noto Sans"/>
              </a:rPr>
              <a:t>Nguồn</a:t>
            </a:r>
          </a:p>
        </p:txBody>
      </p:sp>
      <p:sp>
        <p:nvSpPr>
          <p:cNvPr id="5" name="Wireframe nguồn Stitch S07">
            <a:extLst xmlns:a="http://schemas.openxmlformats.org/drawingml/2006/main">
              <a:ext uri="{FF2B5EF4-FFF2-40B4-BE49-F238E27FC236}">
                <a16:creationId xmlns:a16="http://schemas.microsoft.com/office/drawing/2014/main" id="{92049939-2A72-4441-B66D-C2393700F7D9}"/>
              </a:ext>
            </a:extLst>
          </p:cNvPr>
          <p:cNvSpPr>
            <a:spLocks xmlns:a="http://schemas.openxmlformats.org/drawingml/2006/main" noGrp="1"/>
          </p:cNvSpPr>
          <p:nvPr/>
        </p:nvSpPr>
        <p:spPr>
          <a:xfrm xmlns:a="http://schemas.openxmlformats.org/drawingml/2006/main">
            <a:off x="2047875" y="9467850"/>
            <a:ext cx="5000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1E5AA8"/>
                </a:solidFill>
                <a:latin typeface="Noto Sans"/>
                <a:ea typeface="Noto Sans"/>
                <a:cs typeface="Noto Sans"/>
              </a:defRPr>
            </a:defPPr>
            <a:lvl1pPr>
              <a:defRPr sz="1650" b="0">
                <a:solidFill>
                  <a:srgbClr val="1E5AA8"/>
                </a:solidFill>
                <a:latin typeface="Noto Sans"/>
                <a:ea typeface="Noto Sans"/>
                <a:cs typeface="Noto Sans"/>
              </a:defRPr>
            </a:lvl1pPr>
            <a:lvl2pPr>
              <a:defRPr sz="1650" b="0">
                <a:solidFill>
                  <a:srgbClr val="1E5AA8"/>
                </a:solidFill>
                <a:latin typeface="Noto Sans"/>
                <a:ea typeface="Noto Sans"/>
                <a:cs typeface="Noto Sans"/>
              </a:defRPr>
            </a:lvl2pPr>
            <a:lvl3pPr>
              <a:defRPr sz="1650" b="0">
                <a:solidFill>
                  <a:srgbClr val="1E5AA8"/>
                </a:solidFill>
                <a:latin typeface="Noto Sans"/>
                <a:ea typeface="Noto Sans"/>
                <a:cs typeface="Noto Sans"/>
              </a:defRPr>
            </a:lvl3pPr>
            <a:lvl4pPr>
              <a:defRPr sz="1650" b="0">
                <a:solidFill>
                  <a:srgbClr val="1E5AA8"/>
                </a:solidFill>
                <a:latin typeface="Noto Sans"/>
                <a:ea typeface="Noto Sans"/>
                <a:cs typeface="Noto Sans"/>
              </a:defRPr>
            </a:lvl4pPr>
            <a:lvl5pPr>
              <a:defRPr sz="1650" b="0">
                <a:solidFill>
                  <a:srgbClr val="1E5AA8"/>
                </a:solidFill>
                <a:latin typeface="Noto Sans"/>
                <a:ea typeface="Noto Sans"/>
                <a:cs typeface="Noto Sans"/>
              </a:defRPr>
            </a:lvl5pPr>
            <a:lvl6pPr>
              <a:defRPr sz="1650" b="0">
                <a:solidFill>
                  <a:srgbClr val="1E5AA8"/>
                </a:solidFill>
                <a:latin typeface="Noto Sans"/>
                <a:ea typeface="Noto Sans"/>
                <a:cs typeface="Noto Sans"/>
              </a:defRPr>
            </a:lvl6pPr>
            <a:lvl7pPr>
              <a:defRPr sz="1650" b="0">
                <a:solidFill>
                  <a:srgbClr val="1E5AA8"/>
                </a:solidFill>
                <a:latin typeface="Noto Sans"/>
                <a:ea typeface="Noto Sans"/>
                <a:cs typeface="Noto Sans"/>
              </a:defRPr>
            </a:lvl7pPr>
            <a:lvl8pPr>
              <a:defRPr sz="1650" b="0">
                <a:solidFill>
                  <a:srgbClr val="1E5AA8"/>
                </a:solidFill>
                <a:latin typeface="Noto Sans"/>
                <a:ea typeface="Noto Sans"/>
                <a:cs typeface="Noto Sans"/>
              </a:defRPr>
            </a:lvl8pPr>
            <a:lvl9pPr>
              <a:defRPr sz="1650" b="0">
                <a:solidFill>
                  <a:srgbClr val="1E5AA8"/>
                </a:solidFill>
                <a:latin typeface="Noto Sans"/>
                <a:ea typeface="Noto Sans"/>
                <a:cs typeface="Noto Sans"/>
              </a:defRPr>
            </a:lvl9pPr>
          </a:lstStyle>
          <a:p xmlns:a="http://schemas.openxmlformats.org/drawingml/2006/main">
            <a:pPr>
              <a:defRPr sz="1650" b="0">
                <a:solidFill>
                  <a:srgbClr val="1E5AA8"/>
                </a:solidFill>
                <a:latin typeface="Noto Sans"/>
                <a:ea typeface="Noto Sans"/>
                <a:cs typeface="Noto Sans"/>
              </a:defRPr>
            </a:pPr>
            <a:r>
              <a:rPr sz="1650" b="0">
                <a:solidFill>
                  <a:srgbClr val="1E5AA8"/>
                </a:solidFill>
                <a:latin typeface="Noto Sans"/>
                <a:ea typeface="Noto Sans"/>
                <a:cs typeface="Noto Sans"/>
                <a:hlinkClick xmlns:r="http://schemas.openxmlformats.org/officeDocument/2006/relationships" r:id="R1af4d176fa0d4a5a"/>
              </a:rPr>
              <a:t>Wireframe nguồn Stitch S07</a:t>
            </a:r>
          </a:p>
        </p:txBody>
      </p:sp>
      <p:sp>
        <p:nvSpPr>
          <p:cNvPr id="6" name="Figma 03 Final UI">
            <a:extLst xmlns:a="http://schemas.openxmlformats.org/drawingml/2006/main">
              <a:ext uri="{FF2B5EF4-FFF2-40B4-BE49-F238E27FC236}">
                <a16:creationId xmlns:a16="http://schemas.microsoft.com/office/drawing/2014/main" id="{D26F2943-4183-4284-B5CB-AFC95945EB34}"/>
              </a:ext>
            </a:extLst>
          </p:cNvPr>
          <p:cNvSpPr>
            <a:spLocks xmlns:a="http://schemas.openxmlformats.org/drawingml/2006/main" noGrp="1"/>
          </p:cNvSpPr>
          <p:nvPr/>
        </p:nvSpPr>
        <p:spPr>
          <a:xfrm xmlns:a="http://schemas.openxmlformats.org/drawingml/2006/main">
            <a:off x="7191375" y="9467850"/>
            <a:ext cx="5000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1E5AA8"/>
                </a:solidFill>
                <a:latin typeface="Noto Sans"/>
                <a:ea typeface="Noto Sans"/>
                <a:cs typeface="Noto Sans"/>
              </a:defRPr>
            </a:defPPr>
            <a:lvl1pPr>
              <a:defRPr sz="1650" b="0">
                <a:solidFill>
                  <a:srgbClr val="1E5AA8"/>
                </a:solidFill>
                <a:latin typeface="Noto Sans"/>
                <a:ea typeface="Noto Sans"/>
                <a:cs typeface="Noto Sans"/>
              </a:defRPr>
            </a:lvl1pPr>
            <a:lvl2pPr>
              <a:defRPr sz="1650" b="0">
                <a:solidFill>
                  <a:srgbClr val="1E5AA8"/>
                </a:solidFill>
                <a:latin typeface="Noto Sans"/>
                <a:ea typeface="Noto Sans"/>
                <a:cs typeface="Noto Sans"/>
              </a:defRPr>
            </a:lvl2pPr>
            <a:lvl3pPr>
              <a:defRPr sz="1650" b="0">
                <a:solidFill>
                  <a:srgbClr val="1E5AA8"/>
                </a:solidFill>
                <a:latin typeface="Noto Sans"/>
                <a:ea typeface="Noto Sans"/>
                <a:cs typeface="Noto Sans"/>
              </a:defRPr>
            </a:lvl3pPr>
            <a:lvl4pPr>
              <a:defRPr sz="1650" b="0">
                <a:solidFill>
                  <a:srgbClr val="1E5AA8"/>
                </a:solidFill>
                <a:latin typeface="Noto Sans"/>
                <a:ea typeface="Noto Sans"/>
                <a:cs typeface="Noto Sans"/>
              </a:defRPr>
            </a:lvl4pPr>
            <a:lvl5pPr>
              <a:defRPr sz="1650" b="0">
                <a:solidFill>
                  <a:srgbClr val="1E5AA8"/>
                </a:solidFill>
                <a:latin typeface="Noto Sans"/>
                <a:ea typeface="Noto Sans"/>
                <a:cs typeface="Noto Sans"/>
              </a:defRPr>
            </a:lvl5pPr>
            <a:lvl6pPr>
              <a:defRPr sz="1650" b="0">
                <a:solidFill>
                  <a:srgbClr val="1E5AA8"/>
                </a:solidFill>
                <a:latin typeface="Noto Sans"/>
                <a:ea typeface="Noto Sans"/>
                <a:cs typeface="Noto Sans"/>
              </a:defRPr>
            </a:lvl6pPr>
            <a:lvl7pPr>
              <a:defRPr sz="1650" b="0">
                <a:solidFill>
                  <a:srgbClr val="1E5AA8"/>
                </a:solidFill>
                <a:latin typeface="Noto Sans"/>
                <a:ea typeface="Noto Sans"/>
                <a:cs typeface="Noto Sans"/>
              </a:defRPr>
            </a:lvl7pPr>
            <a:lvl8pPr>
              <a:defRPr sz="1650" b="0">
                <a:solidFill>
                  <a:srgbClr val="1E5AA8"/>
                </a:solidFill>
                <a:latin typeface="Noto Sans"/>
                <a:ea typeface="Noto Sans"/>
                <a:cs typeface="Noto Sans"/>
              </a:defRPr>
            </a:lvl8pPr>
            <a:lvl9pPr>
              <a:defRPr sz="1650" b="0">
                <a:solidFill>
                  <a:srgbClr val="1E5AA8"/>
                </a:solidFill>
                <a:latin typeface="Noto Sans"/>
                <a:ea typeface="Noto Sans"/>
                <a:cs typeface="Noto Sans"/>
              </a:defRPr>
            </a:lvl9pPr>
          </a:lstStyle>
          <a:p xmlns:a="http://schemas.openxmlformats.org/drawingml/2006/main">
            <a:pPr>
              <a:defRPr sz="1650" b="0">
                <a:solidFill>
                  <a:srgbClr val="1E5AA8"/>
                </a:solidFill>
                <a:latin typeface="Noto Sans"/>
                <a:ea typeface="Noto Sans"/>
                <a:cs typeface="Noto Sans"/>
              </a:defRPr>
            </a:pPr>
            <a:r>
              <a:rPr sz="1650" b="0">
                <a:solidFill>
                  <a:srgbClr val="1E5AA8"/>
                </a:solidFill>
                <a:latin typeface="Noto Sans"/>
                <a:ea typeface="Noto Sans"/>
                <a:cs typeface="Noto Sans"/>
                <a:hlinkClick xmlns:r="http://schemas.openxmlformats.org/officeDocument/2006/relationships" r:id="R1b7cc5d5e4e8494b"/>
              </a:rPr>
              <a:t>Figma 03 Final UI</a:t>
            </a:r>
          </a:p>
        </p:txBody>
      </p:sp>
      <p:sp>
        <p:nvSpPr>
          <p:cNvPr id="7" name="Nguồn ảnh và node">
            <a:extLst xmlns:a="http://schemas.openxmlformats.org/drawingml/2006/main">
              <a:ext uri="{FF2B5EF4-FFF2-40B4-BE49-F238E27FC236}">
                <a16:creationId xmlns:a16="http://schemas.microsoft.com/office/drawing/2014/main" id="{44C14C34-A9FD-4587-97DD-355F4751DAB3}"/>
              </a:ext>
            </a:extLst>
          </p:cNvPr>
          <p:cNvSpPr>
            <a:spLocks xmlns:a="http://schemas.openxmlformats.org/drawingml/2006/main" noGrp="1"/>
          </p:cNvSpPr>
          <p:nvPr/>
        </p:nvSpPr>
        <p:spPr>
          <a:xfrm xmlns:a="http://schemas.openxmlformats.org/drawingml/2006/main">
            <a:off x="12334875" y="9467850"/>
            <a:ext cx="5000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1E5AA8"/>
                </a:solidFill>
                <a:latin typeface="Noto Sans"/>
                <a:ea typeface="Noto Sans"/>
                <a:cs typeface="Noto Sans"/>
              </a:defRPr>
            </a:defPPr>
            <a:lvl1pPr>
              <a:defRPr sz="1650" b="0">
                <a:solidFill>
                  <a:srgbClr val="1E5AA8"/>
                </a:solidFill>
                <a:latin typeface="Noto Sans"/>
                <a:ea typeface="Noto Sans"/>
                <a:cs typeface="Noto Sans"/>
              </a:defRPr>
            </a:lvl1pPr>
            <a:lvl2pPr>
              <a:defRPr sz="1650" b="0">
                <a:solidFill>
                  <a:srgbClr val="1E5AA8"/>
                </a:solidFill>
                <a:latin typeface="Noto Sans"/>
                <a:ea typeface="Noto Sans"/>
                <a:cs typeface="Noto Sans"/>
              </a:defRPr>
            </a:lvl2pPr>
            <a:lvl3pPr>
              <a:defRPr sz="1650" b="0">
                <a:solidFill>
                  <a:srgbClr val="1E5AA8"/>
                </a:solidFill>
                <a:latin typeface="Noto Sans"/>
                <a:ea typeface="Noto Sans"/>
                <a:cs typeface="Noto Sans"/>
              </a:defRPr>
            </a:lvl3pPr>
            <a:lvl4pPr>
              <a:defRPr sz="1650" b="0">
                <a:solidFill>
                  <a:srgbClr val="1E5AA8"/>
                </a:solidFill>
                <a:latin typeface="Noto Sans"/>
                <a:ea typeface="Noto Sans"/>
                <a:cs typeface="Noto Sans"/>
              </a:defRPr>
            </a:lvl4pPr>
            <a:lvl5pPr>
              <a:defRPr sz="1650" b="0">
                <a:solidFill>
                  <a:srgbClr val="1E5AA8"/>
                </a:solidFill>
                <a:latin typeface="Noto Sans"/>
                <a:ea typeface="Noto Sans"/>
                <a:cs typeface="Noto Sans"/>
              </a:defRPr>
            </a:lvl5pPr>
            <a:lvl6pPr>
              <a:defRPr sz="1650" b="0">
                <a:solidFill>
                  <a:srgbClr val="1E5AA8"/>
                </a:solidFill>
                <a:latin typeface="Noto Sans"/>
                <a:ea typeface="Noto Sans"/>
                <a:cs typeface="Noto Sans"/>
              </a:defRPr>
            </a:lvl6pPr>
            <a:lvl7pPr>
              <a:defRPr sz="1650" b="0">
                <a:solidFill>
                  <a:srgbClr val="1E5AA8"/>
                </a:solidFill>
                <a:latin typeface="Noto Sans"/>
                <a:ea typeface="Noto Sans"/>
                <a:cs typeface="Noto Sans"/>
              </a:defRPr>
            </a:lvl7pPr>
            <a:lvl8pPr>
              <a:defRPr sz="1650" b="0">
                <a:solidFill>
                  <a:srgbClr val="1E5AA8"/>
                </a:solidFill>
                <a:latin typeface="Noto Sans"/>
                <a:ea typeface="Noto Sans"/>
                <a:cs typeface="Noto Sans"/>
              </a:defRPr>
            </a:lvl8pPr>
            <a:lvl9pPr>
              <a:defRPr sz="1650" b="0">
                <a:solidFill>
                  <a:srgbClr val="1E5AA8"/>
                </a:solidFill>
                <a:latin typeface="Noto Sans"/>
                <a:ea typeface="Noto Sans"/>
                <a:cs typeface="Noto Sans"/>
              </a:defRPr>
            </a:lvl9pPr>
          </a:lstStyle>
          <a:p xmlns:a="http://schemas.openxmlformats.org/drawingml/2006/main">
            <a:pPr>
              <a:defRPr sz="1650" b="0">
                <a:solidFill>
                  <a:srgbClr val="1E5AA8"/>
                </a:solidFill>
                <a:latin typeface="Noto Sans"/>
                <a:ea typeface="Noto Sans"/>
                <a:cs typeface="Noto Sans"/>
              </a:defRPr>
            </a:pPr>
            <a:r>
              <a:rPr sz="1650" b="0">
                <a:solidFill>
                  <a:srgbClr val="1E5AA8"/>
                </a:solidFill>
                <a:latin typeface="Noto Sans"/>
                <a:ea typeface="Noto Sans"/>
                <a:cs typeface="Noto Sans"/>
                <a:hlinkClick xmlns:r="http://schemas.openxmlformats.org/officeDocument/2006/relationships" r:id="R56c71a7eec924538"/>
              </a:rPr>
              <a:t>Nguồn ảnh và node</a:t>
            </a:r>
          </a:p>
        </p:txBody>
      </p:sp>
      <p:sp>
        <p:nvSpPr>
          <p:cNvPr id="8" name="Wireframe S07">
            <a:extLst xmlns:a="http://schemas.openxmlformats.org/drawingml/2006/main">
              <a:ext uri="{FF2B5EF4-FFF2-40B4-BE49-F238E27FC236}">
                <a16:creationId xmlns:a16="http://schemas.microsoft.com/office/drawing/2014/main" id="{741647B7-8C09-41E6-B097-DD66B2250CFC}"/>
              </a:ext>
            </a:extLst>
          </p:cNvPr>
          <p:cNvSpPr>
            <a:spLocks xmlns:a="http://schemas.openxmlformats.org/drawingml/2006/main" noGrp="1"/>
          </p:cNvSpPr>
          <p:nvPr/>
        </p:nvSpPr>
        <p:spPr>
          <a:xfrm xmlns:a="http://schemas.openxmlformats.org/drawingml/2006/main">
            <a:off x="1047750" y="2714625"/>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E5AA8"/>
                </a:solidFill>
                <a:latin typeface="Noto Sans"/>
                <a:ea typeface="Noto Sans"/>
                <a:cs typeface="Noto Sans"/>
              </a:defRPr>
            </a:defPPr>
            <a:lvl1pPr>
              <a:defRPr sz="2250" b="1">
                <a:solidFill>
                  <a:srgbClr val="1E5AA8"/>
                </a:solidFill>
                <a:latin typeface="Noto Sans"/>
                <a:ea typeface="Noto Sans"/>
                <a:cs typeface="Noto Sans"/>
              </a:defRPr>
            </a:lvl1pPr>
            <a:lvl2pPr>
              <a:defRPr sz="2250" b="1">
                <a:solidFill>
                  <a:srgbClr val="1E5AA8"/>
                </a:solidFill>
                <a:latin typeface="Noto Sans"/>
                <a:ea typeface="Noto Sans"/>
                <a:cs typeface="Noto Sans"/>
              </a:defRPr>
            </a:lvl2pPr>
            <a:lvl3pPr>
              <a:defRPr sz="2250" b="1">
                <a:solidFill>
                  <a:srgbClr val="1E5AA8"/>
                </a:solidFill>
                <a:latin typeface="Noto Sans"/>
                <a:ea typeface="Noto Sans"/>
                <a:cs typeface="Noto Sans"/>
              </a:defRPr>
            </a:lvl3pPr>
            <a:lvl4pPr>
              <a:defRPr sz="2250" b="1">
                <a:solidFill>
                  <a:srgbClr val="1E5AA8"/>
                </a:solidFill>
                <a:latin typeface="Noto Sans"/>
                <a:ea typeface="Noto Sans"/>
                <a:cs typeface="Noto Sans"/>
              </a:defRPr>
            </a:lvl4pPr>
            <a:lvl5pPr>
              <a:defRPr sz="2250" b="1">
                <a:solidFill>
                  <a:srgbClr val="1E5AA8"/>
                </a:solidFill>
                <a:latin typeface="Noto Sans"/>
                <a:ea typeface="Noto Sans"/>
                <a:cs typeface="Noto Sans"/>
              </a:defRPr>
            </a:lvl5pPr>
            <a:lvl6pPr>
              <a:defRPr sz="2250" b="1">
                <a:solidFill>
                  <a:srgbClr val="1E5AA8"/>
                </a:solidFill>
                <a:latin typeface="Noto Sans"/>
                <a:ea typeface="Noto Sans"/>
                <a:cs typeface="Noto Sans"/>
              </a:defRPr>
            </a:lvl6pPr>
            <a:lvl7pPr>
              <a:defRPr sz="2250" b="1">
                <a:solidFill>
                  <a:srgbClr val="1E5AA8"/>
                </a:solidFill>
                <a:latin typeface="Noto Sans"/>
                <a:ea typeface="Noto Sans"/>
                <a:cs typeface="Noto Sans"/>
              </a:defRPr>
            </a:lvl7pPr>
            <a:lvl8pPr>
              <a:defRPr sz="2250" b="1">
                <a:solidFill>
                  <a:srgbClr val="1E5AA8"/>
                </a:solidFill>
                <a:latin typeface="Noto Sans"/>
                <a:ea typeface="Noto Sans"/>
                <a:cs typeface="Noto Sans"/>
              </a:defRPr>
            </a:lvl8pPr>
            <a:lvl9pPr>
              <a:defRPr sz="2250" b="1">
                <a:solidFill>
                  <a:srgbClr val="1E5AA8"/>
                </a:solidFill>
                <a:latin typeface="Noto Sans"/>
                <a:ea typeface="Noto Sans"/>
                <a:cs typeface="Noto Sans"/>
              </a:defRPr>
            </a:lvl9pPr>
          </a:lstStyle>
          <a:p xmlns:a="http://schemas.openxmlformats.org/drawingml/2006/main">
            <a:pPr>
              <a:defRPr sz="2250" b="1">
                <a:solidFill>
                  <a:srgbClr val="1E5AA8"/>
                </a:solidFill>
                <a:latin typeface="Noto Sans"/>
                <a:ea typeface="Noto Sans"/>
                <a:cs typeface="Noto Sans"/>
              </a:defRPr>
            </a:pPr>
            <a:r>
              <a:rPr sz="2250" b="1">
                <a:solidFill>
                  <a:srgbClr val="1E5AA8"/>
                </a:solidFill>
                <a:latin typeface="Noto Sans"/>
                <a:ea typeface="Noto Sans"/>
                <a:cs typeface="Noto Sans"/>
              </a:rPr>
              <a:t>Wireframe S07</a:t>
            </a:r>
          </a:p>
        </p:txBody>
      </p:sp>
      <p:sp>
        <p:nvSpPr>
          <p:cNvPr id="9" name="Figma S07">
            <a:extLst xmlns:a="http://schemas.openxmlformats.org/drawingml/2006/main">
              <a:ext uri="{FF2B5EF4-FFF2-40B4-BE49-F238E27FC236}">
                <a16:creationId xmlns:a16="http://schemas.microsoft.com/office/drawing/2014/main" id="{EAE2E6AE-6214-47F1-86B3-8CC1D69007F6}"/>
              </a:ext>
            </a:extLst>
          </p:cNvPr>
          <p:cNvSpPr>
            <a:spLocks xmlns:a="http://schemas.openxmlformats.org/drawingml/2006/main" noGrp="1"/>
          </p:cNvSpPr>
          <p:nvPr/>
        </p:nvSpPr>
        <p:spPr>
          <a:xfrm xmlns:a="http://schemas.openxmlformats.org/drawingml/2006/main">
            <a:off x="4000500" y="2714625"/>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E5AA8"/>
                </a:solidFill>
                <a:latin typeface="Noto Sans"/>
                <a:ea typeface="Noto Sans"/>
                <a:cs typeface="Noto Sans"/>
              </a:defRPr>
            </a:defPPr>
            <a:lvl1pPr>
              <a:defRPr sz="2250" b="1">
                <a:solidFill>
                  <a:srgbClr val="1E5AA8"/>
                </a:solidFill>
                <a:latin typeface="Noto Sans"/>
                <a:ea typeface="Noto Sans"/>
                <a:cs typeface="Noto Sans"/>
              </a:defRPr>
            </a:lvl1pPr>
            <a:lvl2pPr>
              <a:defRPr sz="2250" b="1">
                <a:solidFill>
                  <a:srgbClr val="1E5AA8"/>
                </a:solidFill>
                <a:latin typeface="Noto Sans"/>
                <a:ea typeface="Noto Sans"/>
                <a:cs typeface="Noto Sans"/>
              </a:defRPr>
            </a:lvl2pPr>
            <a:lvl3pPr>
              <a:defRPr sz="2250" b="1">
                <a:solidFill>
                  <a:srgbClr val="1E5AA8"/>
                </a:solidFill>
                <a:latin typeface="Noto Sans"/>
                <a:ea typeface="Noto Sans"/>
                <a:cs typeface="Noto Sans"/>
              </a:defRPr>
            </a:lvl3pPr>
            <a:lvl4pPr>
              <a:defRPr sz="2250" b="1">
                <a:solidFill>
                  <a:srgbClr val="1E5AA8"/>
                </a:solidFill>
                <a:latin typeface="Noto Sans"/>
                <a:ea typeface="Noto Sans"/>
                <a:cs typeface="Noto Sans"/>
              </a:defRPr>
            </a:lvl4pPr>
            <a:lvl5pPr>
              <a:defRPr sz="2250" b="1">
                <a:solidFill>
                  <a:srgbClr val="1E5AA8"/>
                </a:solidFill>
                <a:latin typeface="Noto Sans"/>
                <a:ea typeface="Noto Sans"/>
                <a:cs typeface="Noto Sans"/>
              </a:defRPr>
            </a:lvl5pPr>
            <a:lvl6pPr>
              <a:defRPr sz="2250" b="1">
                <a:solidFill>
                  <a:srgbClr val="1E5AA8"/>
                </a:solidFill>
                <a:latin typeface="Noto Sans"/>
                <a:ea typeface="Noto Sans"/>
                <a:cs typeface="Noto Sans"/>
              </a:defRPr>
            </a:lvl6pPr>
            <a:lvl7pPr>
              <a:defRPr sz="2250" b="1">
                <a:solidFill>
                  <a:srgbClr val="1E5AA8"/>
                </a:solidFill>
                <a:latin typeface="Noto Sans"/>
                <a:ea typeface="Noto Sans"/>
                <a:cs typeface="Noto Sans"/>
              </a:defRPr>
            </a:lvl7pPr>
            <a:lvl8pPr>
              <a:defRPr sz="2250" b="1">
                <a:solidFill>
                  <a:srgbClr val="1E5AA8"/>
                </a:solidFill>
                <a:latin typeface="Noto Sans"/>
                <a:ea typeface="Noto Sans"/>
                <a:cs typeface="Noto Sans"/>
              </a:defRPr>
            </a:lvl8pPr>
            <a:lvl9pPr>
              <a:defRPr sz="2250" b="1">
                <a:solidFill>
                  <a:srgbClr val="1E5AA8"/>
                </a:solidFill>
                <a:latin typeface="Noto Sans"/>
                <a:ea typeface="Noto Sans"/>
                <a:cs typeface="Noto Sans"/>
              </a:defRPr>
            </a:lvl9pPr>
          </a:lstStyle>
          <a:p xmlns:a="http://schemas.openxmlformats.org/drawingml/2006/main">
            <a:pPr>
              <a:defRPr sz="2250" b="1">
                <a:solidFill>
                  <a:srgbClr val="1E5AA8"/>
                </a:solidFill>
                <a:latin typeface="Noto Sans"/>
                <a:ea typeface="Noto Sans"/>
                <a:cs typeface="Noto Sans"/>
              </a:defRPr>
            </a:pPr>
            <a:r>
              <a:rPr sz="2250" b="1">
                <a:solidFill>
                  <a:srgbClr val="1E5AA8"/>
                </a:solidFill>
                <a:latin typeface="Noto Sans"/>
                <a:ea typeface="Noto Sans"/>
                <a:cs typeface="Noto Sans"/>
              </a:rPr>
              <a:t>Figma S07</a:t>
            </a:r>
          </a:p>
        </p:txBody>
      </p:sp>
      <p:pic>
        <p:nvPicPr>
          <p:cNvPr id="10" name="">
            <a:extLst xmlns:a="http://schemas.openxmlformats.org/drawingml/2006/main">
              <a:ext uri="{FF2B5EF4-FFF2-40B4-BE49-F238E27FC236}">
                <a16:creationId xmlns:a16="http://schemas.microsoft.com/office/drawing/2014/main" id="{8E84CC1C-3767-49D9-A124-684854EF09FF}"/>
              </a:ext>
            </a:extLst>
          </p:cNvPr>
          <p:cNvPicPr>
            <a:picLocks xmlns:a="http://schemas.openxmlformats.org/drawingml/2006/main" noChangeAspect="1"/>
          </p:cNvPicPr>
          <p:nvPr/>
        </p:nvPicPr>
        <p:blipFill>
          <a:blip xmlns:r="http://schemas.openxmlformats.org/officeDocument/2006/relationships" xmlns:a="http://schemas.openxmlformats.org/drawingml/2006/main" r:embed="Rcf0b05b4106544a3"/>
          <a:stretch xmlns:a="http://schemas.openxmlformats.org/drawingml/2006/main"/>
        </p:blipFill>
        <p:spPr>
          <a:xfrm xmlns:a="http://schemas.openxmlformats.org/drawingml/2006/main">
            <a:off x="1126713" y="3333750"/>
            <a:ext cx="2356673" cy="5505450"/>
          </a:xfrm>
          <a:prstGeom xmlns:a="http://schemas.openxmlformats.org/drawingml/2006/main" prst="rect">
            <a:avLst/>
          </a:prstGeom>
        </p:spPr>
      </p:pic>
      <p:pic>
        <p:nvPicPr>
          <p:cNvPr id="11" name="">
            <a:extLst xmlns:a="http://schemas.openxmlformats.org/drawingml/2006/main">
              <a:ext uri="{FF2B5EF4-FFF2-40B4-BE49-F238E27FC236}">
                <a16:creationId xmlns:a16="http://schemas.microsoft.com/office/drawing/2014/main" id="{24DF77FE-C47B-412F-A0AD-3DADCDF2E5D8}"/>
              </a:ext>
            </a:extLst>
          </p:cNvPr>
          <p:cNvPicPr>
            <a:picLocks xmlns:a="http://schemas.openxmlformats.org/drawingml/2006/main" noChangeAspect="1"/>
          </p:cNvPicPr>
          <p:nvPr/>
        </p:nvPicPr>
        <p:blipFill>
          <a:blip xmlns:r="http://schemas.openxmlformats.org/officeDocument/2006/relationships" xmlns:a="http://schemas.openxmlformats.org/drawingml/2006/main" r:embed="Rc0e828eb27f54e81"/>
          <a:stretch xmlns:a="http://schemas.openxmlformats.org/drawingml/2006/main"/>
        </p:blipFill>
        <p:spPr>
          <a:xfrm xmlns:a="http://schemas.openxmlformats.org/drawingml/2006/main">
            <a:off x="4000500" y="3334808"/>
            <a:ext cx="2476500" cy="5503333"/>
          </a:xfrm>
          <a:prstGeom xmlns:a="http://schemas.openxmlformats.org/drawingml/2006/main" prst="rect">
            <a:avLst/>
          </a:prstGeom>
        </p:spPr>
      </p:pic>
      <p:pic>
        <p:nvPicPr>
          <p:cNvPr id="12" name="">
            <a:extLst xmlns:a="http://schemas.openxmlformats.org/drawingml/2006/main">
              <a:ext uri="{FF2B5EF4-FFF2-40B4-BE49-F238E27FC236}">
                <a16:creationId xmlns:a16="http://schemas.microsoft.com/office/drawing/2014/main" id="{4C6CA0A0-BFE4-489F-81A0-703BDD5C79DE}"/>
              </a:ext>
            </a:extLst>
          </p:cNvPr>
          <p:cNvPicPr>
            <a:picLocks xmlns:a="http://schemas.openxmlformats.org/drawingml/2006/main" noChangeAspect="1"/>
          </p:cNvPicPr>
          <p:nvPr/>
        </p:nvPicPr>
        <p:blipFill>
          <a:blip xmlns:r="http://schemas.openxmlformats.org/officeDocument/2006/relationships" xmlns:a="http://schemas.openxmlformats.org/drawingml/2006/main" r:embed="R2df4d67f6d1f44a0"/>
          <a:stretch xmlns:a="http://schemas.openxmlformats.org/drawingml/2006/main"/>
        </p:blipFill>
        <p:spPr>
          <a:xfrm xmlns:a="http://schemas.openxmlformats.org/drawingml/2006/main">
            <a:off x="8578766" y="2714625"/>
            <a:ext cx="7321717" cy="6048375"/>
          </a:xfrm>
          <a:prstGeom xmlns:a="http://schemas.openxmlformats.org/drawingml/2006/main" prst="rect">
            <a:avLst/>
          </a:prstGeom>
        </p:spPr>
      </p:pic>
      <p:sp>
        <p:nvSpPr>
          <p:cNvPr id="13" name="10 màn chức năng trên page 03">
            <a:extLst xmlns:a="http://schemas.openxmlformats.org/drawingml/2006/main">
              <a:ext uri="{FF2B5EF4-FFF2-40B4-BE49-F238E27FC236}">
                <a16:creationId xmlns:a16="http://schemas.microsoft.com/office/drawing/2014/main" id="{2DB0B7F3-29F1-47E3-8B7B-ECA59B59A3EB}"/>
              </a:ext>
            </a:extLst>
          </p:cNvPr>
          <p:cNvSpPr>
            <a:spLocks xmlns:a="http://schemas.openxmlformats.org/drawingml/2006/main" noGrp="1"/>
          </p:cNvSpPr>
          <p:nvPr/>
        </p:nvSpPr>
        <p:spPr>
          <a:xfrm xmlns:a="http://schemas.openxmlformats.org/drawingml/2006/main">
            <a:off x="7620000" y="8763000"/>
            <a:ext cx="904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325" b="1">
                <a:solidFill>
                  <a:srgbClr val="031C36"/>
                </a:solidFill>
                <a:latin typeface="Noto Sans"/>
                <a:ea typeface="Noto Sans"/>
                <a:cs typeface="Noto Sans"/>
              </a:defRPr>
            </a:defPPr>
            <a:lvl1pPr>
              <a:defRPr sz="2325" b="1">
                <a:solidFill>
                  <a:srgbClr val="031C36"/>
                </a:solidFill>
                <a:latin typeface="Noto Sans"/>
                <a:ea typeface="Noto Sans"/>
                <a:cs typeface="Noto Sans"/>
              </a:defRPr>
            </a:lvl1pPr>
            <a:lvl2pPr>
              <a:defRPr sz="2325" b="1">
                <a:solidFill>
                  <a:srgbClr val="031C36"/>
                </a:solidFill>
                <a:latin typeface="Noto Sans"/>
                <a:ea typeface="Noto Sans"/>
                <a:cs typeface="Noto Sans"/>
              </a:defRPr>
            </a:lvl2pPr>
            <a:lvl3pPr>
              <a:defRPr sz="2325" b="1">
                <a:solidFill>
                  <a:srgbClr val="031C36"/>
                </a:solidFill>
                <a:latin typeface="Noto Sans"/>
                <a:ea typeface="Noto Sans"/>
                <a:cs typeface="Noto Sans"/>
              </a:defRPr>
            </a:lvl3pPr>
            <a:lvl4pPr>
              <a:defRPr sz="2325" b="1">
                <a:solidFill>
                  <a:srgbClr val="031C36"/>
                </a:solidFill>
                <a:latin typeface="Noto Sans"/>
                <a:ea typeface="Noto Sans"/>
                <a:cs typeface="Noto Sans"/>
              </a:defRPr>
            </a:lvl4pPr>
            <a:lvl5pPr>
              <a:defRPr sz="2325" b="1">
                <a:solidFill>
                  <a:srgbClr val="031C36"/>
                </a:solidFill>
                <a:latin typeface="Noto Sans"/>
                <a:ea typeface="Noto Sans"/>
                <a:cs typeface="Noto Sans"/>
              </a:defRPr>
            </a:lvl5pPr>
            <a:lvl6pPr>
              <a:defRPr sz="2325" b="1">
                <a:solidFill>
                  <a:srgbClr val="031C36"/>
                </a:solidFill>
                <a:latin typeface="Noto Sans"/>
                <a:ea typeface="Noto Sans"/>
                <a:cs typeface="Noto Sans"/>
              </a:defRPr>
            </a:lvl6pPr>
            <a:lvl7pPr>
              <a:defRPr sz="2325" b="1">
                <a:solidFill>
                  <a:srgbClr val="031C36"/>
                </a:solidFill>
                <a:latin typeface="Noto Sans"/>
                <a:ea typeface="Noto Sans"/>
                <a:cs typeface="Noto Sans"/>
              </a:defRPr>
            </a:lvl7pPr>
            <a:lvl8pPr>
              <a:defRPr sz="2325" b="1">
                <a:solidFill>
                  <a:srgbClr val="031C36"/>
                </a:solidFill>
                <a:latin typeface="Noto Sans"/>
                <a:ea typeface="Noto Sans"/>
                <a:cs typeface="Noto Sans"/>
              </a:defRPr>
            </a:lvl8pPr>
            <a:lvl9pPr>
              <a:defRPr sz="2325" b="1">
                <a:solidFill>
                  <a:srgbClr val="031C36"/>
                </a:solidFill>
                <a:latin typeface="Noto Sans"/>
                <a:ea typeface="Noto Sans"/>
                <a:cs typeface="Noto Sans"/>
              </a:defRPr>
            </a:lvl9pPr>
          </a:lstStyle>
          <a:p xmlns:a="http://schemas.openxmlformats.org/drawingml/2006/main">
            <a:pPr>
              <a:defRPr sz="2325" b="1">
                <a:solidFill>
                  <a:srgbClr val="031C36"/>
                </a:solidFill>
                <a:latin typeface="Noto Sans"/>
                <a:ea typeface="Noto Sans"/>
                <a:cs typeface="Noto Sans"/>
              </a:defRPr>
            </a:pPr>
            <a:r>
              <a:rPr sz="2325" b="1">
                <a:solidFill>
                  <a:srgbClr val="031C36"/>
                </a:solidFill>
                <a:latin typeface="Noto Sans"/>
                <a:ea typeface="Noto Sans"/>
                <a:cs typeface="Noto Sans"/>
              </a:rPr>
              <a:t>10 màn chức năng trên page 03</a:t>
            </a:r>
          </a:p>
        </p:txBody>
      </p:sp>
    </p:spTree>
    <p:extLst>
      <p:ext uri="{BB962C8B-B14F-4D97-AF65-F5344CB8AC3E}">
        <p14:creationId xmlns:p14="http://schemas.microsoft.com/office/powerpoint/2010/main" val="145424839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Design system và component">
            <a:extLst xmlns:a="http://schemas.openxmlformats.org/drawingml/2006/main">
              <a:ext uri="{FF2B5EF4-FFF2-40B4-BE49-F238E27FC236}">
                <a16:creationId xmlns:a16="http://schemas.microsoft.com/office/drawing/2014/main" id="{7C75BEE7-835A-4028-8551-D9AD422E147C}"/>
              </a:ext>
            </a:extLst>
          </p:cNvPr>
          <p:cNvSpPr>
            <a:spLocks xmlns:a="http://schemas.openxmlformats.org/drawingml/2006/main" noGrp="1"/>
          </p:cNvSpPr>
          <p:nvPr/>
        </p:nvSpPr>
        <p:spPr>
          <a:xfrm xmlns:a="http://schemas.openxmlformats.org/drawingml/2006/main">
            <a:off x="952500" y="619125"/>
            <a:ext cx="16192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4350" b="1">
                <a:solidFill>
                  <a:srgbClr val="1E5AA8"/>
                </a:solidFill>
                <a:latin typeface="Noto Sans"/>
                <a:ea typeface="Noto Sans"/>
                <a:cs typeface="Noto Sans"/>
              </a:defRPr>
            </a:defPPr>
            <a:lvl1pPr>
              <a:defRPr sz="4350" b="1">
                <a:solidFill>
                  <a:srgbClr val="1E5AA8"/>
                </a:solidFill>
                <a:latin typeface="Noto Sans"/>
                <a:ea typeface="Noto Sans"/>
                <a:cs typeface="Noto Sans"/>
              </a:defRPr>
            </a:lvl1pPr>
            <a:lvl2pPr>
              <a:defRPr sz="4350" b="1">
                <a:solidFill>
                  <a:srgbClr val="1E5AA8"/>
                </a:solidFill>
                <a:latin typeface="Noto Sans"/>
                <a:ea typeface="Noto Sans"/>
                <a:cs typeface="Noto Sans"/>
              </a:defRPr>
            </a:lvl2pPr>
            <a:lvl3pPr>
              <a:defRPr sz="4350" b="1">
                <a:solidFill>
                  <a:srgbClr val="1E5AA8"/>
                </a:solidFill>
                <a:latin typeface="Noto Sans"/>
                <a:ea typeface="Noto Sans"/>
                <a:cs typeface="Noto Sans"/>
              </a:defRPr>
            </a:lvl3pPr>
            <a:lvl4pPr>
              <a:defRPr sz="4350" b="1">
                <a:solidFill>
                  <a:srgbClr val="1E5AA8"/>
                </a:solidFill>
                <a:latin typeface="Noto Sans"/>
                <a:ea typeface="Noto Sans"/>
                <a:cs typeface="Noto Sans"/>
              </a:defRPr>
            </a:lvl4pPr>
            <a:lvl5pPr>
              <a:defRPr sz="4350" b="1">
                <a:solidFill>
                  <a:srgbClr val="1E5AA8"/>
                </a:solidFill>
                <a:latin typeface="Noto Sans"/>
                <a:ea typeface="Noto Sans"/>
                <a:cs typeface="Noto Sans"/>
              </a:defRPr>
            </a:lvl5pPr>
            <a:lvl6pPr>
              <a:defRPr sz="4350" b="1">
                <a:solidFill>
                  <a:srgbClr val="1E5AA8"/>
                </a:solidFill>
                <a:latin typeface="Noto Sans"/>
                <a:ea typeface="Noto Sans"/>
                <a:cs typeface="Noto Sans"/>
              </a:defRPr>
            </a:lvl6pPr>
            <a:lvl7pPr>
              <a:defRPr sz="4350" b="1">
                <a:solidFill>
                  <a:srgbClr val="1E5AA8"/>
                </a:solidFill>
                <a:latin typeface="Noto Sans"/>
                <a:ea typeface="Noto Sans"/>
                <a:cs typeface="Noto Sans"/>
              </a:defRPr>
            </a:lvl7pPr>
            <a:lvl8pPr>
              <a:defRPr sz="4350" b="1">
                <a:solidFill>
                  <a:srgbClr val="1E5AA8"/>
                </a:solidFill>
                <a:latin typeface="Noto Sans"/>
                <a:ea typeface="Noto Sans"/>
                <a:cs typeface="Noto Sans"/>
              </a:defRPr>
            </a:lvl8pPr>
            <a:lvl9pPr>
              <a:defRPr sz="4350" b="1">
                <a:solidFill>
                  <a:srgbClr val="1E5AA8"/>
                </a:solidFill>
                <a:latin typeface="Noto Sans"/>
                <a:ea typeface="Noto Sans"/>
                <a:cs typeface="Noto Sans"/>
              </a:defRPr>
            </a:lvl9pPr>
          </a:lstStyle>
          <a:p xmlns:a="http://schemas.openxmlformats.org/drawingml/2006/main">
            <a:pPr>
              <a:defRPr sz="4350" b="1">
                <a:solidFill>
                  <a:srgbClr val="1E5AA8"/>
                </a:solidFill>
                <a:latin typeface="Noto Sans"/>
                <a:ea typeface="Noto Sans"/>
                <a:cs typeface="Noto Sans"/>
              </a:defRPr>
            </a:pPr>
            <a:r>
              <a:rPr sz="4350" b="1">
                <a:solidFill>
                  <a:srgbClr val="1E5AA8"/>
                </a:solidFill>
                <a:latin typeface="Noto Sans"/>
                <a:ea typeface="Noto Sans"/>
                <a:cs typeface="Noto Sans"/>
              </a:rPr>
              <a:t>Design system và component</a:t>
            </a:r>
          </a:p>
        </p:txBody>
      </p:sp>
      <p:sp>
        <p:nvSpPr>
          <p:cNvPr id="2" name="37 biến, 6 text style, 1 effect style. 9 nhóm bắt buộc và 1 ">
            <a:extLst xmlns:a="http://schemas.openxmlformats.org/drawingml/2006/main">
              <a:ext uri="{FF2B5EF4-FFF2-40B4-BE49-F238E27FC236}">
                <a16:creationId xmlns:a16="http://schemas.microsoft.com/office/drawing/2014/main" id="{EE8E998D-5585-40B6-99E6-F1DE237D384A}"/>
              </a:ext>
            </a:extLst>
          </p:cNvPr>
          <p:cNvSpPr>
            <a:spLocks xmlns:a="http://schemas.openxmlformats.org/drawingml/2006/main" noGrp="1"/>
          </p:cNvSpPr>
          <p:nvPr/>
        </p:nvSpPr>
        <p:spPr>
          <a:xfrm xmlns:a="http://schemas.openxmlformats.org/drawingml/2006/main">
            <a:off x="990600" y="1600200"/>
            <a:ext cx="1600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0">
                <a:solidFill>
                  <a:srgbClr val="424751"/>
                </a:solidFill>
                <a:latin typeface="Noto Sans"/>
                <a:ea typeface="Noto Sans"/>
                <a:cs typeface="Noto Sans"/>
              </a:defRPr>
            </a:defPPr>
            <a:lvl1pPr>
              <a:defRPr sz="2250" b="0">
                <a:solidFill>
                  <a:srgbClr val="424751"/>
                </a:solidFill>
                <a:latin typeface="Noto Sans"/>
                <a:ea typeface="Noto Sans"/>
                <a:cs typeface="Noto Sans"/>
              </a:defRPr>
            </a:lvl1pPr>
            <a:lvl2pPr>
              <a:defRPr sz="2250" b="0">
                <a:solidFill>
                  <a:srgbClr val="424751"/>
                </a:solidFill>
                <a:latin typeface="Noto Sans"/>
                <a:ea typeface="Noto Sans"/>
                <a:cs typeface="Noto Sans"/>
              </a:defRPr>
            </a:lvl2pPr>
            <a:lvl3pPr>
              <a:defRPr sz="2250" b="0">
                <a:solidFill>
                  <a:srgbClr val="424751"/>
                </a:solidFill>
                <a:latin typeface="Noto Sans"/>
                <a:ea typeface="Noto Sans"/>
                <a:cs typeface="Noto Sans"/>
              </a:defRPr>
            </a:lvl3pPr>
            <a:lvl4pPr>
              <a:defRPr sz="2250" b="0">
                <a:solidFill>
                  <a:srgbClr val="424751"/>
                </a:solidFill>
                <a:latin typeface="Noto Sans"/>
                <a:ea typeface="Noto Sans"/>
                <a:cs typeface="Noto Sans"/>
              </a:defRPr>
            </a:lvl4pPr>
            <a:lvl5pPr>
              <a:defRPr sz="2250" b="0">
                <a:solidFill>
                  <a:srgbClr val="424751"/>
                </a:solidFill>
                <a:latin typeface="Noto Sans"/>
                <a:ea typeface="Noto Sans"/>
                <a:cs typeface="Noto Sans"/>
              </a:defRPr>
            </a:lvl5pPr>
            <a:lvl6pPr>
              <a:defRPr sz="2250" b="0">
                <a:solidFill>
                  <a:srgbClr val="424751"/>
                </a:solidFill>
                <a:latin typeface="Noto Sans"/>
                <a:ea typeface="Noto Sans"/>
                <a:cs typeface="Noto Sans"/>
              </a:defRPr>
            </a:lvl6pPr>
            <a:lvl7pPr>
              <a:defRPr sz="2250" b="0">
                <a:solidFill>
                  <a:srgbClr val="424751"/>
                </a:solidFill>
                <a:latin typeface="Noto Sans"/>
                <a:ea typeface="Noto Sans"/>
                <a:cs typeface="Noto Sans"/>
              </a:defRPr>
            </a:lvl7pPr>
            <a:lvl8pPr>
              <a:defRPr sz="2250" b="0">
                <a:solidFill>
                  <a:srgbClr val="424751"/>
                </a:solidFill>
                <a:latin typeface="Noto Sans"/>
                <a:ea typeface="Noto Sans"/>
                <a:cs typeface="Noto Sans"/>
              </a:defRPr>
            </a:lvl8pPr>
            <a:lvl9pPr>
              <a:defRPr sz="2250" b="0">
                <a:solidFill>
                  <a:srgbClr val="424751"/>
                </a:solidFill>
                <a:latin typeface="Noto Sans"/>
                <a:ea typeface="Noto Sans"/>
                <a:cs typeface="Noto Sans"/>
              </a:defRPr>
            </a:lvl9pPr>
          </a:lstStyle>
          <a:p xmlns:a="http://schemas.openxmlformats.org/drawingml/2006/main">
            <a:pPr>
              <a:defRPr sz="2250" b="0">
                <a:solidFill>
                  <a:srgbClr val="424751"/>
                </a:solidFill>
                <a:latin typeface="Noto Sans"/>
                <a:ea typeface="Noto Sans"/>
                <a:cs typeface="Noto Sans"/>
              </a:defRPr>
            </a:pPr>
            <a:r>
              <a:rPr sz="2250" b="0">
                <a:solidFill>
                  <a:srgbClr val="424751"/>
                </a:solidFill>
                <a:latin typeface="Noto Sans"/>
                <a:ea typeface="Noto Sans"/>
                <a:cs typeface="Noto Sans"/>
              </a:rPr>
              <a:t>37 biến, 6 text style, 1 effect style. 9 nhóm bắt buộc và 1 nhóm accordion bổ sung.</a:t>
            </a:r>
          </a:p>
        </p:txBody>
      </p:sp>
      <p:sp>
        <p:nvSpPr>
          <p:cNvPr id="3" name="09 / 12">
            <a:extLst xmlns:a="http://schemas.openxmlformats.org/drawingml/2006/main">
              <a:ext uri="{FF2B5EF4-FFF2-40B4-BE49-F238E27FC236}">
                <a16:creationId xmlns:a16="http://schemas.microsoft.com/office/drawing/2014/main" id="{075998BA-FF25-4BD6-9A27-2397D9CA3747}"/>
              </a:ext>
            </a:extLst>
          </p:cNvPr>
          <p:cNvSpPr>
            <a:spLocks xmlns:a="http://schemas.openxmlformats.org/drawingml/2006/main" noGrp="1"/>
          </p:cNvSpPr>
          <p:nvPr/>
        </p:nvSpPr>
        <p:spPr>
          <a:xfrm xmlns:a="http://schemas.openxmlformats.org/drawingml/2006/main">
            <a:off x="16097250" y="72390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0">
                <a:solidFill>
                  <a:srgbClr val="424751"/>
                </a:solidFill>
                <a:latin typeface="Noto Sans"/>
                <a:ea typeface="Noto Sans"/>
                <a:cs typeface="Noto Sans"/>
              </a:defRPr>
            </a:defPPr>
            <a:lvl1pPr>
              <a:defRPr sz="1800" b="0">
                <a:solidFill>
                  <a:srgbClr val="424751"/>
                </a:solidFill>
                <a:latin typeface="Noto Sans"/>
                <a:ea typeface="Noto Sans"/>
                <a:cs typeface="Noto Sans"/>
              </a:defRPr>
            </a:lvl1pPr>
            <a:lvl2pPr>
              <a:defRPr sz="1800" b="0">
                <a:solidFill>
                  <a:srgbClr val="424751"/>
                </a:solidFill>
                <a:latin typeface="Noto Sans"/>
                <a:ea typeface="Noto Sans"/>
                <a:cs typeface="Noto Sans"/>
              </a:defRPr>
            </a:lvl2pPr>
            <a:lvl3pPr>
              <a:defRPr sz="1800" b="0">
                <a:solidFill>
                  <a:srgbClr val="424751"/>
                </a:solidFill>
                <a:latin typeface="Noto Sans"/>
                <a:ea typeface="Noto Sans"/>
                <a:cs typeface="Noto Sans"/>
              </a:defRPr>
            </a:lvl3pPr>
            <a:lvl4pPr>
              <a:defRPr sz="1800" b="0">
                <a:solidFill>
                  <a:srgbClr val="424751"/>
                </a:solidFill>
                <a:latin typeface="Noto Sans"/>
                <a:ea typeface="Noto Sans"/>
                <a:cs typeface="Noto Sans"/>
              </a:defRPr>
            </a:lvl4pPr>
            <a:lvl5pPr>
              <a:defRPr sz="1800" b="0">
                <a:solidFill>
                  <a:srgbClr val="424751"/>
                </a:solidFill>
                <a:latin typeface="Noto Sans"/>
                <a:ea typeface="Noto Sans"/>
                <a:cs typeface="Noto Sans"/>
              </a:defRPr>
            </a:lvl5pPr>
            <a:lvl6pPr>
              <a:defRPr sz="1800" b="0">
                <a:solidFill>
                  <a:srgbClr val="424751"/>
                </a:solidFill>
                <a:latin typeface="Noto Sans"/>
                <a:ea typeface="Noto Sans"/>
                <a:cs typeface="Noto Sans"/>
              </a:defRPr>
            </a:lvl6pPr>
            <a:lvl7pPr>
              <a:defRPr sz="1800" b="0">
                <a:solidFill>
                  <a:srgbClr val="424751"/>
                </a:solidFill>
                <a:latin typeface="Noto Sans"/>
                <a:ea typeface="Noto Sans"/>
                <a:cs typeface="Noto Sans"/>
              </a:defRPr>
            </a:lvl7pPr>
            <a:lvl8pPr>
              <a:defRPr sz="1800" b="0">
                <a:solidFill>
                  <a:srgbClr val="424751"/>
                </a:solidFill>
                <a:latin typeface="Noto Sans"/>
                <a:ea typeface="Noto Sans"/>
                <a:cs typeface="Noto Sans"/>
              </a:defRPr>
            </a:lvl8pPr>
            <a:lvl9pPr>
              <a:defRPr sz="1800" b="0">
                <a:solidFill>
                  <a:srgbClr val="424751"/>
                </a:solidFill>
                <a:latin typeface="Noto Sans"/>
                <a:ea typeface="Noto Sans"/>
                <a:cs typeface="Noto Sans"/>
              </a:defRPr>
            </a:lvl9pPr>
          </a:lstStyle>
          <a:p xmlns:a="http://schemas.openxmlformats.org/drawingml/2006/main">
            <a:pPr>
              <a:defRPr sz="1800" b="0">
                <a:solidFill>
                  <a:srgbClr val="424751"/>
                </a:solidFill>
                <a:latin typeface="Noto Sans"/>
                <a:ea typeface="Noto Sans"/>
                <a:cs typeface="Noto Sans"/>
              </a:defRPr>
            </a:pPr>
            <a:r>
              <a:rPr sz="1800" b="0">
                <a:solidFill>
                  <a:srgbClr val="424751"/>
                </a:solidFill>
                <a:latin typeface="Noto Sans"/>
                <a:ea typeface="Noto Sans"/>
                <a:cs typeface="Noto Sans"/>
              </a:rPr>
              <a:t>09 / 12</a:t>
            </a:r>
          </a:p>
        </p:txBody>
      </p:sp>
      <p:sp>
        <p:nvSpPr>
          <p:cNvPr id="4" name="Nguồn">
            <a:extLst xmlns:a="http://schemas.openxmlformats.org/drawingml/2006/main">
              <a:ext uri="{FF2B5EF4-FFF2-40B4-BE49-F238E27FC236}">
                <a16:creationId xmlns:a16="http://schemas.microsoft.com/office/drawing/2014/main" id="{1B8DD96D-B8AF-470D-B67D-204724057606}"/>
              </a:ext>
            </a:extLst>
          </p:cNvPr>
          <p:cNvSpPr>
            <a:spLocks xmlns:a="http://schemas.openxmlformats.org/drawingml/2006/main" noGrp="1"/>
          </p:cNvSpPr>
          <p:nvPr/>
        </p:nvSpPr>
        <p:spPr>
          <a:xfrm xmlns:a="http://schemas.openxmlformats.org/drawingml/2006/main">
            <a:off x="990600" y="9467850"/>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424751"/>
                </a:solidFill>
                <a:latin typeface="Noto Sans"/>
                <a:ea typeface="Noto Sans"/>
                <a:cs typeface="Noto Sans"/>
              </a:defRPr>
            </a:defPPr>
            <a:lvl1pPr>
              <a:defRPr sz="1650" b="0">
                <a:solidFill>
                  <a:srgbClr val="424751"/>
                </a:solidFill>
                <a:latin typeface="Noto Sans"/>
                <a:ea typeface="Noto Sans"/>
                <a:cs typeface="Noto Sans"/>
              </a:defRPr>
            </a:lvl1pPr>
            <a:lvl2pPr>
              <a:defRPr sz="1650" b="0">
                <a:solidFill>
                  <a:srgbClr val="424751"/>
                </a:solidFill>
                <a:latin typeface="Noto Sans"/>
                <a:ea typeface="Noto Sans"/>
                <a:cs typeface="Noto Sans"/>
              </a:defRPr>
            </a:lvl2pPr>
            <a:lvl3pPr>
              <a:defRPr sz="1650" b="0">
                <a:solidFill>
                  <a:srgbClr val="424751"/>
                </a:solidFill>
                <a:latin typeface="Noto Sans"/>
                <a:ea typeface="Noto Sans"/>
                <a:cs typeface="Noto Sans"/>
              </a:defRPr>
            </a:lvl3pPr>
            <a:lvl4pPr>
              <a:defRPr sz="1650" b="0">
                <a:solidFill>
                  <a:srgbClr val="424751"/>
                </a:solidFill>
                <a:latin typeface="Noto Sans"/>
                <a:ea typeface="Noto Sans"/>
                <a:cs typeface="Noto Sans"/>
              </a:defRPr>
            </a:lvl4pPr>
            <a:lvl5pPr>
              <a:defRPr sz="1650" b="0">
                <a:solidFill>
                  <a:srgbClr val="424751"/>
                </a:solidFill>
                <a:latin typeface="Noto Sans"/>
                <a:ea typeface="Noto Sans"/>
                <a:cs typeface="Noto Sans"/>
              </a:defRPr>
            </a:lvl5pPr>
            <a:lvl6pPr>
              <a:defRPr sz="1650" b="0">
                <a:solidFill>
                  <a:srgbClr val="424751"/>
                </a:solidFill>
                <a:latin typeface="Noto Sans"/>
                <a:ea typeface="Noto Sans"/>
                <a:cs typeface="Noto Sans"/>
              </a:defRPr>
            </a:lvl6pPr>
            <a:lvl7pPr>
              <a:defRPr sz="1650" b="0">
                <a:solidFill>
                  <a:srgbClr val="424751"/>
                </a:solidFill>
                <a:latin typeface="Noto Sans"/>
                <a:ea typeface="Noto Sans"/>
                <a:cs typeface="Noto Sans"/>
              </a:defRPr>
            </a:lvl7pPr>
            <a:lvl8pPr>
              <a:defRPr sz="1650" b="0">
                <a:solidFill>
                  <a:srgbClr val="424751"/>
                </a:solidFill>
                <a:latin typeface="Noto Sans"/>
                <a:ea typeface="Noto Sans"/>
                <a:cs typeface="Noto Sans"/>
              </a:defRPr>
            </a:lvl8pPr>
            <a:lvl9pPr>
              <a:defRPr sz="1650" b="0">
                <a:solidFill>
                  <a:srgbClr val="424751"/>
                </a:solidFill>
                <a:latin typeface="Noto Sans"/>
                <a:ea typeface="Noto Sans"/>
                <a:cs typeface="Noto Sans"/>
              </a:defRPr>
            </a:lvl9pPr>
          </a:lstStyle>
          <a:p xmlns:a="http://schemas.openxmlformats.org/drawingml/2006/main">
            <a:pPr>
              <a:defRPr sz="1650" b="0">
                <a:solidFill>
                  <a:srgbClr val="424751"/>
                </a:solidFill>
                <a:latin typeface="Noto Sans"/>
                <a:ea typeface="Noto Sans"/>
                <a:cs typeface="Noto Sans"/>
              </a:defRPr>
            </a:pPr>
            <a:r>
              <a:rPr sz="1650" b="0">
                <a:solidFill>
                  <a:srgbClr val="424751"/>
                </a:solidFill>
                <a:latin typeface="Noto Sans"/>
                <a:ea typeface="Noto Sans"/>
                <a:cs typeface="Noto Sans"/>
              </a:rPr>
              <a:t>Nguồn</a:t>
            </a:r>
          </a:p>
        </p:txBody>
      </p:sp>
      <p:sp>
        <p:nvSpPr>
          <p:cNvPr id="5" name="Figma 04 Design System">
            <a:extLst xmlns:a="http://schemas.openxmlformats.org/drawingml/2006/main">
              <a:ext uri="{FF2B5EF4-FFF2-40B4-BE49-F238E27FC236}">
                <a16:creationId xmlns:a16="http://schemas.microsoft.com/office/drawing/2014/main" id="{26EE1647-EA75-484D-B0CF-DB09E9C298C2}"/>
              </a:ext>
            </a:extLst>
          </p:cNvPr>
          <p:cNvSpPr>
            <a:spLocks xmlns:a="http://schemas.openxmlformats.org/drawingml/2006/main" noGrp="1"/>
          </p:cNvSpPr>
          <p:nvPr/>
        </p:nvSpPr>
        <p:spPr>
          <a:xfrm xmlns:a="http://schemas.openxmlformats.org/drawingml/2006/main">
            <a:off x="2047875" y="9467850"/>
            <a:ext cx="5000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1E5AA8"/>
                </a:solidFill>
                <a:latin typeface="Noto Sans"/>
                <a:ea typeface="Noto Sans"/>
                <a:cs typeface="Noto Sans"/>
              </a:defRPr>
            </a:defPPr>
            <a:lvl1pPr>
              <a:defRPr sz="1650" b="0">
                <a:solidFill>
                  <a:srgbClr val="1E5AA8"/>
                </a:solidFill>
                <a:latin typeface="Noto Sans"/>
                <a:ea typeface="Noto Sans"/>
                <a:cs typeface="Noto Sans"/>
              </a:defRPr>
            </a:lvl1pPr>
            <a:lvl2pPr>
              <a:defRPr sz="1650" b="0">
                <a:solidFill>
                  <a:srgbClr val="1E5AA8"/>
                </a:solidFill>
                <a:latin typeface="Noto Sans"/>
                <a:ea typeface="Noto Sans"/>
                <a:cs typeface="Noto Sans"/>
              </a:defRPr>
            </a:lvl2pPr>
            <a:lvl3pPr>
              <a:defRPr sz="1650" b="0">
                <a:solidFill>
                  <a:srgbClr val="1E5AA8"/>
                </a:solidFill>
                <a:latin typeface="Noto Sans"/>
                <a:ea typeface="Noto Sans"/>
                <a:cs typeface="Noto Sans"/>
              </a:defRPr>
            </a:lvl3pPr>
            <a:lvl4pPr>
              <a:defRPr sz="1650" b="0">
                <a:solidFill>
                  <a:srgbClr val="1E5AA8"/>
                </a:solidFill>
                <a:latin typeface="Noto Sans"/>
                <a:ea typeface="Noto Sans"/>
                <a:cs typeface="Noto Sans"/>
              </a:defRPr>
            </a:lvl4pPr>
            <a:lvl5pPr>
              <a:defRPr sz="1650" b="0">
                <a:solidFill>
                  <a:srgbClr val="1E5AA8"/>
                </a:solidFill>
                <a:latin typeface="Noto Sans"/>
                <a:ea typeface="Noto Sans"/>
                <a:cs typeface="Noto Sans"/>
              </a:defRPr>
            </a:lvl5pPr>
            <a:lvl6pPr>
              <a:defRPr sz="1650" b="0">
                <a:solidFill>
                  <a:srgbClr val="1E5AA8"/>
                </a:solidFill>
                <a:latin typeface="Noto Sans"/>
                <a:ea typeface="Noto Sans"/>
                <a:cs typeface="Noto Sans"/>
              </a:defRPr>
            </a:lvl6pPr>
            <a:lvl7pPr>
              <a:defRPr sz="1650" b="0">
                <a:solidFill>
                  <a:srgbClr val="1E5AA8"/>
                </a:solidFill>
                <a:latin typeface="Noto Sans"/>
                <a:ea typeface="Noto Sans"/>
                <a:cs typeface="Noto Sans"/>
              </a:defRPr>
            </a:lvl7pPr>
            <a:lvl8pPr>
              <a:defRPr sz="1650" b="0">
                <a:solidFill>
                  <a:srgbClr val="1E5AA8"/>
                </a:solidFill>
                <a:latin typeface="Noto Sans"/>
                <a:ea typeface="Noto Sans"/>
                <a:cs typeface="Noto Sans"/>
              </a:defRPr>
            </a:lvl8pPr>
            <a:lvl9pPr>
              <a:defRPr sz="1650" b="0">
                <a:solidFill>
                  <a:srgbClr val="1E5AA8"/>
                </a:solidFill>
                <a:latin typeface="Noto Sans"/>
                <a:ea typeface="Noto Sans"/>
                <a:cs typeface="Noto Sans"/>
              </a:defRPr>
            </a:lvl9pPr>
          </a:lstStyle>
          <a:p xmlns:a="http://schemas.openxmlformats.org/drawingml/2006/main">
            <a:pPr>
              <a:defRPr sz="1650" b="0">
                <a:solidFill>
                  <a:srgbClr val="1E5AA8"/>
                </a:solidFill>
                <a:latin typeface="Noto Sans"/>
                <a:ea typeface="Noto Sans"/>
                <a:cs typeface="Noto Sans"/>
              </a:defRPr>
            </a:pPr>
            <a:r>
              <a:rPr sz="1650" b="0">
                <a:solidFill>
                  <a:srgbClr val="1E5AA8"/>
                </a:solidFill>
                <a:latin typeface="Noto Sans"/>
                <a:ea typeface="Noto Sans"/>
                <a:cs typeface="Noto Sans"/>
                <a:hlinkClick xmlns:r="http://schemas.openxmlformats.org/officeDocument/2006/relationships" r:id="Re892620fb06c4138"/>
              </a:rPr>
              <a:t>Figma 04 Design System</a:t>
            </a:r>
          </a:p>
        </p:txBody>
      </p:sp>
      <p:sp>
        <p:nvSpPr>
          <p:cNvPr id="6" name="Figma 05 Components">
            <a:extLst xmlns:a="http://schemas.openxmlformats.org/drawingml/2006/main">
              <a:ext uri="{FF2B5EF4-FFF2-40B4-BE49-F238E27FC236}">
                <a16:creationId xmlns:a16="http://schemas.microsoft.com/office/drawing/2014/main" id="{8E1E4749-2EAC-4ABE-A4B9-3A66314D2AD7}"/>
              </a:ext>
            </a:extLst>
          </p:cNvPr>
          <p:cNvSpPr>
            <a:spLocks xmlns:a="http://schemas.openxmlformats.org/drawingml/2006/main" noGrp="1"/>
          </p:cNvSpPr>
          <p:nvPr/>
        </p:nvSpPr>
        <p:spPr>
          <a:xfrm xmlns:a="http://schemas.openxmlformats.org/drawingml/2006/main">
            <a:off x="7191375" y="9467850"/>
            <a:ext cx="5000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1E5AA8"/>
                </a:solidFill>
                <a:latin typeface="Noto Sans"/>
                <a:ea typeface="Noto Sans"/>
                <a:cs typeface="Noto Sans"/>
              </a:defRPr>
            </a:defPPr>
            <a:lvl1pPr>
              <a:defRPr sz="1650" b="0">
                <a:solidFill>
                  <a:srgbClr val="1E5AA8"/>
                </a:solidFill>
                <a:latin typeface="Noto Sans"/>
                <a:ea typeface="Noto Sans"/>
                <a:cs typeface="Noto Sans"/>
              </a:defRPr>
            </a:lvl1pPr>
            <a:lvl2pPr>
              <a:defRPr sz="1650" b="0">
                <a:solidFill>
                  <a:srgbClr val="1E5AA8"/>
                </a:solidFill>
                <a:latin typeface="Noto Sans"/>
                <a:ea typeface="Noto Sans"/>
                <a:cs typeface="Noto Sans"/>
              </a:defRPr>
            </a:lvl2pPr>
            <a:lvl3pPr>
              <a:defRPr sz="1650" b="0">
                <a:solidFill>
                  <a:srgbClr val="1E5AA8"/>
                </a:solidFill>
                <a:latin typeface="Noto Sans"/>
                <a:ea typeface="Noto Sans"/>
                <a:cs typeface="Noto Sans"/>
              </a:defRPr>
            </a:lvl3pPr>
            <a:lvl4pPr>
              <a:defRPr sz="1650" b="0">
                <a:solidFill>
                  <a:srgbClr val="1E5AA8"/>
                </a:solidFill>
                <a:latin typeface="Noto Sans"/>
                <a:ea typeface="Noto Sans"/>
                <a:cs typeface="Noto Sans"/>
              </a:defRPr>
            </a:lvl4pPr>
            <a:lvl5pPr>
              <a:defRPr sz="1650" b="0">
                <a:solidFill>
                  <a:srgbClr val="1E5AA8"/>
                </a:solidFill>
                <a:latin typeface="Noto Sans"/>
                <a:ea typeface="Noto Sans"/>
                <a:cs typeface="Noto Sans"/>
              </a:defRPr>
            </a:lvl5pPr>
            <a:lvl6pPr>
              <a:defRPr sz="1650" b="0">
                <a:solidFill>
                  <a:srgbClr val="1E5AA8"/>
                </a:solidFill>
                <a:latin typeface="Noto Sans"/>
                <a:ea typeface="Noto Sans"/>
                <a:cs typeface="Noto Sans"/>
              </a:defRPr>
            </a:lvl6pPr>
            <a:lvl7pPr>
              <a:defRPr sz="1650" b="0">
                <a:solidFill>
                  <a:srgbClr val="1E5AA8"/>
                </a:solidFill>
                <a:latin typeface="Noto Sans"/>
                <a:ea typeface="Noto Sans"/>
                <a:cs typeface="Noto Sans"/>
              </a:defRPr>
            </a:lvl7pPr>
            <a:lvl8pPr>
              <a:defRPr sz="1650" b="0">
                <a:solidFill>
                  <a:srgbClr val="1E5AA8"/>
                </a:solidFill>
                <a:latin typeface="Noto Sans"/>
                <a:ea typeface="Noto Sans"/>
                <a:cs typeface="Noto Sans"/>
              </a:defRPr>
            </a:lvl8pPr>
            <a:lvl9pPr>
              <a:defRPr sz="1650" b="0">
                <a:solidFill>
                  <a:srgbClr val="1E5AA8"/>
                </a:solidFill>
                <a:latin typeface="Noto Sans"/>
                <a:ea typeface="Noto Sans"/>
                <a:cs typeface="Noto Sans"/>
              </a:defRPr>
            </a:lvl9pPr>
          </a:lstStyle>
          <a:p xmlns:a="http://schemas.openxmlformats.org/drawingml/2006/main">
            <a:pPr>
              <a:defRPr sz="1650" b="0">
                <a:solidFill>
                  <a:srgbClr val="1E5AA8"/>
                </a:solidFill>
                <a:latin typeface="Noto Sans"/>
                <a:ea typeface="Noto Sans"/>
                <a:cs typeface="Noto Sans"/>
              </a:defRPr>
            </a:pPr>
            <a:r>
              <a:rPr sz="1650" b="0">
                <a:solidFill>
                  <a:srgbClr val="1E5AA8"/>
                </a:solidFill>
                <a:latin typeface="Noto Sans"/>
                <a:ea typeface="Noto Sans"/>
                <a:cs typeface="Noto Sans"/>
                <a:hlinkClick xmlns:r="http://schemas.openxmlformats.org/officeDocument/2006/relationships" r:id="R94596ad5832042cc"/>
              </a:rPr>
              <a:t>Figma 05 Components</a:t>
            </a:r>
          </a:p>
        </p:txBody>
      </p:sp>
      <p:sp>
        <p:nvSpPr>
          <p:cNvPr id="7" name="Audit thư viện và accordion">
            <a:extLst xmlns:a="http://schemas.openxmlformats.org/drawingml/2006/main">
              <a:ext uri="{FF2B5EF4-FFF2-40B4-BE49-F238E27FC236}">
                <a16:creationId xmlns:a16="http://schemas.microsoft.com/office/drawing/2014/main" id="{ADB9AFD7-1267-4740-9015-2C75CEA54514}"/>
              </a:ext>
            </a:extLst>
          </p:cNvPr>
          <p:cNvSpPr>
            <a:spLocks xmlns:a="http://schemas.openxmlformats.org/drawingml/2006/main" noGrp="1"/>
          </p:cNvSpPr>
          <p:nvPr/>
        </p:nvSpPr>
        <p:spPr>
          <a:xfrm xmlns:a="http://schemas.openxmlformats.org/drawingml/2006/main">
            <a:off x="12334875" y="9467850"/>
            <a:ext cx="5000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1E5AA8"/>
                </a:solidFill>
                <a:latin typeface="Noto Sans"/>
                <a:ea typeface="Noto Sans"/>
                <a:cs typeface="Noto Sans"/>
              </a:defRPr>
            </a:defPPr>
            <a:lvl1pPr>
              <a:defRPr sz="1650" b="0">
                <a:solidFill>
                  <a:srgbClr val="1E5AA8"/>
                </a:solidFill>
                <a:latin typeface="Noto Sans"/>
                <a:ea typeface="Noto Sans"/>
                <a:cs typeface="Noto Sans"/>
              </a:defRPr>
            </a:lvl1pPr>
            <a:lvl2pPr>
              <a:defRPr sz="1650" b="0">
                <a:solidFill>
                  <a:srgbClr val="1E5AA8"/>
                </a:solidFill>
                <a:latin typeface="Noto Sans"/>
                <a:ea typeface="Noto Sans"/>
                <a:cs typeface="Noto Sans"/>
              </a:defRPr>
            </a:lvl2pPr>
            <a:lvl3pPr>
              <a:defRPr sz="1650" b="0">
                <a:solidFill>
                  <a:srgbClr val="1E5AA8"/>
                </a:solidFill>
                <a:latin typeface="Noto Sans"/>
                <a:ea typeface="Noto Sans"/>
                <a:cs typeface="Noto Sans"/>
              </a:defRPr>
            </a:lvl3pPr>
            <a:lvl4pPr>
              <a:defRPr sz="1650" b="0">
                <a:solidFill>
                  <a:srgbClr val="1E5AA8"/>
                </a:solidFill>
                <a:latin typeface="Noto Sans"/>
                <a:ea typeface="Noto Sans"/>
                <a:cs typeface="Noto Sans"/>
              </a:defRPr>
            </a:lvl4pPr>
            <a:lvl5pPr>
              <a:defRPr sz="1650" b="0">
                <a:solidFill>
                  <a:srgbClr val="1E5AA8"/>
                </a:solidFill>
                <a:latin typeface="Noto Sans"/>
                <a:ea typeface="Noto Sans"/>
                <a:cs typeface="Noto Sans"/>
              </a:defRPr>
            </a:lvl5pPr>
            <a:lvl6pPr>
              <a:defRPr sz="1650" b="0">
                <a:solidFill>
                  <a:srgbClr val="1E5AA8"/>
                </a:solidFill>
                <a:latin typeface="Noto Sans"/>
                <a:ea typeface="Noto Sans"/>
                <a:cs typeface="Noto Sans"/>
              </a:defRPr>
            </a:lvl6pPr>
            <a:lvl7pPr>
              <a:defRPr sz="1650" b="0">
                <a:solidFill>
                  <a:srgbClr val="1E5AA8"/>
                </a:solidFill>
                <a:latin typeface="Noto Sans"/>
                <a:ea typeface="Noto Sans"/>
                <a:cs typeface="Noto Sans"/>
              </a:defRPr>
            </a:lvl7pPr>
            <a:lvl8pPr>
              <a:defRPr sz="1650" b="0">
                <a:solidFill>
                  <a:srgbClr val="1E5AA8"/>
                </a:solidFill>
                <a:latin typeface="Noto Sans"/>
                <a:ea typeface="Noto Sans"/>
                <a:cs typeface="Noto Sans"/>
              </a:defRPr>
            </a:lvl8pPr>
            <a:lvl9pPr>
              <a:defRPr sz="1650" b="0">
                <a:solidFill>
                  <a:srgbClr val="1E5AA8"/>
                </a:solidFill>
                <a:latin typeface="Noto Sans"/>
                <a:ea typeface="Noto Sans"/>
                <a:cs typeface="Noto Sans"/>
              </a:defRPr>
            </a:lvl9pPr>
          </a:lstStyle>
          <a:p xmlns:a="http://schemas.openxmlformats.org/drawingml/2006/main">
            <a:pPr>
              <a:defRPr sz="1650" b="0">
                <a:solidFill>
                  <a:srgbClr val="1E5AA8"/>
                </a:solidFill>
                <a:latin typeface="Noto Sans"/>
                <a:ea typeface="Noto Sans"/>
                <a:cs typeface="Noto Sans"/>
              </a:defRPr>
            </a:pPr>
            <a:r>
              <a:rPr sz="1650" b="0">
                <a:solidFill>
                  <a:srgbClr val="1E5AA8"/>
                </a:solidFill>
                <a:latin typeface="Noto Sans"/>
                <a:ea typeface="Noto Sans"/>
                <a:cs typeface="Noto Sans"/>
                <a:hlinkClick xmlns:r="http://schemas.openxmlformats.org/officeDocument/2006/relationships" r:id="Rb4e663ffa46e4c9c"/>
              </a:rPr>
              <a:t>Audit thư viện và accordion</a:t>
            </a:r>
          </a:p>
        </p:txBody>
      </p:sp>
      <p:graphicFrame>
        <p:nvGraphicFramePr>
          <p:cNvPr id="8" name="">
            <a:extLst xmlns:a="http://schemas.openxmlformats.org/drawingml/2006/main">
              <a:ext uri="{FF2B5EF4-FFF2-40B4-BE49-F238E27FC236}">
                <a16:creationId xmlns:a16="http://schemas.microsoft.com/office/drawing/2014/main" id="{6D06DDFB-4743-42BF-BCBF-70AFAC9CFB1D}"/>
              </a:ext>
            </a:extLst>
          </p:cNvPr>
          <p:cNvGraphicFramePr/>
          <p:nvPr/>
        </p:nvGraphicFramePr>
        <p:xfrm>
          <a:off xmlns:a="http://schemas.openxmlformats.org/drawingml/2006/main" x="1066800" y="2857500"/>
          <a:ext xmlns:a="http://schemas.openxmlformats.org/drawingml/2006/main" cx="11049000" cy="3905250"/>
        </p:xfrm>
        <a:graphic xmlns:a="http://schemas.openxmlformats.org/drawingml/2006/main">
          <a:graphicData uri="http://schemas.openxmlformats.org/drawingml/2006/table">
            <a:tbl>
              <a:tblPr/>
              <a:tblGrid>
                <a:gridCol w="4191000"/>
                <a:gridCol w="3333750"/>
                <a:gridCol w="3524250"/>
              </a:tblGrid>
              <a:tr h="650875">
                <a:tc>
                  <a:txBody>
                    <a:bodyPr lIns="114300" tIns="114300" rIns="114300" bIns="114300"/>
                    <a:lstStyle/>
                    <a:p>
                      <a:r>
                        <a:rPr sz="2175" b="1">
                          <a:solidFill>
                            <a:srgbClr val="FFFFFF"/>
                          </a:solidFill>
                          <a:latin typeface="Noto Sans"/>
                          <a:ea typeface="Noto Sans"/>
                          <a:cs typeface="Noto Sans"/>
                        </a:rPr>
                        <a:t>Token</a:t>
                      </a:r>
                    </a:p>
                  </a:txBody>
                  <a:tcPr marL="91440" marR="91440" marT="45720" marB="45720">
                    <a:lnL w="9525">
                      <a:solidFill>
                        <a:srgbClr val="D7DEEA"/>
                      </a:solidFill>
                      <a:prstDash val="solid"/>
                    </a:lnL>
                    <a:lnR w="9525">
                      <a:solidFill>
                        <a:srgbClr val="D7DEEA"/>
                      </a:solidFill>
                      <a:prstDash val="solid"/>
                    </a:lnR>
                    <a:lnT w="9525">
                      <a:solidFill>
                        <a:srgbClr val="D7DEEA"/>
                      </a:solidFill>
                      <a:prstDash val="solid"/>
                    </a:lnT>
                    <a:lnB w="9525">
                      <a:solidFill>
                        <a:srgbClr val="D7DEEA"/>
                      </a:solidFill>
                      <a:prstDash val="solid"/>
                    </a:lnB>
                    <a:solidFill>
                      <a:srgbClr val="1E5AA8"/>
                    </a:solidFill>
                  </a:tcPr>
                </a:tc>
                <a:tc>
                  <a:txBody>
                    <a:bodyPr lIns="114300" tIns="114300" rIns="114300" bIns="114300"/>
                    <a:lstStyle/>
                    <a:p>
                      <a:r>
                        <a:rPr sz="2175" b="1">
                          <a:solidFill>
                            <a:srgbClr val="FFFFFF"/>
                          </a:solidFill>
                          <a:latin typeface="Noto Sans"/>
                          <a:ea typeface="Noto Sans"/>
                          <a:cs typeface="Noto Sans"/>
                        </a:rPr>
                        <a:t>Giá trị</a:t>
                      </a:r>
                    </a:p>
                  </a:txBody>
                  <a:tcPr marL="91440" marR="91440" marT="45720" marB="45720">
                    <a:lnR w="9525">
                      <a:solidFill>
                        <a:srgbClr val="D7DEEA"/>
                      </a:solidFill>
                      <a:prstDash val="solid"/>
                    </a:lnR>
                    <a:lnT w="9525">
                      <a:solidFill>
                        <a:srgbClr val="D7DEEA"/>
                      </a:solidFill>
                      <a:prstDash val="solid"/>
                    </a:lnT>
                    <a:lnB w="9525">
                      <a:solidFill>
                        <a:srgbClr val="D7DEEA"/>
                      </a:solidFill>
                      <a:prstDash val="solid"/>
                    </a:lnB>
                    <a:solidFill>
                      <a:srgbClr val="1E5AA8"/>
                    </a:solidFill>
                  </a:tcPr>
                </a:tc>
                <a:tc>
                  <a:txBody>
                    <a:bodyPr lIns="114300" tIns="114300" rIns="114300" bIns="114300"/>
                    <a:lstStyle/>
                    <a:p>
                      <a:r>
                        <a:rPr sz="2175" b="1">
                          <a:solidFill>
                            <a:srgbClr val="FFFFFF"/>
                          </a:solidFill>
                          <a:latin typeface="Noto Sans"/>
                          <a:ea typeface="Noto Sans"/>
                          <a:cs typeface="Noto Sans"/>
                        </a:rPr>
                        <a:t>Vai trò</a:t>
                      </a:r>
                    </a:p>
                  </a:txBody>
                  <a:tcPr marL="91440" marR="91440" marT="45720" marB="45720">
                    <a:lnR w="9525">
                      <a:solidFill>
                        <a:srgbClr val="D7DEEA"/>
                      </a:solidFill>
                      <a:prstDash val="solid"/>
                    </a:lnR>
                    <a:lnT w="9525">
                      <a:solidFill>
                        <a:srgbClr val="D7DEEA"/>
                      </a:solidFill>
                      <a:prstDash val="solid"/>
                    </a:lnT>
                    <a:lnB w="9525">
                      <a:solidFill>
                        <a:srgbClr val="D7DEEA"/>
                      </a:solidFill>
                      <a:prstDash val="solid"/>
                    </a:lnB>
                    <a:solidFill>
                      <a:srgbClr val="1E5AA8"/>
                    </a:solidFill>
                  </a:tcPr>
                </a:tc>
              </a:tr>
              <a:tr h="650875">
                <a:tc>
                  <a:txBody>
                    <a:bodyPr lIns="114300" tIns="114300" rIns="114300" bIns="114300"/>
                    <a:lstStyle/>
                    <a:p>
                      <a:r>
                        <a:rPr sz="2175" b="0">
                          <a:solidFill>
                            <a:srgbClr val="031C36"/>
                          </a:solidFill>
                          <a:latin typeface="Noto Sans"/>
                          <a:ea typeface="Noto Sans"/>
                          <a:cs typeface="Noto Sans"/>
                        </a:rPr>
                        <a:t>color/surface</a:t>
                      </a:r>
                    </a:p>
                  </a:txBody>
                  <a:tcPr marL="91440" marR="91440" marT="45720" marB="45720">
                    <a:lnL w="9525">
                      <a:solidFill>
                        <a:srgbClr val="D7DEEA"/>
                      </a:solidFill>
                      <a:prstDash val="solid"/>
                    </a:lnL>
                    <a:lnR w="9525">
                      <a:solidFill>
                        <a:srgbClr val="D7DEEA"/>
                      </a:solidFill>
                      <a:prstDash val="solid"/>
                    </a:lnR>
                    <a:lnB w="9525">
                      <a:solidFill>
                        <a:srgbClr val="D7DEEA"/>
                      </a:solidFill>
                      <a:prstDash val="solid"/>
                    </a:lnB>
                    <a:solidFill>
                      <a:srgbClr val="FFFFFF"/>
                    </a:solidFill>
                  </a:tcPr>
                </a:tc>
                <a:tc>
                  <a:txBody>
                    <a:bodyPr lIns="114300" tIns="114300" rIns="114300" bIns="114300"/>
                    <a:lstStyle/>
                    <a:p>
                      <a:r>
                        <a:rPr sz="2175" b="0">
                          <a:solidFill>
                            <a:srgbClr val="031C36"/>
                          </a:solidFill>
                          <a:latin typeface="Noto Sans"/>
                          <a:ea typeface="Noto Sans"/>
                          <a:cs typeface="Noto Sans"/>
                        </a:rPr>
                        <a:t>#F8F9FF</a:t>
                      </a:r>
                    </a:p>
                  </a:txBody>
                  <a:tcPr marL="91440" marR="91440" marT="45720" marB="45720">
                    <a:lnR w="9525">
                      <a:solidFill>
                        <a:srgbClr val="D7DEEA"/>
                      </a:solidFill>
                      <a:prstDash val="solid"/>
                    </a:lnR>
                    <a:lnB w="9525">
                      <a:solidFill>
                        <a:srgbClr val="D7DEEA"/>
                      </a:solidFill>
                      <a:prstDash val="solid"/>
                    </a:lnB>
                    <a:solidFill>
                      <a:srgbClr val="FFFFFF"/>
                    </a:solidFill>
                  </a:tcPr>
                </a:tc>
                <a:tc>
                  <a:txBody>
                    <a:bodyPr lIns="114300" tIns="114300" rIns="114300" bIns="114300"/>
                    <a:lstStyle/>
                    <a:p>
                      <a:r>
                        <a:rPr sz="2175" b="0">
                          <a:solidFill>
                            <a:srgbClr val="031C36"/>
                          </a:solidFill>
                          <a:latin typeface="Noto Sans"/>
                          <a:ea typeface="Noto Sans"/>
                          <a:cs typeface="Noto Sans"/>
                        </a:rPr>
                        <a:t>Nền ứng dụng</a:t>
                      </a:r>
                    </a:p>
                  </a:txBody>
                  <a:tcPr marL="91440" marR="91440" marT="45720" marB="45720">
                    <a:lnR w="9525">
                      <a:solidFill>
                        <a:srgbClr val="D7DEEA"/>
                      </a:solidFill>
                      <a:prstDash val="solid"/>
                    </a:lnR>
                    <a:lnB w="9525">
                      <a:solidFill>
                        <a:srgbClr val="D7DEEA"/>
                      </a:solidFill>
                      <a:prstDash val="solid"/>
                    </a:lnB>
                    <a:solidFill>
                      <a:srgbClr val="FFFFFF"/>
                    </a:solidFill>
                  </a:tcPr>
                </a:tc>
              </a:tr>
              <a:tr h="650875">
                <a:tc>
                  <a:txBody>
                    <a:bodyPr lIns="114300" tIns="114300" rIns="114300" bIns="114300"/>
                    <a:lstStyle/>
                    <a:p>
                      <a:r>
                        <a:rPr sz="2175" b="0">
                          <a:solidFill>
                            <a:srgbClr val="031C36"/>
                          </a:solidFill>
                          <a:latin typeface="Noto Sans"/>
                          <a:ea typeface="Noto Sans"/>
                          <a:cs typeface="Noto Sans"/>
                        </a:rPr>
                        <a:t>color/primary-container</a:t>
                      </a:r>
                    </a:p>
                  </a:txBody>
                  <a:tcPr marL="91440" marR="91440" marT="45720" marB="45720">
                    <a:lnL w="9525">
                      <a:solidFill>
                        <a:srgbClr val="D7DEEA"/>
                      </a:solidFill>
                      <a:prstDash val="solid"/>
                    </a:lnL>
                    <a:lnR w="9525">
                      <a:solidFill>
                        <a:srgbClr val="D7DEEA"/>
                      </a:solidFill>
                      <a:prstDash val="solid"/>
                    </a:lnR>
                    <a:lnB w="9525">
                      <a:solidFill>
                        <a:srgbClr val="D7DEEA"/>
                      </a:solidFill>
                      <a:prstDash val="solid"/>
                    </a:lnB>
                    <a:solidFill>
                      <a:srgbClr val="F6F8FC"/>
                    </a:solidFill>
                  </a:tcPr>
                </a:tc>
                <a:tc>
                  <a:txBody>
                    <a:bodyPr lIns="114300" tIns="114300" rIns="114300" bIns="114300"/>
                    <a:lstStyle/>
                    <a:p>
                      <a:r>
                        <a:rPr sz="2175" b="0">
                          <a:solidFill>
                            <a:srgbClr val="031C36"/>
                          </a:solidFill>
                          <a:latin typeface="Noto Sans"/>
                          <a:ea typeface="Noto Sans"/>
                          <a:cs typeface="Noto Sans"/>
                        </a:rPr>
                        <a:t>#1E5AA8</a:t>
                      </a:r>
                    </a:p>
                  </a:txBody>
                  <a:tcPr marL="91440" marR="91440" marT="45720" marB="45720">
                    <a:lnR w="9525">
                      <a:solidFill>
                        <a:srgbClr val="D7DEEA"/>
                      </a:solidFill>
                      <a:prstDash val="solid"/>
                    </a:lnR>
                    <a:lnB w="9525">
                      <a:solidFill>
                        <a:srgbClr val="D7DEEA"/>
                      </a:solidFill>
                      <a:prstDash val="solid"/>
                    </a:lnB>
                    <a:solidFill>
                      <a:srgbClr val="F6F8FC"/>
                    </a:solidFill>
                  </a:tcPr>
                </a:tc>
                <a:tc>
                  <a:txBody>
                    <a:bodyPr lIns="114300" tIns="114300" rIns="114300" bIns="114300"/>
                    <a:lstStyle/>
                    <a:p>
                      <a:r>
                        <a:rPr sz="2175" b="0">
                          <a:solidFill>
                            <a:srgbClr val="031C36"/>
                          </a:solidFill>
                          <a:latin typeface="Noto Sans"/>
                          <a:ea typeface="Noto Sans"/>
                          <a:cs typeface="Noto Sans"/>
                        </a:rPr>
                        <a:t>CTA và selected</a:t>
                      </a:r>
                    </a:p>
                  </a:txBody>
                  <a:tcPr marL="91440" marR="91440" marT="45720" marB="45720">
                    <a:lnR w="9525">
                      <a:solidFill>
                        <a:srgbClr val="D7DEEA"/>
                      </a:solidFill>
                      <a:prstDash val="solid"/>
                    </a:lnR>
                    <a:lnB w="9525">
                      <a:solidFill>
                        <a:srgbClr val="D7DEEA"/>
                      </a:solidFill>
                      <a:prstDash val="solid"/>
                    </a:lnB>
                    <a:solidFill>
                      <a:srgbClr val="F6F8FC"/>
                    </a:solidFill>
                  </a:tcPr>
                </a:tc>
              </a:tr>
              <a:tr h="650875">
                <a:tc>
                  <a:txBody>
                    <a:bodyPr lIns="114300" tIns="114300" rIns="114300" bIns="114300"/>
                    <a:lstStyle/>
                    <a:p>
                      <a:r>
                        <a:rPr sz="2175" b="0">
                          <a:solidFill>
                            <a:srgbClr val="031C36"/>
                          </a:solidFill>
                          <a:latin typeface="Noto Sans"/>
                          <a:ea typeface="Noto Sans"/>
                          <a:cs typeface="Noto Sans"/>
                        </a:rPr>
                        <a:t>color/on-surface</a:t>
                      </a:r>
                    </a:p>
                  </a:txBody>
                  <a:tcPr marL="91440" marR="91440" marT="45720" marB="45720">
                    <a:lnL w="9525">
                      <a:solidFill>
                        <a:srgbClr val="D7DEEA"/>
                      </a:solidFill>
                      <a:prstDash val="solid"/>
                    </a:lnL>
                    <a:lnR w="9525">
                      <a:solidFill>
                        <a:srgbClr val="D7DEEA"/>
                      </a:solidFill>
                      <a:prstDash val="solid"/>
                    </a:lnR>
                    <a:lnB w="9525">
                      <a:solidFill>
                        <a:srgbClr val="D7DEEA"/>
                      </a:solidFill>
                      <a:prstDash val="solid"/>
                    </a:lnB>
                    <a:solidFill>
                      <a:srgbClr val="FFFFFF"/>
                    </a:solidFill>
                  </a:tcPr>
                </a:tc>
                <a:tc>
                  <a:txBody>
                    <a:bodyPr lIns="114300" tIns="114300" rIns="114300" bIns="114300"/>
                    <a:lstStyle/>
                    <a:p>
                      <a:r>
                        <a:rPr sz="2175" b="0">
                          <a:solidFill>
                            <a:srgbClr val="031C36"/>
                          </a:solidFill>
                          <a:latin typeface="Noto Sans"/>
                          <a:ea typeface="Noto Sans"/>
                          <a:cs typeface="Noto Sans"/>
                        </a:rPr>
                        <a:t>#031C36</a:t>
                      </a:r>
                    </a:p>
                  </a:txBody>
                  <a:tcPr marL="91440" marR="91440" marT="45720" marB="45720">
                    <a:lnR w="9525">
                      <a:solidFill>
                        <a:srgbClr val="D7DEEA"/>
                      </a:solidFill>
                      <a:prstDash val="solid"/>
                    </a:lnR>
                    <a:lnB w="9525">
                      <a:solidFill>
                        <a:srgbClr val="D7DEEA"/>
                      </a:solidFill>
                      <a:prstDash val="solid"/>
                    </a:lnB>
                    <a:solidFill>
                      <a:srgbClr val="FFFFFF"/>
                    </a:solidFill>
                  </a:tcPr>
                </a:tc>
                <a:tc>
                  <a:txBody>
                    <a:bodyPr lIns="114300" tIns="114300" rIns="114300" bIns="114300"/>
                    <a:lstStyle/>
                    <a:p>
                      <a:r>
                        <a:rPr sz="2175" b="0">
                          <a:solidFill>
                            <a:srgbClr val="031C36"/>
                          </a:solidFill>
                          <a:latin typeface="Noto Sans"/>
                          <a:ea typeface="Noto Sans"/>
                          <a:cs typeface="Noto Sans"/>
                        </a:rPr>
                        <a:t>Chữ chính</a:t>
                      </a:r>
                    </a:p>
                  </a:txBody>
                  <a:tcPr marL="91440" marR="91440" marT="45720" marB="45720">
                    <a:lnR w="9525">
                      <a:solidFill>
                        <a:srgbClr val="D7DEEA"/>
                      </a:solidFill>
                      <a:prstDash val="solid"/>
                    </a:lnR>
                    <a:lnB w="9525">
                      <a:solidFill>
                        <a:srgbClr val="D7DEEA"/>
                      </a:solidFill>
                      <a:prstDash val="solid"/>
                    </a:lnB>
                    <a:solidFill>
                      <a:srgbClr val="FFFFFF"/>
                    </a:solidFill>
                  </a:tcPr>
                </a:tc>
              </a:tr>
              <a:tr h="650875">
                <a:tc>
                  <a:txBody>
                    <a:bodyPr lIns="114300" tIns="114300" rIns="114300" bIns="114300"/>
                    <a:lstStyle/>
                    <a:p>
                      <a:r>
                        <a:rPr sz="2175" b="0">
                          <a:solidFill>
                            <a:srgbClr val="031C36"/>
                          </a:solidFill>
                          <a:latin typeface="Noto Sans"/>
                          <a:ea typeface="Noto Sans"/>
                          <a:cs typeface="Noto Sans"/>
                        </a:rPr>
                        <a:t>spacing</a:t>
                      </a:r>
                    </a:p>
                  </a:txBody>
                  <a:tcPr marL="91440" marR="91440" marT="45720" marB="45720">
                    <a:lnL w="9525">
                      <a:solidFill>
                        <a:srgbClr val="D7DEEA"/>
                      </a:solidFill>
                      <a:prstDash val="solid"/>
                    </a:lnL>
                    <a:lnR w="9525">
                      <a:solidFill>
                        <a:srgbClr val="D7DEEA"/>
                      </a:solidFill>
                      <a:prstDash val="solid"/>
                    </a:lnR>
                    <a:lnB w="9525">
                      <a:solidFill>
                        <a:srgbClr val="D7DEEA"/>
                      </a:solidFill>
                      <a:prstDash val="solid"/>
                    </a:lnB>
                    <a:solidFill>
                      <a:srgbClr val="F6F8FC"/>
                    </a:solidFill>
                  </a:tcPr>
                </a:tc>
                <a:tc>
                  <a:txBody>
                    <a:bodyPr lIns="114300" tIns="114300" rIns="114300" bIns="114300"/>
                    <a:lstStyle/>
                    <a:p>
                      <a:r>
                        <a:rPr sz="2175" b="0">
                          <a:solidFill>
                            <a:srgbClr val="031C36"/>
                          </a:solidFill>
                          <a:latin typeface="Noto Sans"/>
                          <a:ea typeface="Noto Sans"/>
                          <a:cs typeface="Noto Sans"/>
                        </a:rPr>
                        <a:t>4 / 8 / 12 / 16 / 24 / 32</a:t>
                      </a:r>
                    </a:p>
                  </a:txBody>
                  <a:tcPr marL="91440" marR="91440" marT="45720" marB="45720">
                    <a:lnR w="9525">
                      <a:solidFill>
                        <a:srgbClr val="D7DEEA"/>
                      </a:solidFill>
                      <a:prstDash val="solid"/>
                    </a:lnR>
                    <a:lnB w="9525">
                      <a:solidFill>
                        <a:srgbClr val="D7DEEA"/>
                      </a:solidFill>
                      <a:prstDash val="solid"/>
                    </a:lnB>
                    <a:solidFill>
                      <a:srgbClr val="F6F8FC"/>
                    </a:solidFill>
                  </a:tcPr>
                </a:tc>
                <a:tc>
                  <a:txBody>
                    <a:bodyPr lIns="114300" tIns="114300" rIns="114300" bIns="114300"/>
                    <a:lstStyle/>
                    <a:p>
                      <a:r>
                        <a:rPr sz="2175" b="0">
                          <a:solidFill>
                            <a:srgbClr val="031C36"/>
                          </a:solidFill>
                          <a:latin typeface="Noto Sans"/>
                          <a:ea typeface="Noto Sans"/>
                          <a:cs typeface="Noto Sans"/>
                        </a:rPr>
                        <a:t>Nhịp bố cục</a:t>
                      </a:r>
                    </a:p>
                  </a:txBody>
                  <a:tcPr marL="91440" marR="91440" marT="45720" marB="45720">
                    <a:lnR w="9525">
                      <a:solidFill>
                        <a:srgbClr val="D7DEEA"/>
                      </a:solidFill>
                      <a:prstDash val="solid"/>
                    </a:lnR>
                    <a:lnB w="9525">
                      <a:solidFill>
                        <a:srgbClr val="D7DEEA"/>
                      </a:solidFill>
                      <a:prstDash val="solid"/>
                    </a:lnB>
                    <a:solidFill>
                      <a:srgbClr val="F6F8FC"/>
                    </a:solidFill>
                  </a:tcPr>
                </a:tc>
              </a:tr>
              <a:tr h="650875">
                <a:tc>
                  <a:txBody>
                    <a:bodyPr lIns="114300" tIns="114300" rIns="114300" bIns="114300"/>
                    <a:lstStyle/>
                    <a:p>
                      <a:r>
                        <a:rPr sz="2175" b="0">
                          <a:solidFill>
                            <a:srgbClr val="031C36"/>
                          </a:solidFill>
                          <a:latin typeface="Noto Sans"/>
                          <a:ea typeface="Noto Sans"/>
                          <a:cs typeface="Noto Sans"/>
                        </a:rPr>
                        <a:t>radius</a:t>
                      </a:r>
                    </a:p>
                  </a:txBody>
                  <a:tcPr marL="91440" marR="91440" marT="45720" marB="45720">
                    <a:lnL w="9525">
                      <a:solidFill>
                        <a:srgbClr val="D7DEEA"/>
                      </a:solidFill>
                      <a:prstDash val="solid"/>
                    </a:lnL>
                    <a:lnR w="9525">
                      <a:solidFill>
                        <a:srgbClr val="D7DEEA"/>
                      </a:solidFill>
                      <a:prstDash val="solid"/>
                    </a:lnR>
                    <a:lnB w="9525">
                      <a:solidFill>
                        <a:srgbClr val="D7DEEA"/>
                      </a:solidFill>
                      <a:prstDash val="solid"/>
                    </a:lnB>
                    <a:solidFill>
                      <a:srgbClr val="FFFFFF"/>
                    </a:solidFill>
                  </a:tcPr>
                </a:tc>
                <a:tc>
                  <a:txBody>
                    <a:bodyPr lIns="114300" tIns="114300" rIns="114300" bIns="114300"/>
                    <a:lstStyle/>
                    <a:p>
                      <a:r>
                        <a:rPr sz="2175" b="0">
                          <a:solidFill>
                            <a:srgbClr val="031C36"/>
                          </a:solidFill>
                          <a:latin typeface="Noto Sans"/>
                          <a:ea typeface="Noto Sans"/>
                          <a:cs typeface="Noto Sans"/>
                        </a:rPr>
                        <a:t>8 / 12 / 16 / 24</a:t>
                      </a:r>
                    </a:p>
                  </a:txBody>
                  <a:tcPr marL="91440" marR="91440" marT="45720" marB="45720">
                    <a:lnR w="9525">
                      <a:solidFill>
                        <a:srgbClr val="D7DEEA"/>
                      </a:solidFill>
                      <a:prstDash val="solid"/>
                    </a:lnR>
                    <a:lnB w="9525">
                      <a:solidFill>
                        <a:srgbClr val="D7DEEA"/>
                      </a:solidFill>
                      <a:prstDash val="solid"/>
                    </a:lnB>
                    <a:solidFill>
                      <a:srgbClr val="FFFFFF"/>
                    </a:solidFill>
                  </a:tcPr>
                </a:tc>
                <a:tc>
                  <a:txBody>
                    <a:bodyPr lIns="114300" tIns="114300" rIns="114300" bIns="114300"/>
                    <a:lstStyle/>
                    <a:p>
                      <a:r>
                        <a:rPr sz="2175" b="0">
                          <a:solidFill>
                            <a:srgbClr val="031C36"/>
                          </a:solidFill>
                          <a:latin typeface="Noto Sans"/>
                          <a:ea typeface="Noto Sans"/>
                          <a:cs typeface="Noto Sans"/>
                        </a:rPr>
                        <a:t>Input, button, card, dialog</a:t>
                      </a:r>
                    </a:p>
                  </a:txBody>
                  <a:tcPr marL="91440" marR="91440" marT="45720" marB="45720">
                    <a:lnR w="9525">
                      <a:solidFill>
                        <a:srgbClr val="D7DEEA"/>
                      </a:solidFill>
                      <a:prstDash val="solid"/>
                    </a:lnR>
                    <a:lnB w="9525">
                      <a:solidFill>
                        <a:srgbClr val="D7DEEA"/>
                      </a:solidFill>
                      <a:prstDash val="solid"/>
                    </a:lnB>
                    <a:solidFill>
                      <a:srgbClr val="FFFFFF"/>
                    </a:solidFill>
                  </a:tcPr>
                </a:tc>
              </a:tr>
            </a:tbl>
          </a:graphicData>
        </a:graphic>
      </p:graphicFrame>
      <p:sp>
        <p:nvSpPr>
          <p:cNvPr id="9" name="Type: 24/32, 20/28, 16/24, 14/20">
            <a:extLst xmlns:a="http://schemas.openxmlformats.org/drawingml/2006/main">
              <a:ext uri="{FF2B5EF4-FFF2-40B4-BE49-F238E27FC236}">
                <a16:creationId xmlns:a16="http://schemas.microsoft.com/office/drawing/2014/main" id="{F68AEB46-F4C5-4DCC-9EC4-6509A3AEF2D4}"/>
              </a:ext>
            </a:extLst>
          </p:cNvPr>
          <p:cNvSpPr>
            <a:spLocks xmlns:a="http://schemas.openxmlformats.org/drawingml/2006/main" noGrp="1"/>
          </p:cNvSpPr>
          <p:nvPr/>
        </p:nvSpPr>
        <p:spPr>
          <a:xfrm xmlns:a="http://schemas.openxmlformats.org/drawingml/2006/main">
            <a:off x="1066800" y="7096125"/>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550" b="1">
                <a:solidFill>
                  <a:srgbClr val="031C36"/>
                </a:solidFill>
                <a:latin typeface="Noto Sans"/>
                <a:ea typeface="Noto Sans"/>
                <a:cs typeface="Noto Sans"/>
              </a:defRPr>
            </a:defPPr>
            <a:lvl1pPr>
              <a:defRPr sz="2550" b="1">
                <a:solidFill>
                  <a:srgbClr val="031C36"/>
                </a:solidFill>
                <a:latin typeface="Noto Sans"/>
                <a:ea typeface="Noto Sans"/>
                <a:cs typeface="Noto Sans"/>
              </a:defRPr>
            </a:lvl1pPr>
            <a:lvl2pPr>
              <a:defRPr sz="2550" b="1">
                <a:solidFill>
                  <a:srgbClr val="031C36"/>
                </a:solidFill>
                <a:latin typeface="Noto Sans"/>
                <a:ea typeface="Noto Sans"/>
                <a:cs typeface="Noto Sans"/>
              </a:defRPr>
            </a:lvl2pPr>
            <a:lvl3pPr>
              <a:defRPr sz="2550" b="1">
                <a:solidFill>
                  <a:srgbClr val="031C36"/>
                </a:solidFill>
                <a:latin typeface="Noto Sans"/>
                <a:ea typeface="Noto Sans"/>
                <a:cs typeface="Noto Sans"/>
              </a:defRPr>
            </a:lvl3pPr>
            <a:lvl4pPr>
              <a:defRPr sz="2550" b="1">
                <a:solidFill>
                  <a:srgbClr val="031C36"/>
                </a:solidFill>
                <a:latin typeface="Noto Sans"/>
                <a:ea typeface="Noto Sans"/>
                <a:cs typeface="Noto Sans"/>
              </a:defRPr>
            </a:lvl4pPr>
            <a:lvl5pPr>
              <a:defRPr sz="2550" b="1">
                <a:solidFill>
                  <a:srgbClr val="031C36"/>
                </a:solidFill>
                <a:latin typeface="Noto Sans"/>
                <a:ea typeface="Noto Sans"/>
                <a:cs typeface="Noto Sans"/>
              </a:defRPr>
            </a:lvl5pPr>
            <a:lvl6pPr>
              <a:defRPr sz="2550" b="1">
                <a:solidFill>
                  <a:srgbClr val="031C36"/>
                </a:solidFill>
                <a:latin typeface="Noto Sans"/>
                <a:ea typeface="Noto Sans"/>
                <a:cs typeface="Noto Sans"/>
              </a:defRPr>
            </a:lvl6pPr>
            <a:lvl7pPr>
              <a:defRPr sz="2550" b="1">
                <a:solidFill>
                  <a:srgbClr val="031C36"/>
                </a:solidFill>
                <a:latin typeface="Noto Sans"/>
                <a:ea typeface="Noto Sans"/>
                <a:cs typeface="Noto Sans"/>
              </a:defRPr>
            </a:lvl7pPr>
            <a:lvl8pPr>
              <a:defRPr sz="2550" b="1">
                <a:solidFill>
                  <a:srgbClr val="031C36"/>
                </a:solidFill>
                <a:latin typeface="Noto Sans"/>
                <a:ea typeface="Noto Sans"/>
                <a:cs typeface="Noto Sans"/>
              </a:defRPr>
            </a:lvl8pPr>
            <a:lvl9pPr>
              <a:defRPr sz="2550" b="1">
                <a:solidFill>
                  <a:srgbClr val="031C36"/>
                </a:solidFill>
                <a:latin typeface="Noto Sans"/>
                <a:ea typeface="Noto Sans"/>
                <a:cs typeface="Noto Sans"/>
              </a:defRPr>
            </a:lvl9pPr>
          </a:lstStyle>
          <a:p xmlns:a="http://schemas.openxmlformats.org/drawingml/2006/main">
            <a:pPr>
              <a:defRPr sz="2550" b="1">
                <a:solidFill>
                  <a:srgbClr val="031C36"/>
                </a:solidFill>
                <a:latin typeface="Noto Sans"/>
                <a:ea typeface="Noto Sans"/>
                <a:cs typeface="Noto Sans"/>
              </a:defRPr>
            </a:pPr>
            <a:r>
              <a:rPr sz="2550" b="1">
                <a:solidFill>
                  <a:srgbClr val="031C36"/>
                </a:solidFill>
                <a:latin typeface="Noto Sans"/>
                <a:ea typeface="Noto Sans"/>
                <a:cs typeface="Noto Sans"/>
              </a:rPr>
              <a:t>Type: 24/32, 20/28, 16/24, 14/20</a:t>
            </a:r>
          </a:p>
        </p:txBody>
      </p:sp>
      <p:sp>
        <p:nvSpPr>
          <p:cNvPr id="10" name="Elevation: 1 effect style dùng cho card">
            <a:extLst xmlns:a="http://schemas.openxmlformats.org/drawingml/2006/main">
              <a:ext uri="{FF2B5EF4-FFF2-40B4-BE49-F238E27FC236}">
                <a16:creationId xmlns:a16="http://schemas.microsoft.com/office/drawing/2014/main" id="{AED14CA4-A406-4B69-AA05-79BA78CA5DD2}"/>
              </a:ext>
            </a:extLst>
          </p:cNvPr>
          <p:cNvSpPr>
            <a:spLocks xmlns:a="http://schemas.openxmlformats.org/drawingml/2006/main" noGrp="1"/>
          </p:cNvSpPr>
          <p:nvPr/>
        </p:nvSpPr>
        <p:spPr>
          <a:xfrm xmlns:a="http://schemas.openxmlformats.org/drawingml/2006/main">
            <a:off x="1066800" y="7715250"/>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75" b="0">
                <a:solidFill>
                  <a:srgbClr val="031C36"/>
                </a:solidFill>
                <a:latin typeface="Noto Sans"/>
                <a:ea typeface="Noto Sans"/>
                <a:cs typeface="Noto Sans"/>
              </a:defRPr>
            </a:defPPr>
            <a:lvl1pPr>
              <a:defRPr sz="2175" b="0">
                <a:solidFill>
                  <a:srgbClr val="031C36"/>
                </a:solidFill>
                <a:latin typeface="Noto Sans"/>
                <a:ea typeface="Noto Sans"/>
                <a:cs typeface="Noto Sans"/>
              </a:defRPr>
            </a:lvl1pPr>
            <a:lvl2pPr>
              <a:defRPr sz="2175" b="0">
                <a:solidFill>
                  <a:srgbClr val="031C36"/>
                </a:solidFill>
                <a:latin typeface="Noto Sans"/>
                <a:ea typeface="Noto Sans"/>
                <a:cs typeface="Noto Sans"/>
              </a:defRPr>
            </a:lvl2pPr>
            <a:lvl3pPr>
              <a:defRPr sz="2175" b="0">
                <a:solidFill>
                  <a:srgbClr val="031C36"/>
                </a:solidFill>
                <a:latin typeface="Noto Sans"/>
                <a:ea typeface="Noto Sans"/>
                <a:cs typeface="Noto Sans"/>
              </a:defRPr>
            </a:lvl3pPr>
            <a:lvl4pPr>
              <a:defRPr sz="2175" b="0">
                <a:solidFill>
                  <a:srgbClr val="031C36"/>
                </a:solidFill>
                <a:latin typeface="Noto Sans"/>
                <a:ea typeface="Noto Sans"/>
                <a:cs typeface="Noto Sans"/>
              </a:defRPr>
            </a:lvl4pPr>
            <a:lvl5pPr>
              <a:defRPr sz="2175" b="0">
                <a:solidFill>
                  <a:srgbClr val="031C36"/>
                </a:solidFill>
                <a:latin typeface="Noto Sans"/>
                <a:ea typeface="Noto Sans"/>
                <a:cs typeface="Noto Sans"/>
              </a:defRPr>
            </a:lvl5pPr>
            <a:lvl6pPr>
              <a:defRPr sz="2175" b="0">
                <a:solidFill>
                  <a:srgbClr val="031C36"/>
                </a:solidFill>
                <a:latin typeface="Noto Sans"/>
                <a:ea typeface="Noto Sans"/>
                <a:cs typeface="Noto Sans"/>
              </a:defRPr>
            </a:lvl6pPr>
            <a:lvl7pPr>
              <a:defRPr sz="2175" b="0">
                <a:solidFill>
                  <a:srgbClr val="031C36"/>
                </a:solidFill>
                <a:latin typeface="Noto Sans"/>
                <a:ea typeface="Noto Sans"/>
                <a:cs typeface="Noto Sans"/>
              </a:defRPr>
            </a:lvl7pPr>
            <a:lvl8pPr>
              <a:defRPr sz="2175" b="0">
                <a:solidFill>
                  <a:srgbClr val="031C36"/>
                </a:solidFill>
                <a:latin typeface="Noto Sans"/>
                <a:ea typeface="Noto Sans"/>
                <a:cs typeface="Noto Sans"/>
              </a:defRPr>
            </a:lvl8pPr>
            <a:lvl9pPr>
              <a:defRPr sz="2175" b="0">
                <a:solidFill>
                  <a:srgbClr val="031C36"/>
                </a:solidFill>
                <a:latin typeface="Noto Sans"/>
                <a:ea typeface="Noto Sans"/>
                <a:cs typeface="Noto Sans"/>
              </a:defRPr>
            </a:lvl9pPr>
          </a:lstStyle>
          <a:p xmlns:a="http://schemas.openxmlformats.org/drawingml/2006/main">
            <a:pPr>
              <a:defRPr sz="2175" b="0">
                <a:solidFill>
                  <a:srgbClr val="031C36"/>
                </a:solidFill>
                <a:latin typeface="Noto Sans"/>
                <a:ea typeface="Noto Sans"/>
                <a:cs typeface="Noto Sans"/>
              </a:defRPr>
            </a:pPr>
            <a:r>
              <a:rPr sz="2175" b="0">
                <a:solidFill>
                  <a:srgbClr val="031C36"/>
                </a:solidFill>
                <a:latin typeface="Noto Sans"/>
                <a:ea typeface="Noto Sans"/>
                <a:cs typeface="Noto Sans"/>
              </a:rPr>
              <a:t>Elevation: 1 effect style dùng cho card</a:t>
            </a:r>
          </a:p>
        </p:txBody>
      </p:sp>
      <p:sp>
        <p:nvSpPr>
          <p:cNvPr id="11" name="Button, TextField, Card, Navigation, AppBar,&#10;Dialog, Loading">
            <a:extLst xmlns:a="http://schemas.openxmlformats.org/drawingml/2006/main">
              <a:ext uri="{FF2B5EF4-FFF2-40B4-BE49-F238E27FC236}">
                <a16:creationId xmlns:a16="http://schemas.microsoft.com/office/drawing/2014/main" id="{995E04A7-E626-46E0-A66A-500105D6A488}"/>
              </a:ext>
            </a:extLst>
          </p:cNvPr>
          <p:cNvSpPr>
            <a:spLocks xmlns:a="http://schemas.openxmlformats.org/drawingml/2006/main" noGrp="1"/>
          </p:cNvSpPr>
          <p:nvPr/>
        </p:nvSpPr>
        <p:spPr>
          <a:xfrm xmlns:a="http://schemas.openxmlformats.org/drawingml/2006/main">
            <a:off x="1066800" y="8334375"/>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0">
                <a:solidFill>
                  <a:srgbClr val="031C36"/>
                </a:solidFill>
                <a:latin typeface="Noto Sans"/>
                <a:ea typeface="Noto Sans"/>
                <a:cs typeface="Noto Sans"/>
              </a:defRPr>
            </a:defPPr>
            <a:lvl1pPr>
              <a:defRPr sz="2100" b="0">
                <a:solidFill>
                  <a:srgbClr val="031C36"/>
                </a:solidFill>
                <a:latin typeface="Noto Sans"/>
                <a:ea typeface="Noto Sans"/>
                <a:cs typeface="Noto Sans"/>
              </a:defRPr>
            </a:lvl1pPr>
            <a:lvl2pPr>
              <a:defRPr sz="2100" b="0">
                <a:solidFill>
                  <a:srgbClr val="031C36"/>
                </a:solidFill>
                <a:latin typeface="Noto Sans"/>
                <a:ea typeface="Noto Sans"/>
                <a:cs typeface="Noto Sans"/>
              </a:defRPr>
            </a:lvl2pPr>
            <a:lvl3pPr>
              <a:defRPr sz="2100" b="0">
                <a:solidFill>
                  <a:srgbClr val="031C36"/>
                </a:solidFill>
                <a:latin typeface="Noto Sans"/>
                <a:ea typeface="Noto Sans"/>
                <a:cs typeface="Noto Sans"/>
              </a:defRPr>
            </a:lvl3pPr>
            <a:lvl4pPr>
              <a:defRPr sz="2100" b="0">
                <a:solidFill>
                  <a:srgbClr val="031C36"/>
                </a:solidFill>
                <a:latin typeface="Noto Sans"/>
                <a:ea typeface="Noto Sans"/>
                <a:cs typeface="Noto Sans"/>
              </a:defRPr>
            </a:lvl4pPr>
            <a:lvl5pPr>
              <a:defRPr sz="2100" b="0">
                <a:solidFill>
                  <a:srgbClr val="031C36"/>
                </a:solidFill>
                <a:latin typeface="Noto Sans"/>
                <a:ea typeface="Noto Sans"/>
                <a:cs typeface="Noto Sans"/>
              </a:defRPr>
            </a:lvl5pPr>
            <a:lvl6pPr>
              <a:defRPr sz="2100" b="0">
                <a:solidFill>
                  <a:srgbClr val="031C36"/>
                </a:solidFill>
                <a:latin typeface="Noto Sans"/>
                <a:ea typeface="Noto Sans"/>
                <a:cs typeface="Noto Sans"/>
              </a:defRPr>
            </a:lvl6pPr>
            <a:lvl7pPr>
              <a:defRPr sz="2100" b="0">
                <a:solidFill>
                  <a:srgbClr val="031C36"/>
                </a:solidFill>
                <a:latin typeface="Noto Sans"/>
                <a:ea typeface="Noto Sans"/>
                <a:cs typeface="Noto Sans"/>
              </a:defRPr>
            </a:lvl7pPr>
            <a:lvl8pPr>
              <a:defRPr sz="2100" b="0">
                <a:solidFill>
                  <a:srgbClr val="031C36"/>
                </a:solidFill>
                <a:latin typeface="Noto Sans"/>
                <a:ea typeface="Noto Sans"/>
                <a:cs typeface="Noto Sans"/>
              </a:defRPr>
            </a:lvl8pPr>
            <a:lvl9pPr>
              <a:defRPr sz="2100" b="0">
                <a:solidFill>
                  <a:srgbClr val="031C36"/>
                </a:solidFill>
                <a:latin typeface="Noto Sans"/>
                <a:ea typeface="Noto Sans"/>
                <a:cs typeface="Noto Sans"/>
              </a:defRPr>
            </a:lvl9pPr>
          </a:lstStyle>
          <a:p xmlns:a="http://schemas.openxmlformats.org/drawingml/2006/main">
            <a:pPr>
              <a:defRPr sz="2100" b="0">
                <a:solidFill>
                  <a:srgbClr val="031C36"/>
                </a:solidFill>
                <a:latin typeface="Noto Sans"/>
                <a:ea typeface="Noto Sans"/>
                <a:cs typeface="Noto Sans"/>
              </a:defRPr>
            </a:pPr>
            <a:r>
              <a:rPr sz="2100" b="0">
                <a:solidFill>
                  <a:srgbClr val="031C36"/>
                </a:solidFill>
                <a:latin typeface="Noto Sans"/>
                <a:ea typeface="Noto Sans"/>
                <a:cs typeface="Noto Sans"/>
              </a:rPr>
              <a:t>Button, TextField, Card, Navigation, AppBar,</a:t>
            </a:r>
          </a:p>
          <a:p xmlns:a="http://schemas.openxmlformats.org/drawingml/2006/main">
            <a:pPr>
              <a:defRPr sz="2100" b="0">
                <a:solidFill>
                  <a:srgbClr val="031C36"/>
                </a:solidFill>
                <a:latin typeface="Noto Sans"/>
                <a:ea typeface="Noto Sans"/>
                <a:cs typeface="Noto Sans"/>
              </a:defRPr>
            </a:pPr>
            <a:r>
              <a:rPr sz="2100" b="0">
                <a:solidFill>
                  <a:srgbClr val="031C36"/>
                </a:solidFill>
                <a:latin typeface="Noto Sans"/>
                <a:ea typeface="Noto Sans"/>
                <a:cs typeface="Noto Sans"/>
              </a:rPr>
              <a:t>Dialog, Loading, Empty, Error, DiscoverGroup</a:t>
            </a:r>
          </a:p>
        </p:txBody>
      </p:sp>
      <p:pic>
        <p:nvPicPr>
          <p:cNvPr id="12" name="">
            <a:extLst xmlns:a="http://schemas.openxmlformats.org/drawingml/2006/main">
              <a:ext uri="{FF2B5EF4-FFF2-40B4-BE49-F238E27FC236}">
                <a16:creationId xmlns:a16="http://schemas.microsoft.com/office/drawing/2014/main" id="{85F85FC1-0D4E-4DCD-814B-95A70B787A1B}"/>
              </a:ext>
            </a:extLst>
          </p:cNvPr>
          <p:cNvPicPr>
            <a:picLocks xmlns:a="http://schemas.openxmlformats.org/drawingml/2006/main" noChangeAspect="1"/>
          </p:cNvPicPr>
          <p:nvPr/>
        </p:nvPicPr>
        <p:blipFill>
          <a:blip xmlns:r="http://schemas.openxmlformats.org/officeDocument/2006/relationships" xmlns:a="http://schemas.openxmlformats.org/drawingml/2006/main" r:embed="R70f73e0e805f4c55"/>
          <a:stretch xmlns:a="http://schemas.openxmlformats.org/drawingml/2006/main"/>
        </p:blipFill>
        <p:spPr>
          <a:xfrm xmlns:a="http://schemas.openxmlformats.org/drawingml/2006/main">
            <a:off x="13239750" y="3593561"/>
            <a:ext cx="3381375" cy="4528627"/>
          </a:xfrm>
          <a:prstGeom xmlns:a="http://schemas.openxmlformats.org/drawingml/2006/main" prst="rect">
            <a:avLst/>
          </a:prstGeom>
        </p:spPr>
      </p:pic>
    </p:spTree>
    <p:extLst>
      <p:ext uri="{BB962C8B-B14F-4D97-AF65-F5344CB8AC3E}">
        <p14:creationId xmlns:p14="http://schemas.microsoft.com/office/powerpoint/2010/main" val="93107732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Accessibility và responsive">
            <a:extLst xmlns:a="http://schemas.openxmlformats.org/drawingml/2006/main">
              <a:ext uri="{FF2B5EF4-FFF2-40B4-BE49-F238E27FC236}">
                <a16:creationId xmlns:a16="http://schemas.microsoft.com/office/drawing/2014/main" id="{EAC853E1-CA40-4609-8EEF-C0521D8BA2E6}"/>
              </a:ext>
            </a:extLst>
          </p:cNvPr>
          <p:cNvSpPr>
            <a:spLocks xmlns:a="http://schemas.openxmlformats.org/drawingml/2006/main" noGrp="1"/>
          </p:cNvSpPr>
          <p:nvPr/>
        </p:nvSpPr>
        <p:spPr>
          <a:xfrm xmlns:a="http://schemas.openxmlformats.org/drawingml/2006/main">
            <a:off x="952500" y="619125"/>
            <a:ext cx="16192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4350" b="1">
                <a:solidFill>
                  <a:srgbClr val="1E5AA8"/>
                </a:solidFill>
                <a:latin typeface="Noto Sans"/>
                <a:ea typeface="Noto Sans"/>
                <a:cs typeface="Noto Sans"/>
              </a:defRPr>
            </a:defPPr>
            <a:lvl1pPr>
              <a:defRPr sz="4350" b="1">
                <a:solidFill>
                  <a:srgbClr val="1E5AA8"/>
                </a:solidFill>
                <a:latin typeface="Noto Sans"/>
                <a:ea typeface="Noto Sans"/>
                <a:cs typeface="Noto Sans"/>
              </a:defRPr>
            </a:lvl1pPr>
            <a:lvl2pPr>
              <a:defRPr sz="4350" b="1">
                <a:solidFill>
                  <a:srgbClr val="1E5AA8"/>
                </a:solidFill>
                <a:latin typeface="Noto Sans"/>
                <a:ea typeface="Noto Sans"/>
                <a:cs typeface="Noto Sans"/>
              </a:defRPr>
            </a:lvl2pPr>
            <a:lvl3pPr>
              <a:defRPr sz="4350" b="1">
                <a:solidFill>
                  <a:srgbClr val="1E5AA8"/>
                </a:solidFill>
                <a:latin typeface="Noto Sans"/>
                <a:ea typeface="Noto Sans"/>
                <a:cs typeface="Noto Sans"/>
              </a:defRPr>
            </a:lvl3pPr>
            <a:lvl4pPr>
              <a:defRPr sz="4350" b="1">
                <a:solidFill>
                  <a:srgbClr val="1E5AA8"/>
                </a:solidFill>
                <a:latin typeface="Noto Sans"/>
                <a:ea typeface="Noto Sans"/>
                <a:cs typeface="Noto Sans"/>
              </a:defRPr>
            </a:lvl4pPr>
            <a:lvl5pPr>
              <a:defRPr sz="4350" b="1">
                <a:solidFill>
                  <a:srgbClr val="1E5AA8"/>
                </a:solidFill>
                <a:latin typeface="Noto Sans"/>
                <a:ea typeface="Noto Sans"/>
                <a:cs typeface="Noto Sans"/>
              </a:defRPr>
            </a:lvl5pPr>
            <a:lvl6pPr>
              <a:defRPr sz="4350" b="1">
                <a:solidFill>
                  <a:srgbClr val="1E5AA8"/>
                </a:solidFill>
                <a:latin typeface="Noto Sans"/>
                <a:ea typeface="Noto Sans"/>
                <a:cs typeface="Noto Sans"/>
              </a:defRPr>
            </a:lvl6pPr>
            <a:lvl7pPr>
              <a:defRPr sz="4350" b="1">
                <a:solidFill>
                  <a:srgbClr val="1E5AA8"/>
                </a:solidFill>
                <a:latin typeface="Noto Sans"/>
                <a:ea typeface="Noto Sans"/>
                <a:cs typeface="Noto Sans"/>
              </a:defRPr>
            </a:lvl7pPr>
            <a:lvl8pPr>
              <a:defRPr sz="4350" b="1">
                <a:solidFill>
                  <a:srgbClr val="1E5AA8"/>
                </a:solidFill>
                <a:latin typeface="Noto Sans"/>
                <a:ea typeface="Noto Sans"/>
                <a:cs typeface="Noto Sans"/>
              </a:defRPr>
            </a:lvl8pPr>
            <a:lvl9pPr>
              <a:defRPr sz="4350" b="1">
                <a:solidFill>
                  <a:srgbClr val="1E5AA8"/>
                </a:solidFill>
                <a:latin typeface="Noto Sans"/>
                <a:ea typeface="Noto Sans"/>
                <a:cs typeface="Noto Sans"/>
              </a:defRPr>
            </a:lvl9pPr>
          </a:lstStyle>
          <a:p xmlns:a="http://schemas.openxmlformats.org/drawingml/2006/main">
            <a:pPr>
              <a:defRPr sz="4350" b="1">
                <a:solidFill>
                  <a:srgbClr val="1E5AA8"/>
                </a:solidFill>
                <a:latin typeface="Noto Sans"/>
                <a:ea typeface="Noto Sans"/>
                <a:cs typeface="Noto Sans"/>
              </a:defRPr>
            </a:pPr>
            <a:r>
              <a:rPr sz="4350" b="1">
                <a:solidFill>
                  <a:srgbClr val="1E5AA8"/>
                </a:solidFill>
                <a:latin typeface="Noto Sans"/>
                <a:ea typeface="Noto Sans"/>
                <a:cs typeface="Noto Sans"/>
              </a:rPr>
              <a:t>Accessibility và responsive</a:t>
            </a:r>
          </a:p>
        </p:txBody>
      </p:sp>
      <p:sp>
        <p:nvSpPr>
          <p:cNvPr id="2" name="Kiểm tra màu, chữ, vùng chạm và bố cục. Không đồng nhất kiểm">
            <a:extLst xmlns:a="http://schemas.openxmlformats.org/drawingml/2006/main">
              <a:ext uri="{FF2B5EF4-FFF2-40B4-BE49-F238E27FC236}">
                <a16:creationId xmlns:a16="http://schemas.microsoft.com/office/drawing/2014/main" id="{91EBAB61-2A13-467D-BBEB-806B6287ACF0}"/>
              </a:ext>
            </a:extLst>
          </p:cNvPr>
          <p:cNvSpPr>
            <a:spLocks xmlns:a="http://schemas.openxmlformats.org/drawingml/2006/main" noGrp="1"/>
          </p:cNvSpPr>
          <p:nvPr/>
        </p:nvSpPr>
        <p:spPr>
          <a:xfrm xmlns:a="http://schemas.openxmlformats.org/drawingml/2006/main">
            <a:off x="990600" y="1600200"/>
            <a:ext cx="1600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0">
                <a:solidFill>
                  <a:srgbClr val="424751"/>
                </a:solidFill>
                <a:latin typeface="Noto Sans"/>
                <a:ea typeface="Noto Sans"/>
                <a:cs typeface="Noto Sans"/>
              </a:defRPr>
            </a:defPPr>
            <a:lvl1pPr>
              <a:defRPr sz="2250" b="0">
                <a:solidFill>
                  <a:srgbClr val="424751"/>
                </a:solidFill>
                <a:latin typeface="Noto Sans"/>
                <a:ea typeface="Noto Sans"/>
                <a:cs typeface="Noto Sans"/>
              </a:defRPr>
            </a:lvl1pPr>
            <a:lvl2pPr>
              <a:defRPr sz="2250" b="0">
                <a:solidFill>
                  <a:srgbClr val="424751"/>
                </a:solidFill>
                <a:latin typeface="Noto Sans"/>
                <a:ea typeface="Noto Sans"/>
                <a:cs typeface="Noto Sans"/>
              </a:defRPr>
            </a:lvl2pPr>
            <a:lvl3pPr>
              <a:defRPr sz="2250" b="0">
                <a:solidFill>
                  <a:srgbClr val="424751"/>
                </a:solidFill>
                <a:latin typeface="Noto Sans"/>
                <a:ea typeface="Noto Sans"/>
                <a:cs typeface="Noto Sans"/>
              </a:defRPr>
            </a:lvl3pPr>
            <a:lvl4pPr>
              <a:defRPr sz="2250" b="0">
                <a:solidFill>
                  <a:srgbClr val="424751"/>
                </a:solidFill>
                <a:latin typeface="Noto Sans"/>
                <a:ea typeface="Noto Sans"/>
                <a:cs typeface="Noto Sans"/>
              </a:defRPr>
            </a:lvl4pPr>
            <a:lvl5pPr>
              <a:defRPr sz="2250" b="0">
                <a:solidFill>
                  <a:srgbClr val="424751"/>
                </a:solidFill>
                <a:latin typeface="Noto Sans"/>
                <a:ea typeface="Noto Sans"/>
                <a:cs typeface="Noto Sans"/>
              </a:defRPr>
            </a:lvl5pPr>
            <a:lvl6pPr>
              <a:defRPr sz="2250" b="0">
                <a:solidFill>
                  <a:srgbClr val="424751"/>
                </a:solidFill>
                <a:latin typeface="Noto Sans"/>
                <a:ea typeface="Noto Sans"/>
                <a:cs typeface="Noto Sans"/>
              </a:defRPr>
            </a:lvl6pPr>
            <a:lvl7pPr>
              <a:defRPr sz="2250" b="0">
                <a:solidFill>
                  <a:srgbClr val="424751"/>
                </a:solidFill>
                <a:latin typeface="Noto Sans"/>
                <a:ea typeface="Noto Sans"/>
                <a:cs typeface="Noto Sans"/>
              </a:defRPr>
            </a:lvl7pPr>
            <a:lvl8pPr>
              <a:defRPr sz="2250" b="0">
                <a:solidFill>
                  <a:srgbClr val="424751"/>
                </a:solidFill>
                <a:latin typeface="Noto Sans"/>
                <a:ea typeface="Noto Sans"/>
                <a:cs typeface="Noto Sans"/>
              </a:defRPr>
            </a:lvl8pPr>
            <a:lvl9pPr>
              <a:defRPr sz="2250" b="0">
                <a:solidFill>
                  <a:srgbClr val="424751"/>
                </a:solidFill>
                <a:latin typeface="Noto Sans"/>
                <a:ea typeface="Noto Sans"/>
                <a:cs typeface="Noto Sans"/>
              </a:defRPr>
            </a:lvl9pPr>
          </a:lstStyle>
          <a:p xmlns:a="http://schemas.openxmlformats.org/drawingml/2006/main">
            <a:pPr>
              <a:defRPr sz="2250" b="0">
                <a:solidFill>
                  <a:srgbClr val="424751"/>
                </a:solidFill>
                <a:latin typeface="Noto Sans"/>
                <a:ea typeface="Noto Sans"/>
                <a:cs typeface="Noto Sans"/>
              </a:defRPr>
            </a:pPr>
            <a:r>
              <a:rPr sz="2250" b="0">
                <a:solidFill>
                  <a:srgbClr val="424751"/>
                </a:solidFill>
                <a:latin typeface="Noto Sans"/>
                <a:ea typeface="Noto Sans"/>
                <a:cs typeface="Noto Sans"/>
              </a:rPr>
              <a:t>Kiểm tra màu, chữ, vùng chạm và bố cục. Không đồng nhất kiểm tra thiết kế với user test.</a:t>
            </a:r>
          </a:p>
        </p:txBody>
      </p:sp>
      <p:sp>
        <p:nvSpPr>
          <p:cNvPr id="3" name="10 / 12">
            <a:extLst xmlns:a="http://schemas.openxmlformats.org/drawingml/2006/main">
              <a:ext uri="{FF2B5EF4-FFF2-40B4-BE49-F238E27FC236}">
                <a16:creationId xmlns:a16="http://schemas.microsoft.com/office/drawing/2014/main" id="{FFECB8B2-CF18-412C-8A9D-E92DAEEB016B}"/>
              </a:ext>
            </a:extLst>
          </p:cNvPr>
          <p:cNvSpPr>
            <a:spLocks xmlns:a="http://schemas.openxmlformats.org/drawingml/2006/main" noGrp="1"/>
          </p:cNvSpPr>
          <p:nvPr/>
        </p:nvSpPr>
        <p:spPr>
          <a:xfrm xmlns:a="http://schemas.openxmlformats.org/drawingml/2006/main">
            <a:off x="16097250" y="72390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0">
                <a:solidFill>
                  <a:srgbClr val="424751"/>
                </a:solidFill>
                <a:latin typeface="Noto Sans"/>
                <a:ea typeface="Noto Sans"/>
                <a:cs typeface="Noto Sans"/>
              </a:defRPr>
            </a:defPPr>
            <a:lvl1pPr>
              <a:defRPr sz="1800" b="0">
                <a:solidFill>
                  <a:srgbClr val="424751"/>
                </a:solidFill>
                <a:latin typeface="Noto Sans"/>
                <a:ea typeface="Noto Sans"/>
                <a:cs typeface="Noto Sans"/>
              </a:defRPr>
            </a:lvl1pPr>
            <a:lvl2pPr>
              <a:defRPr sz="1800" b="0">
                <a:solidFill>
                  <a:srgbClr val="424751"/>
                </a:solidFill>
                <a:latin typeface="Noto Sans"/>
                <a:ea typeface="Noto Sans"/>
                <a:cs typeface="Noto Sans"/>
              </a:defRPr>
            </a:lvl2pPr>
            <a:lvl3pPr>
              <a:defRPr sz="1800" b="0">
                <a:solidFill>
                  <a:srgbClr val="424751"/>
                </a:solidFill>
                <a:latin typeface="Noto Sans"/>
                <a:ea typeface="Noto Sans"/>
                <a:cs typeface="Noto Sans"/>
              </a:defRPr>
            </a:lvl3pPr>
            <a:lvl4pPr>
              <a:defRPr sz="1800" b="0">
                <a:solidFill>
                  <a:srgbClr val="424751"/>
                </a:solidFill>
                <a:latin typeface="Noto Sans"/>
                <a:ea typeface="Noto Sans"/>
                <a:cs typeface="Noto Sans"/>
              </a:defRPr>
            </a:lvl4pPr>
            <a:lvl5pPr>
              <a:defRPr sz="1800" b="0">
                <a:solidFill>
                  <a:srgbClr val="424751"/>
                </a:solidFill>
                <a:latin typeface="Noto Sans"/>
                <a:ea typeface="Noto Sans"/>
                <a:cs typeface="Noto Sans"/>
              </a:defRPr>
            </a:lvl5pPr>
            <a:lvl6pPr>
              <a:defRPr sz="1800" b="0">
                <a:solidFill>
                  <a:srgbClr val="424751"/>
                </a:solidFill>
                <a:latin typeface="Noto Sans"/>
                <a:ea typeface="Noto Sans"/>
                <a:cs typeface="Noto Sans"/>
              </a:defRPr>
            </a:lvl6pPr>
            <a:lvl7pPr>
              <a:defRPr sz="1800" b="0">
                <a:solidFill>
                  <a:srgbClr val="424751"/>
                </a:solidFill>
                <a:latin typeface="Noto Sans"/>
                <a:ea typeface="Noto Sans"/>
                <a:cs typeface="Noto Sans"/>
              </a:defRPr>
            </a:lvl7pPr>
            <a:lvl8pPr>
              <a:defRPr sz="1800" b="0">
                <a:solidFill>
                  <a:srgbClr val="424751"/>
                </a:solidFill>
                <a:latin typeface="Noto Sans"/>
                <a:ea typeface="Noto Sans"/>
                <a:cs typeface="Noto Sans"/>
              </a:defRPr>
            </a:lvl8pPr>
            <a:lvl9pPr>
              <a:defRPr sz="1800" b="0">
                <a:solidFill>
                  <a:srgbClr val="424751"/>
                </a:solidFill>
                <a:latin typeface="Noto Sans"/>
                <a:ea typeface="Noto Sans"/>
                <a:cs typeface="Noto Sans"/>
              </a:defRPr>
            </a:lvl9pPr>
          </a:lstStyle>
          <a:p xmlns:a="http://schemas.openxmlformats.org/drawingml/2006/main">
            <a:pPr>
              <a:defRPr sz="1800" b="0">
                <a:solidFill>
                  <a:srgbClr val="424751"/>
                </a:solidFill>
                <a:latin typeface="Noto Sans"/>
                <a:ea typeface="Noto Sans"/>
                <a:cs typeface="Noto Sans"/>
              </a:defRPr>
            </a:pPr>
            <a:r>
              <a:rPr sz="1800" b="0">
                <a:solidFill>
                  <a:srgbClr val="424751"/>
                </a:solidFill>
                <a:latin typeface="Noto Sans"/>
                <a:ea typeface="Noto Sans"/>
                <a:cs typeface="Noto Sans"/>
              </a:rPr>
              <a:t>10 / 12</a:t>
            </a:r>
          </a:p>
        </p:txBody>
      </p:sp>
      <p:sp>
        <p:nvSpPr>
          <p:cNvPr id="4" name="Nguồn">
            <a:extLst xmlns:a="http://schemas.openxmlformats.org/drawingml/2006/main">
              <a:ext uri="{FF2B5EF4-FFF2-40B4-BE49-F238E27FC236}">
                <a16:creationId xmlns:a16="http://schemas.microsoft.com/office/drawing/2014/main" id="{7EC3C969-2D9F-4A71-A84E-1F5688161888}"/>
              </a:ext>
            </a:extLst>
          </p:cNvPr>
          <p:cNvSpPr>
            <a:spLocks xmlns:a="http://schemas.openxmlformats.org/drawingml/2006/main" noGrp="1"/>
          </p:cNvSpPr>
          <p:nvPr/>
        </p:nvSpPr>
        <p:spPr>
          <a:xfrm xmlns:a="http://schemas.openxmlformats.org/drawingml/2006/main">
            <a:off x="990600" y="9467850"/>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424751"/>
                </a:solidFill>
                <a:latin typeface="Noto Sans"/>
                <a:ea typeface="Noto Sans"/>
                <a:cs typeface="Noto Sans"/>
              </a:defRPr>
            </a:defPPr>
            <a:lvl1pPr>
              <a:defRPr sz="1650" b="0">
                <a:solidFill>
                  <a:srgbClr val="424751"/>
                </a:solidFill>
                <a:latin typeface="Noto Sans"/>
                <a:ea typeface="Noto Sans"/>
                <a:cs typeface="Noto Sans"/>
              </a:defRPr>
            </a:lvl1pPr>
            <a:lvl2pPr>
              <a:defRPr sz="1650" b="0">
                <a:solidFill>
                  <a:srgbClr val="424751"/>
                </a:solidFill>
                <a:latin typeface="Noto Sans"/>
                <a:ea typeface="Noto Sans"/>
                <a:cs typeface="Noto Sans"/>
              </a:defRPr>
            </a:lvl2pPr>
            <a:lvl3pPr>
              <a:defRPr sz="1650" b="0">
                <a:solidFill>
                  <a:srgbClr val="424751"/>
                </a:solidFill>
                <a:latin typeface="Noto Sans"/>
                <a:ea typeface="Noto Sans"/>
                <a:cs typeface="Noto Sans"/>
              </a:defRPr>
            </a:lvl3pPr>
            <a:lvl4pPr>
              <a:defRPr sz="1650" b="0">
                <a:solidFill>
                  <a:srgbClr val="424751"/>
                </a:solidFill>
                <a:latin typeface="Noto Sans"/>
                <a:ea typeface="Noto Sans"/>
                <a:cs typeface="Noto Sans"/>
              </a:defRPr>
            </a:lvl4pPr>
            <a:lvl5pPr>
              <a:defRPr sz="1650" b="0">
                <a:solidFill>
                  <a:srgbClr val="424751"/>
                </a:solidFill>
                <a:latin typeface="Noto Sans"/>
                <a:ea typeface="Noto Sans"/>
                <a:cs typeface="Noto Sans"/>
              </a:defRPr>
            </a:lvl5pPr>
            <a:lvl6pPr>
              <a:defRPr sz="1650" b="0">
                <a:solidFill>
                  <a:srgbClr val="424751"/>
                </a:solidFill>
                <a:latin typeface="Noto Sans"/>
                <a:ea typeface="Noto Sans"/>
                <a:cs typeface="Noto Sans"/>
              </a:defRPr>
            </a:lvl6pPr>
            <a:lvl7pPr>
              <a:defRPr sz="1650" b="0">
                <a:solidFill>
                  <a:srgbClr val="424751"/>
                </a:solidFill>
                <a:latin typeface="Noto Sans"/>
                <a:ea typeface="Noto Sans"/>
                <a:cs typeface="Noto Sans"/>
              </a:defRPr>
            </a:lvl7pPr>
            <a:lvl8pPr>
              <a:defRPr sz="1650" b="0">
                <a:solidFill>
                  <a:srgbClr val="424751"/>
                </a:solidFill>
                <a:latin typeface="Noto Sans"/>
                <a:ea typeface="Noto Sans"/>
                <a:cs typeface="Noto Sans"/>
              </a:defRPr>
            </a:lvl8pPr>
            <a:lvl9pPr>
              <a:defRPr sz="1650" b="0">
                <a:solidFill>
                  <a:srgbClr val="424751"/>
                </a:solidFill>
                <a:latin typeface="Noto Sans"/>
                <a:ea typeface="Noto Sans"/>
                <a:cs typeface="Noto Sans"/>
              </a:defRPr>
            </a:lvl9pPr>
          </a:lstStyle>
          <a:p xmlns:a="http://schemas.openxmlformats.org/drawingml/2006/main">
            <a:pPr>
              <a:defRPr sz="1650" b="0">
                <a:solidFill>
                  <a:srgbClr val="424751"/>
                </a:solidFill>
                <a:latin typeface="Noto Sans"/>
                <a:ea typeface="Noto Sans"/>
                <a:cs typeface="Noto Sans"/>
              </a:defRPr>
            </a:pPr>
            <a:r>
              <a:rPr sz="1650" b="0">
                <a:solidFill>
                  <a:srgbClr val="424751"/>
                </a:solidFill>
                <a:latin typeface="Noto Sans"/>
                <a:ea typeface="Noto Sans"/>
                <a:cs typeface="Noto Sans"/>
              </a:rPr>
              <a:t>Nguồn</a:t>
            </a:r>
          </a:p>
        </p:txBody>
      </p:sp>
      <p:sp>
        <p:nvSpPr>
          <p:cNvPr id="5" name="WCAG Contrast Minimum">
            <a:extLst xmlns:a="http://schemas.openxmlformats.org/drawingml/2006/main">
              <a:ext uri="{FF2B5EF4-FFF2-40B4-BE49-F238E27FC236}">
                <a16:creationId xmlns:a16="http://schemas.microsoft.com/office/drawing/2014/main" id="{A5D16C74-4FBA-4E7B-A1C9-0E3823EA0A08}"/>
              </a:ext>
            </a:extLst>
          </p:cNvPr>
          <p:cNvSpPr>
            <a:spLocks xmlns:a="http://schemas.openxmlformats.org/drawingml/2006/main" noGrp="1"/>
          </p:cNvSpPr>
          <p:nvPr/>
        </p:nvSpPr>
        <p:spPr>
          <a:xfrm xmlns:a="http://schemas.openxmlformats.org/drawingml/2006/main">
            <a:off x="2047875" y="9467850"/>
            <a:ext cx="5000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1E5AA8"/>
                </a:solidFill>
                <a:latin typeface="Noto Sans"/>
                <a:ea typeface="Noto Sans"/>
                <a:cs typeface="Noto Sans"/>
              </a:defRPr>
            </a:defPPr>
            <a:lvl1pPr>
              <a:defRPr sz="1650" b="0">
                <a:solidFill>
                  <a:srgbClr val="1E5AA8"/>
                </a:solidFill>
                <a:latin typeface="Noto Sans"/>
                <a:ea typeface="Noto Sans"/>
                <a:cs typeface="Noto Sans"/>
              </a:defRPr>
            </a:lvl1pPr>
            <a:lvl2pPr>
              <a:defRPr sz="1650" b="0">
                <a:solidFill>
                  <a:srgbClr val="1E5AA8"/>
                </a:solidFill>
                <a:latin typeface="Noto Sans"/>
                <a:ea typeface="Noto Sans"/>
                <a:cs typeface="Noto Sans"/>
              </a:defRPr>
            </a:lvl2pPr>
            <a:lvl3pPr>
              <a:defRPr sz="1650" b="0">
                <a:solidFill>
                  <a:srgbClr val="1E5AA8"/>
                </a:solidFill>
                <a:latin typeface="Noto Sans"/>
                <a:ea typeface="Noto Sans"/>
                <a:cs typeface="Noto Sans"/>
              </a:defRPr>
            </a:lvl3pPr>
            <a:lvl4pPr>
              <a:defRPr sz="1650" b="0">
                <a:solidFill>
                  <a:srgbClr val="1E5AA8"/>
                </a:solidFill>
                <a:latin typeface="Noto Sans"/>
                <a:ea typeface="Noto Sans"/>
                <a:cs typeface="Noto Sans"/>
              </a:defRPr>
            </a:lvl4pPr>
            <a:lvl5pPr>
              <a:defRPr sz="1650" b="0">
                <a:solidFill>
                  <a:srgbClr val="1E5AA8"/>
                </a:solidFill>
                <a:latin typeface="Noto Sans"/>
                <a:ea typeface="Noto Sans"/>
                <a:cs typeface="Noto Sans"/>
              </a:defRPr>
            </a:lvl5pPr>
            <a:lvl6pPr>
              <a:defRPr sz="1650" b="0">
                <a:solidFill>
                  <a:srgbClr val="1E5AA8"/>
                </a:solidFill>
                <a:latin typeface="Noto Sans"/>
                <a:ea typeface="Noto Sans"/>
                <a:cs typeface="Noto Sans"/>
              </a:defRPr>
            </a:lvl6pPr>
            <a:lvl7pPr>
              <a:defRPr sz="1650" b="0">
                <a:solidFill>
                  <a:srgbClr val="1E5AA8"/>
                </a:solidFill>
                <a:latin typeface="Noto Sans"/>
                <a:ea typeface="Noto Sans"/>
                <a:cs typeface="Noto Sans"/>
              </a:defRPr>
            </a:lvl7pPr>
            <a:lvl8pPr>
              <a:defRPr sz="1650" b="0">
                <a:solidFill>
                  <a:srgbClr val="1E5AA8"/>
                </a:solidFill>
                <a:latin typeface="Noto Sans"/>
                <a:ea typeface="Noto Sans"/>
                <a:cs typeface="Noto Sans"/>
              </a:defRPr>
            </a:lvl8pPr>
            <a:lvl9pPr>
              <a:defRPr sz="1650" b="0">
                <a:solidFill>
                  <a:srgbClr val="1E5AA8"/>
                </a:solidFill>
                <a:latin typeface="Noto Sans"/>
                <a:ea typeface="Noto Sans"/>
                <a:cs typeface="Noto Sans"/>
              </a:defRPr>
            </a:lvl9pPr>
          </a:lstStyle>
          <a:p xmlns:a="http://schemas.openxmlformats.org/drawingml/2006/main">
            <a:pPr>
              <a:defRPr sz="1650" b="0">
                <a:solidFill>
                  <a:srgbClr val="1E5AA8"/>
                </a:solidFill>
                <a:latin typeface="Noto Sans"/>
                <a:ea typeface="Noto Sans"/>
                <a:cs typeface="Noto Sans"/>
              </a:defRPr>
            </a:pPr>
            <a:r>
              <a:rPr sz="1650" b="0">
                <a:solidFill>
                  <a:srgbClr val="1E5AA8"/>
                </a:solidFill>
                <a:latin typeface="Noto Sans"/>
                <a:ea typeface="Noto Sans"/>
                <a:cs typeface="Noto Sans"/>
                <a:hlinkClick xmlns:r="http://schemas.openxmlformats.org/officeDocument/2006/relationships" r:id="R55f45c90008a4ebf"/>
              </a:rPr>
              <a:t>WCAG Contrast Minimum</a:t>
            </a:r>
          </a:p>
        </p:txBody>
      </p:sp>
      <p:sp>
        <p:nvSpPr>
          <p:cNvPr id="6" name="Android touch targets">
            <a:extLst xmlns:a="http://schemas.openxmlformats.org/drawingml/2006/main">
              <a:ext uri="{FF2B5EF4-FFF2-40B4-BE49-F238E27FC236}">
                <a16:creationId xmlns:a16="http://schemas.microsoft.com/office/drawing/2014/main" id="{F17C2678-3F3F-42C3-A50D-0504B0B69616}"/>
              </a:ext>
            </a:extLst>
          </p:cNvPr>
          <p:cNvSpPr>
            <a:spLocks xmlns:a="http://schemas.openxmlformats.org/drawingml/2006/main" noGrp="1"/>
          </p:cNvSpPr>
          <p:nvPr/>
        </p:nvSpPr>
        <p:spPr>
          <a:xfrm xmlns:a="http://schemas.openxmlformats.org/drawingml/2006/main">
            <a:off x="7191375" y="9467850"/>
            <a:ext cx="5000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1E5AA8"/>
                </a:solidFill>
                <a:latin typeface="Noto Sans"/>
                <a:ea typeface="Noto Sans"/>
                <a:cs typeface="Noto Sans"/>
              </a:defRPr>
            </a:defPPr>
            <a:lvl1pPr>
              <a:defRPr sz="1650" b="0">
                <a:solidFill>
                  <a:srgbClr val="1E5AA8"/>
                </a:solidFill>
                <a:latin typeface="Noto Sans"/>
                <a:ea typeface="Noto Sans"/>
                <a:cs typeface="Noto Sans"/>
              </a:defRPr>
            </a:lvl1pPr>
            <a:lvl2pPr>
              <a:defRPr sz="1650" b="0">
                <a:solidFill>
                  <a:srgbClr val="1E5AA8"/>
                </a:solidFill>
                <a:latin typeface="Noto Sans"/>
                <a:ea typeface="Noto Sans"/>
                <a:cs typeface="Noto Sans"/>
              </a:defRPr>
            </a:lvl2pPr>
            <a:lvl3pPr>
              <a:defRPr sz="1650" b="0">
                <a:solidFill>
                  <a:srgbClr val="1E5AA8"/>
                </a:solidFill>
                <a:latin typeface="Noto Sans"/>
                <a:ea typeface="Noto Sans"/>
                <a:cs typeface="Noto Sans"/>
              </a:defRPr>
            </a:lvl3pPr>
            <a:lvl4pPr>
              <a:defRPr sz="1650" b="0">
                <a:solidFill>
                  <a:srgbClr val="1E5AA8"/>
                </a:solidFill>
                <a:latin typeface="Noto Sans"/>
                <a:ea typeface="Noto Sans"/>
                <a:cs typeface="Noto Sans"/>
              </a:defRPr>
            </a:lvl4pPr>
            <a:lvl5pPr>
              <a:defRPr sz="1650" b="0">
                <a:solidFill>
                  <a:srgbClr val="1E5AA8"/>
                </a:solidFill>
                <a:latin typeface="Noto Sans"/>
                <a:ea typeface="Noto Sans"/>
                <a:cs typeface="Noto Sans"/>
              </a:defRPr>
            </a:lvl5pPr>
            <a:lvl6pPr>
              <a:defRPr sz="1650" b="0">
                <a:solidFill>
                  <a:srgbClr val="1E5AA8"/>
                </a:solidFill>
                <a:latin typeface="Noto Sans"/>
                <a:ea typeface="Noto Sans"/>
                <a:cs typeface="Noto Sans"/>
              </a:defRPr>
            </a:lvl6pPr>
            <a:lvl7pPr>
              <a:defRPr sz="1650" b="0">
                <a:solidFill>
                  <a:srgbClr val="1E5AA8"/>
                </a:solidFill>
                <a:latin typeface="Noto Sans"/>
                <a:ea typeface="Noto Sans"/>
                <a:cs typeface="Noto Sans"/>
              </a:defRPr>
            </a:lvl7pPr>
            <a:lvl8pPr>
              <a:defRPr sz="1650" b="0">
                <a:solidFill>
                  <a:srgbClr val="1E5AA8"/>
                </a:solidFill>
                <a:latin typeface="Noto Sans"/>
                <a:ea typeface="Noto Sans"/>
                <a:cs typeface="Noto Sans"/>
              </a:defRPr>
            </a:lvl8pPr>
            <a:lvl9pPr>
              <a:defRPr sz="1650" b="0">
                <a:solidFill>
                  <a:srgbClr val="1E5AA8"/>
                </a:solidFill>
                <a:latin typeface="Noto Sans"/>
                <a:ea typeface="Noto Sans"/>
                <a:cs typeface="Noto Sans"/>
              </a:defRPr>
            </a:lvl9pPr>
          </a:lstStyle>
          <a:p xmlns:a="http://schemas.openxmlformats.org/drawingml/2006/main">
            <a:pPr>
              <a:defRPr sz="1650" b="0">
                <a:solidFill>
                  <a:srgbClr val="1E5AA8"/>
                </a:solidFill>
                <a:latin typeface="Noto Sans"/>
                <a:ea typeface="Noto Sans"/>
                <a:cs typeface="Noto Sans"/>
              </a:defRPr>
            </a:pPr>
            <a:r>
              <a:rPr sz="1650" b="0">
                <a:solidFill>
                  <a:srgbClr val="1E5AA8"/>
                </a:solidFill>
                <a:latin typeface="Noto Sans"/>
                <a:ea typeface="Noto Sans"/>
                <a:cs typeface="Noto Sans"/>
                <a:hlinkClick xmlns:r="http://schemas.openxmlformats.org/officeDocument/2006/relationships" r:id="R93f93ee03ca14f66"/>
              </a:rPr>
              <a:t>Android touch targets</a:t>
            </a:r>
          </a:p>
        </p:txBody>
      </p:sp>
      <p:sp>
        <p:nvSpPr>
          <p:cNvPr id="7" name="Audit 360 / 412">
            <a:extLst xmlns:a="http://schemas.openxmlformats.org/drawingml/2006/main">
              <a:ext uri="{FF2B5EF4-FFF2-40B4-BE49-F238E27FC236}">
                <a16:creationId xmlns:a16="http://schemas.microsoft.com/office/drawing/2014/main" id="{7828D375-811F-40BB-9F3A-06E50BB619C9}"/>
              </a:ext>
            </a:extLst>
          </p:cNvPr>
          <p:cNvSpPr>
            <a:spLocks xmlns:a="http://schemas.openxmlformats.org/drawingml/2006/main" noGrp="1"/>
          </p:cNvSpPr>
          <p:nvPr/>
        </p:nvSpPr>
        <p:spPr>
          <a:xfrm xmlns:a="http://schemas.openxmlformats.org/drawingml/2006/main">
            <a:off x="12334875" y="9467850"/>
            <a:ext cx="5000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1E5AA8"/>
                </a:solidFill>
                <a:latin typeface="Noto Sans"/>
                <a:ea typeface="Noto Sans"/>
                <a:cs typeface="Noto Sans"/>
              </a:defRPr>
            </a:defPPr>
            <a:lvl1pPr>
              <a:defRPr sz="1650" b="0">
                <a:solidFill>
                  <a:srgbClr val="1E5AA8"/>
                </a:solidFill>
                <a:latin typeface="Noto Sans"/>
                <a:ea typeface="Noto Sans"/>
                <a:cs typeface="Noto Sans"/>
              </a:defRPr>
            </a:lvl1pPr>
            <a:lvl2pPr>
              <a:defRPr sz="1650" b="0">
                <a:solidFill>
                  <a:srgbClr val="1E5AA8"/>
                </a:solidFill>
                <a:latin typeface="Noto Sans"/>
                <a:ea typeface="Noto Sans"/>
                <a:cs typeface="Noto Sans"/>
              </a:defRPr>
            </a:lvl2pPr>
            <a:lvl3pPr>
              <a:defRPr sz="1650" b="0">
                <a:solidFill>
                  <a:srgbClr val="1E5AA8"/>
                </a:solidFill>
                <a:latin typeface="Noto Sans"/>
                <a:ea typeface="Noto Sans"/>
                <a:cs typeface="Noto Sans"/>
              </a:defRPr>
            </a:lvl3pPr>
            <a:lvl4pPr>
              <a:defRPr sz="1650" b="0">
                <a:solidFill>
                  <a:srgbClr val="1E5AA8"/>
                </a:solidFill>
                <a:latin typeface="Noto Sans"/>
                <a:ea typeface="Noto Sans"/>
                <a:cs typeface="Noto Sans"/>
              </a:defRPr>
            </a:lvl4pPr>
            <a:lvl5pPr>
              <a:defRPr sz="1650" b="0">
                <a:solidFill>
                  <a:srgbClr val="1E5AA8"/>
                </a:solidFill>
                <a:latin typeface="Noto Sans"/>
                <a:ea typeface="Noto Sans"/>
                <a:cs typeface="Noto Sans"/>
              </a:defRPr>
            </a:lvl5pPr>
            <a:lvl6pPr>
              <a:defRPr sz="1650" b="0">
                <a:solidFill>
                  <a:srgbClr val="1E5AA8"/>
                </a:solidFill>
                <a:latin typeface="Noto Sans"/>
                <a:ea typeface="Noto Sans"/>
                <a:cs typeface="Noto Sans"/>
              </a:defRPr>
            </a:lvl6pPr>
            <a:lvl7pPr>
              <a:defRPr sz="1650" b="0">
                <a:solidFill>
                  <a:srgbClr val="1E5AA8"/>
                </a:solidFill>
                <a:latin typeface="Noto Sans"/>
                <a:ea typeface="Noto Sans"/>
                <a:cs typeface="Noto Sans"/>
              </a:defRPr>
            </a:lvl7pPr>
            <a:lvl8pPr>
              <a:defRPr sz="1650" b="0">
                <a:solidFill>
                  <a:srgbClr val="1E5AA8"/>
                </a:solidFill>
                <a:latin typeface="Noto Sans"/>
                <a:ea typeface="Noto Sans"/>
                <a:cs typeface="Noto Sans"/>
              </a:defRPr>
            </a:lvl8pPr>
            <a:lvl9pPr>
              <a:defRPr sz="1650" b="0">
                <a:solidFill>
                  <a:srgbClr val="1E5AA8"/>
                </a:solidFill>
                <a:latin typeface="Noto Sans"/>
                <a:ea typeface="Noto Sans"/>
                <a:cs typeface="Noto Sans"/>
              </a:defRPr>
            </a:lvl9pPr>
          </a:lstStyle>
          <a:p xmlns:a="http://schemas.openxmlformats.org/drawingml/2006/main">
            <a:pPr>
              <a:defRPr sz="1650" b="0">
                <a:solidFill>
                  <a:srgbClr val="1E5AA8"/>
                </a:solidFill>
                <a:latin typeface="Noto Sans"/>
                <a:ea typeface="Noto Sans"/>
                <a:cs typeface="Noto Sans"/>
              </a:defRPr>
            </a:pPr>
            <a:r>
              <a:rPr sz="1650" b="0">
                <a:solidFill>
                  <a:srgbClr val="1E5AA8"/>
                </a:solidFill>
                <a:latin typeface="Noto Sans"/>
                <a:ea typeface="Noto Sans"/>
                <a:cs typeface="Noto Sans"/>
                <a:hlinkClick xmlns:r="http://schemas.openxmlformats.org/officeDocument/2006/relationships" r:id="R0b808aa2398f42e3"/>
              </a:rPr>
              <a:t>Audit 360 / 412</a:t>
            </a:r>
          </a:p>
        </p:txBody>
      </p:sp>
      <p:graphicFrame>
        <p:nvGraphicFramePr>
          <p:cNvPr id="8" name="">
            <a:extLst xmlns:a="http://schemas.openxmlformats.org/drawingml/2006/main">
              <a:ext uri="{FF2B5EF4-FFF2-40B4-BE49-F238E27FC236}">
                <a16:creationId xmlns:a16="http://schemas.microsoft.com/office/drawing/2014/main" id="{424627A7-8602-44CF-84FE-CBC491B85A7B}"/>
              </a:ext>
            </a:extLst>
          </p:cNvPr>
          <p:cNvGraphicFramePr/>
          <p:nvPr/>
        </p:nvGraphicFramePr>
        <p:xfrm>
          <a:off xmlns:a="http://schemas.openxmlformats.org/drawingml/2006/main" x="1066800" y="3000375"/>
          <a:ext xmlns:a="http://schemas.openxmlformats.org/drawingml/2006/main" cx="8191500" cy="3476625"/>
        </p:xfrm>
        <a:graphic xmlns:a="http://schemas.openxmlformats.org/drawingml/2006/main">
          <a:graphicData uri="http://schemas.openxmlformats.org/drawingml/2006/table">
            <a:tbl>
              <a:tblPr/>
              <a:tblGrid>
                <a:gridCol w="5619750"/>
                <a:gridCol w="2571750"/>
              </a:tblGrid>
              <a:tr h="695325">
                <a:tc>
                  <a:txBody>
                    <a:bodyPr lIns="114300" tIns="114300" rIns="114300" bIns="114300"/>
                    <a:lstStyle/>
                    <a:p>
                      <a:r>
                        <a:rPr sz="2250" b="1">
                          <a:solidFill>
                            <a:srgbClr val="FFFFFF"/>
                          </a:solidFill>
                          <a:latin typeface="Noto Sans"/>
                          <a:ea typeface="Noto Sans"/>
                          <a:cs typeface="Noto Sans"/>
                        </a:rPr>
                        <a:t>Cặp màu chữ / nền</a:t>
                      </a:r>
                    </a:p>
                  </a:txBody>
                  <a:tcPr marL="91440" marR="91440" marT="45720" marB="45720">
                    <a:lnL w="9525">
                      <a:solidFill>
                        <a:srgbClr val="D7DEEA"/>
                      </a:solidFill>
                      <a:prstDash val="solid"/>
                    </a:lnL>
                    <a:lnR w="9525">
                      <a:solidFill>
                        <a:srgbClr val="D7DEEA"/>
                      </a:solidFill>
                      <a:prstDash val="solid"/>
                    </a:lnR>
                    <a:lnT w="9525">
                      <a:solidFill>
                        <a:srgbClr val="D7DEEA"/>
                      </a:solidFill>
                      <a:prstDash val="solid"/>
                    </a:lnT>
                    <a:lnB w="9525">
                      <a:solidFill>
                        <a:srgbClr val="D7DEEA"/>
                      </a:solidFill>
                      <a:prstDash val="solid"/>
                    </a:lnB>
                    <a:solidFill>
                      <a:srgbClr val="1E5AA8"/>
                    </a:solidFill>
                  </a:tcPr>
                </a:tc>
                <a:tc>
                  <a:txBody>
                    <a:bodyPr lIns="114300" tIns="114300" rIns="114300" bIns="114300"/>
                    <a:lstStyle/>
                    <a:p>
                      <a:r>
                        <a:rPr sz="2250" b="1">
                          <a:solidFill>
                            <a:srgbClr val="FFFFFF"/>
                          </a:solidFill>
                          <a:latin typeface="Noto Sans"/>
                          <a:ea typeface="Noto Sans"/>
                          <a:cs typeface="Noto Sans"/>
                        </a:rPr>
                        <a:t>Tỷ lệ</a:t>
                      </a:r>
                    </a:p>
                  </a:txBody>
                  <a:tcPr marL="91440" marR="91440" marT="45720" marB="45720">
                    <a:lnR w="9525">
                      <a:solidFill>
                        <a:srgbClr val="D7DEEA"/>
                      </a:solidFill>
                      <a:prstDash val="solid"/>
                    </a:lnR>
                    <a:lnT w="9525">
                      <a:solidFill>
                        <a:srgbClr val="D7DEEA"/>
                      </a:solidFill>
                      <a:prstDash val="solid"/>
                    </a:lnT>
                    <a:lnB w="9525">
                      <a:solidFill>
                        <a:srgbClr val="D7DEEA"/>
                      </a:solidFill>
                      <a:prstDash val="solid"/>
                    </a:lnB>
                    <a:solidFill>
                      <a:srgbClr val="1E5AA8"/>
                    </a:solidFill>
                  </a:tcPr>
                </a:tc>
              </a:tr>
              <a:tr h="695325">
                <a:tc>
                  <a:txBody>
                    <a:bodyPr lIns="114300" tIns="114300" rIns="114300" bIns="114300"/>
                    <a:lstStyle/>
                    <a:p>
                      <a:r>
                        <a:rPr sz="2250" b="0">
                          <a:solidFill>
                            <a:srgbClr val="031C36"/>
                          </a:solidFill>
                          <a:latin typeface="Noto Sans"/>
                          <a:ea typeface="Noto Sans"/>
                          <a:cs typeface="Noto Sans"/>
                        </a:rPr>
                        <a:t>#031C36 / #F8F9FF</a:t>
                      </a:r>
                    </a:p>
                  </a:txBody>
                  <a:tcPr marL="91440" marR="91440" marT="45720" marB="45720">
                    <a:lnL w="9525">
                      <a:solidFill>
                        <a:srgbClr val="D7DEEA"/>
                      </a:solidFill>
                      <a:prstDash val="solid"/>
                    </a:lnL>
                    <a:lnR w="9525">
                      <a:solidFill>
                        <a:srgbClr val="D7DEEA"/>
                      </a:solidFill>
                      <a:prstDash val="solid"/>
                    </a:lnR>
                    <a:lnB w="9525">
                      <a:solidFill>
                        <a:srgbClr val="D7DEEA"/>
                      </a:solidFill>
                      <a:prstDash val="solid"/>
                    </a:lnB>
                    <a:solidFill>
                      <a:srgbClr val="FFFFFF"/>
                    </a:solidFill>
                  </a:tcPr>
                </a:tc>
                <a:tc>
                  <a:txBody>
                    <a:bodyPr lIns="114300" tIns="114300" rIns="114300" bIns="114300"/>
                    <a:lstStyle/>
                    <a:p>
                      <a:r>
                        <a:rPr sz="2250" b="0">
                          <a:solidFill>
                            <a:srgbClr val="031C36"/>
                          </a:solidFill>
                          <a:latin typeface="Noto Sans"/>
                          <a:ea typeface="Noto Sans"/>
                          <a:cs typeface="Noto Sans"/>
                        </a:rPr>
                        <a:t>16.34:1</a:t>
                      </a:r>
                    </a:p>
                  </a:txBody>
                  <a:tcPr marL="91440" marR="91440" marT="45720" marB="45720">
                    <a:lnR w="9525">
                      <a:solidFill>
                        <a:srgbClr val="D7DEEA"/>
                      </a:solidFill>
                      <a:prstDash val="solid"/>
                    </a:lnR>
                    <a:lnB w="9525">
                      <a:solidFill>
                        <a:srgbClr val="D7DEEA"/>
                      </a:solidFill>
                      <a:prstDash val="solid"/>
                    </a:lnB>
                    <a:solidFill>
                      <a:srgbClr val="FFFFFF"/>
                    </a:solidFill>
                  </a:tcPr>
                </a:tc>
              </a:tr>
              <a:tr h="695325">
                <a:tc>
                  <a:txBody>
                    <a:bodyPr lIns="114300" tIns="114300" rIns="114300" bIns="114300"/>
                    <a:lstStyle/>
                    <a:p>
                      <a:r>
                        <a:rPr sz="2250" b="0">
                          <a:solidFill>
                            <a:srgbClr val="031C36"/>
                          </a:solidFill>
                          <a:latin typeface="Noto Sans"/>
                          <a:ea typeface="Noto Sans"/>
                          <a:cs typeface="Noto Sans"/>
                        </a:rPr>
                        <a:t>#FFFFFF / #1E5AA8</a:t>
                      </a:r>
                    </a:p>
                  </a:txBody>
                  <a:tcPr marL="91440" marR="91440" marT="45720" marB="45720">
                    <a:lnL w="9525">
                      <a:solidFill>
                        <a:srgbClr val="D7DEEA"/>
                      </a:solidFill>
                      <a:prstDash val="solid"/>
                    </a:lnL>
                    <a:lnR w="9525">
                      <a:solidFill>
                        <a:srgbClr val="D7DEEA"/>
                      </a:solidFill>
                      <a:prstDash val="solid"/>
                    </a:lnR>
                    <a:lnB w="9525">
                      <a:solidFill>
                        <a:srgbClr val="D7DEEA"/>
                      </a:solidFill>
                      <a:prstDash val="solid"/>
                    </a:lnB>
                    <a:solidFill>
                      <a:srgbClr val="F6F8FC"/>
                    </a:solidFill>
                  </a:tcPr>
                </a:tc>
                <a:tc>
                  <a:txBody>
                    <a:bodyPr lIns="114300" tIns="114300" rIns="114300" bIns="114300"/>
                    <a:lstStyle/>
                    <a:p>
                      <a:r>
                        <a:rPr sz="2250" b="0">
                          <a:solidFill>
                            <a:srgbClr val="031C36"/>
                          </a:solidFill>
                          <a:latin typeface="Noto Sans"/>
                          <a:ea typeface="Noto Sans"/>
                          <a:cs typeface="Noto Sans"/>
                        </a:rPr>
                        <a:t>6.81:1</a:t>
                      </a:r>
                    </a:p>
                  </a:txBody>
                  <a:tcPr marL="91440" marR="91440" marT="45720" marB="45720">
                    <a:lnR w="9525">
                      <a:solidFill>
                        <a:srgbClr val="D7DEEA"/>
                      </a:solidFill>
                      <a:prstDash val="solid"/>
                    </a:lnR>
                    <a:lnB w="9525">
                      <a:solidFill>
                        <a:srgbClr val="D7DEEA"/>
                      </a:solidFill>
                      <a:prstDash val="solid"/>
                    </a:lnB>
                    <a:solidFill>
                      <a:srgbClr val="F6F8FC"/>
                    </a:solidFill>
                  </a:tcPr>
                </a:tc>
              </a:tr>
              <a:tr h="695325">
                <a:tc>
                  <a:txBody>
                    <a:bodyPr lIns="114300" tIns="114300" rIns="114300" bIns="114300"/>
                    <a:lstStyle/>
                    <a:p>
                      <a:r>
                        <a:rPr sz="2250" b="0">
                          <a:solidFill>
                            <a:srgbClr val="031C36"/>
                          </a:solidFill>
                          <a:latin typeface="Noto Sans"/>
                          <a:ea typeface="Noto Sans"/>
                          <a:cs typeface="Noto Sans"/>
                        </a:rPr>
                        <a:t>#424751 / #FFFFFF</a:t>
                      </a:r>
                    </a:p>
                  </a:txBody>
                  <a:tcPr marL="91440" marR="91440" marT="45720" marB="45720">
                    <a:lnL w="9525">
                      <a:solidFill>
                        <a:srgbClr val="D7DEEA"/>
                      </a:solidFill>
                      <a:prstDash val="solid"/>
                    </a:lnL>
                    <a:lnR w="9525">
                      <a:solidFill>
                        <a:srgbClr val="D7DEEA"/>
                      </a:solidFill>
                      <a:prstDash val="solid"/>
                    </a:lnR>
                    <a:lnB w="9525">
                      <a:solidFill>
                        <a:srgbClr val="D7DEEA"/>
                      </a:solidFill>
                      <a:prstDash val="solid"/>
                    </a:lnB>
                    <a:solidFill>
                      <a:srgbClr val="FFFFFF"/>
                    </a:solidFill>
                  </a:tcPr>
                </a:tc>
                <a:tc>
                  <a:txBody>
                    <a:bodyPr lIns="114300" tIns="114300" rIns="114300" bIns="114300"/>
                    <a:lstStyle/>
                    <a:p>
                      <a:r>
                        <a:rPr sz="2250" b="0">
                          <a:solidFill>
                            <a:srgbClr val="031C36"/>
                          </a:solidFill>
                          <a:latin typeface="Noto Sans"/>
                          <a:ea typeface="Noto Sans"/>
                          <a:cs typeface="Noto Sans"/>
                        </a:rPr>
                        <a:t>9.33:1</a:t>
                      </a:r>
                    </a:p>
                  </a:txBody>
                  <a:tcPr marL="91440" marR="91440" marT="45720" marB="45720">
                    <a:lnR w="9525">
                      <a:solidFill>
                        <a:srgbClr val="D7DEEA"/>
                      </a:solidFill>
                      <a:prstDash val="solid"/>
                    </a:lnR>
                    <a:lnB w="9525">
                      <a:solidFill>
                        <a:srgbClr val="D7DEEA"/>
                      </a:solidFill>
                      <a:prstDash val="solid"/>
                    </a:lnB>
                    <a:solidFill>
                      <a:srgbClr val="FFFFFF"/>
                    </a:solidFill>
                  </a:tcPr>
                </a:tc>
              </a:tr>
              <a:tr h="695325">
                <a:tc>
                  <a:txBody>
                    <a:bodyPr lIns="114300" tIns="114300" rIns="114300" bIns="114300"/>
                    <a:lstStyle/>
                    <a:p>
                      <a:r>
                        <a:rPr sz="2250" b="0">
                          <a:solidFill>
                            <a:srgbClr val="031C36"/>
                          </a:solidFill>
                          <a:latin typeface="Noto Sans"/>
                          <a:ea typeface="Noto Sans"/>
                          <a:cs typeface="Noto Sans"/>
                        </a:rPr>
                        <a:t>#BA1A1A / #FFDAD6</a:t>
                      </a:r>
                    </a:p>
                  </a:txBody>
                  <a:tcPr marL="91440" marR="91440" marT="45720" marB="45720">
                    <a:lnL w="9525">
                      <a:solidFill>
                        <a:srgbClr val="D7DEEA"/>
                      </a:solidFill>
                      <a:prstDash val="solid"/>
                    </a:lnL>
                    <a:lnR w="9525">
                      <a:solidFill>
                        <a:srgbClr val="D7DEEA"/>
                      </a:solidFill>
                      <a:prstDash val="solid"/>
                    </a:lnR>
                    <a:lnB w="9525">
                      <a:solidFill>
                        <a:srgbClr val="D7DEEA"/>
                      </a:solidFill>
                      <a:prstDash val="solid"/>
                    </a:lnB>
                    <a:solidFill>
                      <a:srgbClr val="F6F8FC"/>
                    </a:solidFill>
                  </a:tcPr>
                </a:tc>
                <a:tc>
                  <a:txBody>
                    <a:bodyPr lIns="114300" tIns="114300" rIns="114300" bIns="114300"/>
                    <a:lstStyle/>
                    <a:p>
                      <a:r>
                        <a:rPr sz="2250" b="0">
                          <a:solidFill>
                            <a:srgbClr val="031C36"/>
                          </a:solidFill>
                          <a:latin typeface="Noto Sans"/>
                          <a:ea typeface="Noto Sans"/>
                          <a:cs typeface="Noto Sans"/>
                        </a:rPr>
                        <a:t>5.00:1</a:t>
                      </a:r>
                    </a:p>
                  </a:txBody>
                  <a:tcPr marL="91440" marR="91440" marT="45720" marB="45720">
                    <a:lnR w="9525">
                      <a:solidFill>
                        <a:srgbClr val="D7DEEA"/>
                      </a:solidFill>
                      <a:prstDash val="solid"/>
                    </a:lnR>
                    <a:lnB w="9525">
                      <a:solidFill>
                        <a:srgbClr val="D7DEEA"/>
                      </a:solidFill>
                      <a:prstDash val="solid"/>
                    </a:lnB>
                    <a:solidFill>
                      <a:srgbClr val="F6F8FC"/>
                    </a:solidFill>
                  </a:tcPr>
                </a:tc>
              </a:tr>
            </a:tbl>
          </a:graphicData>
        </a:graphic>
      </p:graphicFrame>
      <p:sp>
        <p:nvSpPr>
          <p:cNvPr id="9" name="CTA 52 dp; header / Back ≥48 dp&#10;Body 16 sp; label ≥14 sp&#10;Trạ">
            <a:extLst xmlns:a="http://schemas.openxmlformats.org/drawingml/2006/main">
              <a:ext uri="{FF2B5EF4-FFF2-40B4-BE49-F238E27FC236}">
                <a16:creationId xmlns:a16="http://schemas.microsoft.com/office/drawing/2014/main" id="{6761CBF7-D0BB-4AE7-95AD-1F340CA78B46}"/>
              </a:ext>
            </a:extLst>
          </p:cNvPr>
          <p:cNvSpPr>
            <a:spLocks xmlns:a="http://schemas.openxmlformats.org/drawingml/2006/main" noGrp="1"/>
          </p:cNvSpPr>
          <p:nvPr/>
        </p:nvSpPr>
        <p:spPr>
          <a:xfrm xmlns:a="http://schemas.openxmlformats.org/drawingml/2006/main">
            <a:off x="1143000" y="7000875"/>
            <a:ext cx="8096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400" b="0">
                <a:solidFill>
                  <a:srgbClr val="031C36"/>
                </a:solidFill>
                <a:latin typeface="Noto Sans"/>
                <a:ea typeface="Noto Sans"/>
                <a:cs typeface="Noto Sans"/>
              </a:defRPr>
            </a:defPPr>
            <a:lvl1pPr>
              <a:defRPr sz="2400" b="0">
                <a:solidFill>
                  <a:srgbClr val="031C36"/>
                </a:solidFill>
                <a:latin typeface="Noto Sans"/>
                <a:ea typeface="Noto Sans"/>
                <a:cs typeface="Noto Sans"/>
              </a:defRPr>
            </a:lvl1pPr>
            <a:lvl2pPr>
              <a:defRPr sz="2400" b="0">
                <a:solidFill>
                  <a:srgbClr val="031C36"/>
                </a:solidFill>
                <a:latin typeface="Noto Sans"/>
                <a:ea typeface="Noto Sans"/>
                <a:cs typeface="Noto Sans"/>
              </a:defRPr>
            </a:lvl2pPr>
            <a:lvl3pPr>
              <a:defRPr sz="2400" b="0">
                <a:solidFill>
                  <a:srgbClr val="031C36"/>
                </a:solidFill>
                <a:latin typeface="Noto Sans"/>
                <a:ea typeface="Noto Sans"/>
                <a:cs typeface="Noto Sans"/>
              </a:defRPr>
            </a:lvl3pPr>
            <a:lvl4pPr>
              <a:defRPr sz="2400" b="0">
                <a:solidFill>
                  <a:srgbClr val="031C36"/>
                </a:solidFill>
                <a:latin typeface="Noto Sans"/>
                <a:ea typeface="Noto Sans"/>
                <a:cs typeface="Noto Sans"/>
              </a:defRPr>
            </a:lvl4pPr>
            <a:lvl5pPr>
              <a:defRPr sz="2400" b="0">
                <a:solidFill>
                  <a:srgbClr val="031C36"/>
                </a:solidFill>
                <a:latin typeface="Noto Sans"/>
                <a:ea typeface="Noto Sans"/>
                <a:cs typeface="Noto Sans"/>
              </a:defRPr>
            </a:lvl5pPr>
            <a:lvl6pPr>
              <a:defRPr sz="2400" b="0">
                <a:solidFill>
                  <a:srgbClr val="031C36"/>
                </a:solidFill>
                <a:latin typeface="Noto Sans"/>
                <a:ea typeface="Noto Sans"/>
                <a:cs typeface="Noto Sans"/>
              </a:defRPr>
            </a:lvl6pPr>
            <a:lvl7pPr>
              <a:defRPr sz="2400" b="0">
                <a:solidFill>
                  <a:srgbClr val="031C36"/>
                </a:solidFill>
                <a:latin typeface="Noto Sans"/>
                <a:ea typeface="Noto Sans"/>
                <a:cs typeface="Noto Sans"/>
              </a:defRPr>
            </a:lvl7pPr>
            <a:lvl8pPr>
              <a:defRPr sz="2400" b="0">
                <a:solidFill>
                  <a:srgbClr val="031C36"/>
                </a:solidFill>
                <a:latin typeface="Noto Sans"/>
                <a:ea typeface="Noto Sans"/>
                <a:cs typeface="Noto Sans"/>
              </a:defRPr>
            </a:lvl8pPr>
            <a:lvl9pPr>
              <a:defRPr sz="2400" b="0">
                <a:solidFill>
                  <a:srgbClr val="031C36"/>
                </a:solidFill>
                <a:latin typeface="Noto Sans"/>
                <a:ea typeface="Noto Sans"/>
                <a:cs typeface="Noto Sans"/>
              </a:defRPr>
            </a:lvl9pPr>
          </a:lstStyle>
          <a:p xmlns:a="http://schemas.openxmlformats.org/drawingml/2006/main">
            <a:pPr>
              <a:defRPr sz="2400" b="0">
                <a:solidFill>
                  <a:srgbClr val="031C36"/>
                </a:solidFill>
                <a:latin typeface="Noto Sans"/>
                <a:ea typeface="Noto Sans"/>
                <a:cs typeface="Noto Sans"/>
              </a:defRPr>
            </a:pPr>
            <a:r>
              <a:rPr sz="2400" b="0">
                <a:solidFill>
                  <a:srgbClr val="031C36"/>
                </a:solidFill>
                <a:latin typeface="Noto Sans"/>
                <a:ea typeface="Noto Sans"/>
                <a:cs typeface="Noto Sans"/>
              </a:rPr>
              <a:t>CTA 52 dp; header / Back ≥48 dp</a:t>
            </a:r>
          </a:p>
          <a:p xmlns:a="http://schemas.openxmlformats.org/drawingml/2006/main">
            <a:pPr>
              <a:defRPr sz="2400" b="0">
                <a:solidFill>
                  <a:srgbClr val="031C36"/>
                </a:solidFill>
                <a:latin typeface="Noto Sans"/>
                <a:ea typeface="Noto Sans"/>
                <a:cs typeface="Noto Sans"/>
              </a:defRPr>
            </a:pPr>
            <a:r>
              <a:rPr sz="2400" b="0">
                <a:solidFill>
                  <a:srgbClr val="031C36"/>
                </a:solidFill>
                <a:latin typeface="Noto Sans"/>
                <a:ea typeface="Noto Sans"/>
                <a:cs typeface="Noto Sans"/>
              </a:rPr>
              <a:t>Body 16 sp; label ≥14 sp</a:t>
            </a:r>
          </a:p>
          <a:p xmlns:a="http://schemas.openxmlformats.org/drawingml/2006/main">
            <a:pPr>
              <a:defRPr sz="2400" b="0">
                <a:solidFill>
                  <a:srgbClr val="031C36"/>
                </a:solidFill>
                <a:latin typeface="Noto Sans"/>
                <a:ea typeface="Noto Sans"/>
                <a:cs typeface="Noto Sans"/>
              </a:defRPr>
            </a:pPr>
            <a:r>
              <a:rPr sz="2400" b="0">
                <a:solidFill>
                  <a:srgbClr val="031C36"/>
                </a:solidFill>
                <a:latin typeface="Noto Sans"/>
                <a:ea typeface="Noto Sans"/>
                <a:cs typeface="Noto Sans"/>
              </a:rPr>
              <a:t>Trạng thái có nhãn và dấu kiểm</a:t>
            </a:r>
          </a:p>
        </p:txBody>
      </p:sp>
      <p:sp>
        <p:nvSpPr>
          <p:cNvPr id="10" name="Chưa kiểm thử TalkBack và người dùng thật.">
            <a:extLst xmlns:a="http://schemas.openxmlformats.org/drawingml/2006/main">
              <a:ext uri="{FF2B5EF4-FFF2-40B4-BE49-F238E27FC236}">
                <a16:creationId xmlns:a16="http://schemas.microsoft.com/office/drawing/2014/main" id="{3375AE53-02CB-4B58-B045-70CB5E9577B9}"/>
              </a:ext>
            </a:extLst>
          </p:cNvPr>
          <p:cNvSpPr>
            <a:spLocks xmlns:a="http://schemas.openxmlformats.org/drawingml/2006/main" noGrp="1"/>
          </p:cNvSpPr>
          <p:nvPr/>
        </p:nvSpPr>
        <p:spPr>
          <a:xfrm xmlns:a="http://schemas.openxmlformats.org/drawingml/2006/main">
            <a:off x="1143000" y="8763000"/>
            <a:ext cx="809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025" b="0">
                <a:solidFill>
                  <a:srgbClr val="424751"/>
                </a:solidFill>
                <a:latin typeface="Noto Sans"/>
                <a:ea typeface="Noto Sans"/>
                <a:cs typeface="Noto Sans"/>
              </a:defRPr>
            </a:defPPr>
            <a:lvl1pPr>
              <a:defRPr sz="2025" b="0">
                <a:solidFill>
                  <a:srgbClr val="424751"/>
                </a:solidFill>
                <a:latin typeface="Noto Sans"/>
                <a:ea typeface="Noto Sans"/>
                <a:cs typeface="Noto Sans"/>
              </a:defRPr>
            </a:lvl1pPr>
            <a:lvl2pPr>
              <a:defRPr sz="2025" b="0">
                <a:solidFill>
                  <a:srgbClr val="424751"/>
                </a:solidFill>
                <a:latin typeface="Noto Sans"/>
                <a:ea typeface="Noto Sans"/>
                <a:cs typeface="Noto Sans"/>
              </a:defRPr>
            </a:lvl2pPr>
            <a:lvl3pPr>
              <a:defRPr sz="2025" b="0">
                <a:solidFill>
                  <a:srgbClr val="424751"/>
                </a:solidFill>
                <a:latin typeface="Noto Sans"/>
                <a:ea typeface="Noto Sans"/>
                <a:cs typeface="Noto Sans"/>
              </a:defRPr>
            </a:lvl3pPr>
            <a:lvl4pPr>
              <a:defRPr sz="2025" b="0">
                <a:solidFill>
                  <a:srgbClr val="424751"/>
                </a:solidFill>
                <a:latin typeface="Noto Sans"/>
                <a:ea typeface="Noto Sans"/>
                <a:cs typeface="Noto Sans"/>
              </a:defRPr>
            </a:lvl4pPr>
            <a:lvl5pPr>
              <a:defRPr sz="2025" b="0">
                <a:solidFill>
                  <a:srgbClr val="424751"/>
                </a:solidFill>
                <a:latin typeface="Noto Sans"/>
                <a:ea typeface="Noto Sans"/>
                <a:cs typeface="Noto Sans"/>
              </a:defRPr>
            </a:lvl5pPr>
            <a:lvl6pPr>
              <a:defRPr sz="2025" b="0">
                <a:solidFill>
                  <a:srgbClr val="424751"/>
                </a:solidFill>
                <a:latin typeface="Noto Sans"/>
                <a:ea typeface="Noto Sans"/>
                <a:cs typeface="Noto Sans"/>
              </a:defRPr>
            </a:lvl6pPr>
            <a:lvl7pPr>
              <a:defRPr sz="2025" b="0">
                <a:solidFill>
                  <a:srgbClr val="424751"/>
                </a:solidFill>
                <a:latin typeface="Noto Sans"/>
                <a:ea typeface="Noto Sans"/>
                <a:cs typeface="Noto Sans"/>
              </a:defRPr>
            </a:lvl7pPr>
            <a:lvl8pPr>
              <a:defRPr sz="2025" b="0">
                <a:solidFill>
                  <a:srgbClr val="424751"/>
                </a:solidFill>
                <a:latin typeface="Noto Sans"/>
                <a:ea typeface="Noto Sans"/>
                <a:cs typeface="Noto Sans"/>
              </a:defRPr>
            </a:lvl8pPr>
            <a:lvl9pPr>
              <a:defRPr sz="2025" b="0">
                <a:solidFill>
                  <a:srgbClr val="424751"/>
                </a:solidFill>
                <a:latin typeface="Noto Sans"/>
                <a:ea typeface="Noto Sans"/>
                <a:cs typeface="Noto Sans"/>
              </a:defRPr>
            </a:lvl9pPr>
          </a:lstStyle>
          <a:p xmlns:a="http://schemas.openxmlformats.org/drawingml/2006/main">
            <a:pPr>
              <a:defRPr sz="2025" b="0">
                <a:solidFill>
                  <a:srgbClr val="424751"/>
                </a:solidFill>
                <a:latin typeface="Noto Sans"/>
                <a:ea typeface="Noto Sans"/>
                <a:cs typeface="Noto Sans"/>
              </a:defRPr>
            </a:pPr>
            <a:r>
              <a:rPr sz="2025" b="0">
                <a:solidFill>
                  <a:srgbClr val="424751"/>
                </a:solidFill>
                <a:latin typeface="Noto Sans"/>
                <a:ea typeface="Noto Sans"/>
                <a:cs typeface="Noto Sans"/>
              </a:rPr>
              <a:t>Chưa kiểm thử TalkBack và người dùng thật.</a:t>
            </a:r>
          </a:p>
        </p:txBody>
      </p:sp>
      <p:pic>
        <p:nvPicPr>
          <p:cNvPr id="11" name="">
            <a:extLst xmlns:a="http://schemas.openxmlformats.org/drawingml/2006/main">
              <a:ext uri="{FF2B5EF4-FFF2-40B4-BE49-F238E27FC236}">
                <a16:creationId xmlns:a16="http://schemas.microsoft.com/office/drawing/2014/main" id="{3F713CB8-D7F2-45F7-BEAD-5247A9432105}"/>
              </a:ext>
            </a:extLst>
          </p:cNvPr>
          <p:cNvPicPr>
            <a:picLocks xmlns:a="http://schemas.openxmlformats.org/drawingml/2006/main" noChangeAspect="1"/>
          </p:cNvPicPr>
          <p:nvPr/>
        </p:nvPicPr>
        <p:blipFill>
          <a:blip xmlns:r="http://schemas.openxmlformats.org/officeDocument/2006/relationships" xmlns:a="http://schemas.openxmlformats.org/drawingml/2006/main" r:embed="Re89d030c4f6c438c"/>
          <a:stretch xmlns:a="http://schemas.openxmlformats.org/drawingml/2006/main"/>
        </p:blipFill>
        <p:spPr>
          <a:xfrm xmlns:a="http://schemas.openxmlformats.org/drawingml/2006/main">
            <a:off x="10382250" y="3001433"/>
            <a:ext cx="2476500" cy="5503333"/>
          </a:xfrm>
          <a:prstGeom xmlns:a="http://schemas.openxmlformats.org/drawingml/2006/main" prst="rect">
            <a:avLst/>
          </a:prstGeom>
        </p:spPr>
      </p:pic>
      <p:pic>
        <p:nvPicPr>
          <p:cNvPr id="12" name="">
            <a:extLst xmlns:a="http://schemas.openxmlformats.org/drawingml/2006/main">
              <a:ext uri="{FF2B5EF4-FFF2-40B4-BE49-F238E27FC236}">
                <a16:creationId xmlns:a16="http://schemas.microsoft.com/office/drawing/2014/main" id="{71B8132F-1F3A-4B54-8270-4433B76D8CE0}"/>
              </a:ext>
            </a:extLst>
          </p:cNvPr>
          <p:cNvPicPr>
            <a:picLocks xmlns:a="http://schemas.openxmlformats.org/drawingml/2006/main" noChangeAspect="1"/>
          </p:cNvPicPr>
          <p:nvPr/>
        </p:nvPicPr>
        <p:blipFill>
          <a:blip xmlns:r="http://schemas.openxmlformats.org/officeDocument/2006/relationships" xmlns:a="http://schemas.openxmlformats.org/drawingml/2006/main" r:embed="Reba70f9b3d7441d1"/>
          <a:stretch xmlns:a="http://schemas.openxmlformats.org/drawingml/2006/main"/>
        </p:blipFill>
        <p:spPr>
          <a:xfrm xmlns:a="http://schemas.openxmlformats.org/drawingml/2006/main">
            <a:off x="13811250" y="3000664"/>
            <a:ext cx="2838450" cy="5504873"/>
          </a:xfrm>
          <a:prstGeom xmlns:a="http://schemas.openxmlformats.org/drawingml/2006/main" prst="rect">
            <a:avLst/>
          </a:prstGeom>
        </p:spPr>
      </p:pic>
      <p:sp>
        <p:nvSpPr>
          <p:cNvPr id="13" name="360 dp">
            <a:extLst xmlns:a="http://schemas.openxmlformats.org/drawingml/2006/main">
              <a:ext uri="{FF2B5EF4-FFF2-40B4-BE49-F238E27FC236}">
                <a16:creationId xmlns:a16="http://schemas.microsoft.com/office/drawing/2014/main" id="{E1787682-AEAA-4688-A1C1-F1FFA0549262}"/>
              </a:ext>
            </a:extLst>
          </p:cNvPr>
          <p:cNvSpPr>
            <a:spLocks xmlns:a="http://schemas.openxmlformats.org/drawingml/2006/main" noGrp="1"/>
          </p:cNvSpPr>
          <p:nvPr/>
        </p:nvSpPr>
        <p:spPr>
          <a:xfrm xmlns:a="http://schemas.openxmlformats.org/drawingml/2006/main">
            <a:off x="10953750" y="8667750"/>
            <a:ext cx="238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E5AA8"/>
                </a:solidFill>
                <a:latin typeface="Noto Sans"/>
                <a:ea typeface="Noto Sans"/>
                <a:cs typeface="Noto Sans"/>
              </a:defRPr>
            </a:defPPr>
            <a:lvl1pPr>
              <a:defRPr sz="2250" b="1">
                <a:solidFill>
                  <a:srgbClr val="1E5AA8"/>
                </a:solidFill>
                <a:latin typeface="Noto Sans"/>
                <a:ea typeface="Noto Sans"/>
                <a:cs typeface="Noto Sans"/>
              </a:defRPr>
            </a:lvl1pPr>
            <a:lvl2pPr>
              <a:defRPr sz="2250" b="1">
                <a:solidFill>
                  <a:srgbClr val="1E5AA8"/>
                </a:solidFill>
                <a:latin typeface="Noto Sans"/>
                <a:ea typeface="Noto Sans"/>
                <a:cs typeface="Noto Sans"/>
              </a:defRPr>
            </a:lvl2pPr>
            <a:lvl3pPr>
              <a:defRPr sz="2250" b="1">
                <a:solidFill>
                  <a:srgbClr val="1E5AA8"/>
                </a:solidFill>
                <a:latin typeface="Noto Sans"/>
                <a:ea typeface="Noto Sans"/>
                <a:cs typeface="Noto Sans"/>
              </a:defRPr>
            </a:lvl3pPr>
            <a:lvl4pPr>
              <a:defRPr sz="2250" b="1">
                <a:solidFill>
                  <a:srgbClr val="1E5AA8"/>
                </a:solidFill>
                <a:latin typeface="Noto Sans"/>
                <a:ea typeface="Noto Sans"/>
                <a:cs typeface="Noto Sans"/>
              </a:defRPr>
            </a:lvl4pPr>
            <a:lvl5pPr>
              <a:defRPr sz="2250" b="1">
                <a:solidFill>
                  <a:srgbClr val="1E5AA8"/>
                </a:solidFill>
                <a:latin typeface="Noto Sans"/>
                <a:ea typeface="Noto Sans"/>
                <a:cs typeface="Noto Sans"/>
              </a:defRPr>
            </a:lvl5pPr>
            <a:lvl6pPr>
              <a:defRPr sz="2250" b="1">
                <a:solidFill>
                  <a:srgbClr val="1E5AA8"/>
                </a:solidFill>
                <a:latin typeface="Noto Sans"/>
                <a:ea typeface="Noto Sans"/>
                <a:cs typeface="Noto Sans"/>
              </a:defRPr>
            </a:lvl6pPr>
            <a:lvl7pPr>
              <a:defRPr sz="2250" b="1">
                <a:solidFill>
                  <a:srgbClr val="1E5AA8"/>
                </a:solidFill>
                <a:latin typeface="Noto Sans"/>
                <a:ea typeface="Noto Sans"/>
                <a:cs typeface="Noto Sans"/>
              </a:defRPr>
            </a:lvl7pPr>
            <a:lvl8pPr>
              <a:defRPr sz="2250" b="1">
                <a:solidFill>
                  <a:srgbClr val="1E5AA8"/>
                </a:solidFill>
                <a:latin typeface="Noto Sans"/>
                <a:ea typeface="Noto Sans"/>
                <a:cs typeface="Noto Sans"/>
              </a:defRPr>
            </a:lvl8pPr>
            <a:lvl9pPr>
              <a:defRPr sz="2250" b="1">
                <a:solidFill>
                  <a:srgbClr val="1E5AA8"/>
                </a:solidFill>
                <a:latin typeface="Noto Sans"/>
                <a:ea typeface="Noto Sans"/>
                <a:cs typeface="Noto Sans"/>
              </a:defRPr>
            </a:lvl9pPr>
          </a:lstStyle>
          <a:p xmlns:a="http://schemas.openxmlformats.org/drawingml/2006/main">
            <a:pPr>
              <a:defRPr sz="2250" b="1">
                <a:solidFill>
                  <a:srgbClr val="1E5AA8"/>
                </a:solidFill>
                <a:latin typeface="Noto Sans"/>
                <a:ea typeface="Noto Sans"/>
                <a:cs typeface="Noto Sans"/>
              </a:defRPr>
            </a:pPr>
            <a:r>
              <a:rPr sz="2250" b="1">
                <a:solidFill>
                  <a:srgbClr val="1E5AA8"/>
                </a:solidFill>
                <a:latin typeface="Noto Sans"/>
                <a:ea typeface="Noto Sans"/>
                <a:cs typeface="Noto Sans"/>
              </a:rPr>
              <a:t>360 dp</a:t>
            </a:r>
          </a:p>
        </p:txBody>
      </p:sp>
      <p:sp>
        <p:nvSpPr>
          <p:cNvPr id="14" name="412 dp (QA)">
            <a:extLst xmlns:a="http://schemas.openxmlformats.org/drawingml/2006/main">
              <a:ext uri="{FF2B5EF4-FFF2-40B4-BE49-F238E27FC236}">
                <a16:creationId xmlns:a16="http://schemas.microsoft.com/office/drawing/2014/main" id="{92C46599-2927-4460-86C9-D360E948A35D}"/>
              </a:ext>
            </a:extLst>
          </p:cNvPr>
          <p:cNvSpPr>
            <a:spLocks xmlns:a="http://schemas.openxmlformats.org/drawingml/2006/main" noGrp="1"/>
          </p:cNvSpPr>
          <p:nvPr/>
        </p:nvSpPr>
        <p:spPr>
          <a:xfrm xmlns:a="http://schemas.openxmlformats.org/drawingml/2006/main">
            <a:off x="14239875" y="8667750"/>
            <a:ext cx="285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E5AA8"/>
                </a:solidFill>
                <a:latin typeface="Noto Sans"/>
                <a:ea typeface="Noto Sans"/>
                <a:cs typeface="Noto Sans"/>
              </a:defRPr>
            </a:defPPr>
            <a:lvl1pPr>
              <a:defRPr sz="2250" b="1">
                <a:solidFill>
                  <a:srgbClr val="1E5AA8"/>
                </a:solidFill>
                <a:latin typeface="Noto Sans"/>
                <a:ea typeface="Noto Sans"/>
                <a:cs typeface="Noto Sans"/>
              </a:defRPr>
            </a:lvl1pPr>
            <a:lvl2pPr>
              <a:defRPr sz="2250" b="1">
                <a:solidFill>
                  <a:srgbClr val="1E5AA8"/>
                </a:solidFill>
                <a:latin typeface="Noto Sans"/>
                <a:ea typeface="Noto Sans"/>
                <a:cs typeface="Noto Sans"/>
              </a:defRPr>
            </a:lvl2pPr>
            <a:lvl3pPr>
              <a:defRPr sz="2250" b="1">
                <a:solidFill>
                  <a:srgbClr val="1E5AA8"/>
                </a:solidFill>
                <a:latin typeface="Noto Sans"/>
                <a:ea typeface="Noto Sans"/>
                <a:cs typeface="Noto Sans"/>
              </a:defRPr>
            </a:lvl3pPr>
            <a:lvl4pPr>
              <a:defRPr sz="2250" b="1">
                <a:solidFill>
                  <a:srgbClr val="1E5AA8"/>
                </a:solidFill>
                <a:latin typeface="Noto Sans"/>
                <a:ea typeface="Noto Sans"/>
                <a:cs typeface="Noto Sans"/>
              </a:defRPr>
            </a:lvl4pPr>
            <a:lvl5pPr>
              <a:defRPr sz="2250" b="1">
                <a:solidFill>
                  <a:srgbClr val="1E5AA8"/>
                </a:solidFill>
                <a:latin typeface="Noto Sans"/>
                <a:ea typeface="Noto Sans"/>
                <a:cs typeface="Noto Sans"/>
              </a:defRPr>
            </a:lvl5pPr>
            <a:lvl6pPr>
              <a:defRPr sz="2250" b="1">
                <a:solidFill>
                  <a:srgbClr val="1E5AA8"/>
                </a:solidFill>
                <a:latin typeface="Noto Sans"/>
                <a:ea typeface="Noto Sans"/>
                <a:cs typeface="Noto Sans"/>
              </a:defRPr>
            </a:lvl6pPr>
            <a:lvl7pPr>
              <a:defRPr sz="2250" b="1">
                <a:solidFill>
                  <a:srgbClr val="1E5AA8"/>
                </a:solidFill>
                <a:latin typeface="Noto Sans"/>
                <a:ea typeface="Noto Sans"/>
                <a:cs typeface="Noto Sans"/>
              </a:defRPr>
            </a:lvl7pPr>
            <a:lvl8pPr>
              <a:defRPr sz="2250" b="1">
                <a:solidFill>
                  <a:srgbClr val="1E5AA8"/>
                </a:solidFill>
                <a:latin typeface="Noto Sans"/>
                <a:ea typeface="Noto Sans"/>
                <a:cs typeface="Noto Sans"/>
              </a:defRPr>
            </a:lvl8pPr>
            <a:lvl9pPr>
              <a:defRPr sz="2250" b="1">
                <a:solidFill>
                  <a:srgbClr val="1E5AA8"/>
                </a:solidFill>
                <a:latin typeface="Noto Sans"/>
                <a:ea typeface="Noto Sans"/>
                <a:cs typeface="Noto Sans"/>
              </a:defRPr>
            </a:lvl9pPr>
          </a:lstStyle>
          <a:p xmlns:a="http://schemas.openxmlformats.org/drawingml/2006/main">
            <a:pPr>
              <a:defRPr sz="2250" b="1">
                <a:solidFill>
                  <a:srgbClr val="1E5AA8"/>
                </a:solidFill>
                <a:latin typeface="Noto Sans"/>
                <a:ea typeface="Noto Sans"/>
                <a:cs typeface="Noto Sans"/>
              </a:defRPr>
            </a:pPr>
            <a:r>
              <a:rPr sz="2250" b="1">
                <a:solidFill>
                  <a:srgbClr val="1E5AA8"/>
                </a:solidFill>
                <a:latin typeface="Noto Sans"/>
                <a:ea typeface="Noto Sans"/>
                <a:cs typeface="Noto Sans"/>
              </a:rPr>
              <a:t>412 dp (QA)</a:t>
            </a:r>
          </a:p>
        </p:txBody>
      </p:sp>
    </p:spTree>
    <p:extLst>
      <p:ext uri="{BB962C8B-B14F-4D97-AF65-F5344CB8AC3E}">
        <p14:creationId xmlns:p14="http://schemas.microsoft.com/office/powerpoint/2010/main" val="145818148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Prototype và demo trực tiếp">
            <a:extLst xmlns:a="http://schemas.openxmlformats.org/drawingml/2006/main">
              <a:ext uri="{FF2B5EF4-FFF2-40B4-BE49-F238E27FC236}">
                <a16:creationId xmlns:a16="http://schemas.microsoft.com/office/drawing/2014/main" id="{DCBEB854-2327-4D6F-91A0-426E9000F647}"/>
              </a:ext>
            </a:extLst>
          </p:cNvPr>
          <p:cNvSpPr>
            <a:spLocks xmlns:a="http://schemas.openxmlformats.org/drawingml/2006/main" noGrp="1"/>
          </p:cNvSpPr>
          <p:nvPr/>
        </p:nvSpPr>
        <p:spPr>
          <a:xfrm xmlns:a="http://schemas.openxmlformats.org/drawingml/2006/main">
            <a:off x="952500" y="619125"/>
            <a:ext cx="16192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4350" b="1">
                <a:solidFill>
                  <a:srgbClr val="1E5AA8"/>
                </a:solidFill>
                <a:latin typeface="Noto Sans"/>
                <a:ea typeface="Noto Sans"/>
                <a:cs typeface="Noto Sans"/>
              </a:defRPr>
            </a:defPPr>
            <a:lvl1pPr>
              <a:defRPr sz="4350" b="1">
                <a:solidFill>
                  <a:srgbClr val="1E5AA8"/>
                </a:solidFill>
                <a:latin typeface="Noto Sans"/>
                <a:ea typeface="Noto Sans"/>
                <a:cs typeface="Noto Sans"/>
              </a:defRPr>
            </a:lvl1pPr>
            <a:lvl2pPr>
              <a:defRPr sz="4350" b="1">
                <a:solidFill>
                  <a:srgbClr val="1E5AA8"/>
                </a:solidFill>
                <a:latin typeface="Noto Sans"/>
                <a:ea typeface="Noto Sans"/>
                <a:cs typeface="Noto Sans"/>
              </a:defRPr>
            </a:lvl2pPr>
            <a:lvl3pPr>
              <a:defRPr sz="4350" b="1">
                <a:solidFill>
                  <a:srgbClr val="1E5AA8"/>
                </a:solidFill>
                <a:latin typeface="Noto Sans"/>
                <a:ea typeface="Noto Sans"/>
                <a:cs typeface="Noto Sans"/>
              </a:defRPr>
            </a:lvl3pPr>
            <a:lvl4pPr>
              <a:defRPr sz="4350" b="1">
                <a:solidFill>
                  <a:srgbClr val="1E5AA8"/>
                </a:solidFill>
                <a:latin typeface="Noto Sans"/>
                <a:ea typeface="Noto Sans"/>
                <a:cs typeface="Noto Sans"/>
              </a:defRPr>
            </a:lvl4pPr>
            <a:lvl5pPr>
              <a:defRPr sz="4350" b="1">
                <a:solidFill>
                  <a:srgbClr val="1E5AA8"/>
                </a:solidFill>
                <a:latin typeface="Noto Sans"/>
                <a:ea typeface="Noto Sans"/>
                <a:cs typeface="Noto Sans"/>
              </a:defRPr>
            </a:lvl5pPr>
            <a:lvl6pPr>
              <a:defRPr sz="4350" b="1">
                <a:solidFill>
                  <a:srgbClr val="1E5AA8"/>
                </a:solidFill>
                <a:latin typeface="Noto Sans"/>
                <a:ea typeface="Noto Sans"/>
                <a:cs typeface="Noto Sans"/>
              </a:defRPr>
            </a:lvl6pPr>
            <a:lvl7pPr>
              <a:defRPr sz="4350" b="1">
                <a:solidFill>
                  <a:srgbClr val="1E5AA8"/>
                </a:solidFill>
                <a:latin typeface="Noto Sans"/>
                <a:ea typeface="Noto Sans"/>
                <a:cs typeface="Noto Sans"/>
              </a:defRPr>
            </a:lvl7pPr>
            <a:lvl8pPr>
              <a:defRPr sz="4350" b="1">
                <a:solidFill>
                  <a:srgbClr val="1E5AA8"/>
                </a:solidFill>
                <a:latin typeface="Noto Sans"/>
                <a:ea typeface="Noto Sans"/>
                <a:cs typeface="Noto Sans"/>
              </a:defRPr>
            </a:lvl8pPr>
            <a:lvl9pPr>
              <a:defRPr sz="4350" b="1">
                <a:solidFill>
                  <a:srgbClr val="1E5AA8"/>
                </a:solidFill>
                <a:latin typeface="Noto Sans"/>
                <a:ea typeface="Noto Sans"/>
                <a:cs typeface="Noto Sans"/>
              </a:defRPr>
            </a:lvl9pPr>
          </a:lstStyle>
          <a:p xmlns:a="http://schemas.openxmlformats.org/drawingml/2006/main">
            <a:pPr>
              <a:defRPr sz="4350" b="1">
                <a:solidFill>
                  <a:srgbClr val="1E5AA8"/>
                </a:solidFill>
                <a:latin typeface="Noto Sans"/>
                <a:ea typeface="Noto Sans"/>
                <a:cs typeface="Noto Sans"/>
              </a:defRPr>
            </a:pPr>
            <a:r>
              <a:rPr sz="4350" b="1">
                <a:solidFill>
                  <a:srgbClr val="1E5AA8"/>
                </a:solidFill>
                <a:latin typeface="Noto Sans"/>
                <a:ea typeface="Noto Sans"/>
                <a:cs typeface="Noto Sans"/>
              </a:rPr>
              <a:t>Prototype và demo trực tiếp</a:t>
            </a:r>
          </a:p>
        </p:txBody>
      </p:sp>
      <p:sp>
        <p:nvSpPr>
          <p:cNvPr id="2" name="3 starting point; 323 phản ứng gồm điều hướng và accordion. ">
            <a:extLst xmlns:a="http://schemas.openxmlformats.org/drawingml/2006/main">
              <a:ext uri="{FF2B5EF4-FFF2-40B4-BE49-F238E27FC236}">
                <a16:creationId xmlns:a16="http://schemas.microsoft.com/office/drawing/2014/main" id="{3B2A015F-C1C8-463D-99E2-6B8F498743DB}"/>
              </a:ext>
            </a:extLst>
          </p:cNvPr>
          <p:cNvSpPr>
            <a:spLocks xmlns:a="http://schemas.openxmlformats.org/drawingml/2006/main" noGrp="1"/>
          </p:cNvSpPr>
          <p:nvPr/>
        </p:nvSpPr>
        <p:spPr>
          <a:xfrm xmlns:a="http://schemas.openxmlformats.org/drawingml/2006/main">
            <a:off x="990600" y="1600200"/>
            <a:ext cx="1600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0">
                <a:solidFill>
                  <a:srgbClr val="424751"/>
                </a:solidFill>
                <a:latin typeface="Noto Sans"/>
                <a:ea typeface="Noto Sans"/>
                <a:cs typeface="Noto Sans"/>
              </a:defRPr>
            </a:defPPr>
            <a:lvl1pPr>
              <a:defRPr sz="2250" b="0">
                <a:solidFill>
                  <a:srgbClr val="424751"/>
                </a:solidFill>
                <a:latin typeface="Noto Sans"/>
                <a:ea typeface="Noto Sans"/>
                <a:cs typeface="Noto Sans"/>
              </a:defRPr>
            </a:lvl1pPr>
            <a:lvl2pPr>
              <a:defRPr sz="2250" b="0">
                <a:solidFill>
                  <a:srgbClr val="424751"/>
                </a:solidFill>
                <a:latin typeface="Noto Sans"/>
                <a:ea typeface="Noto Sans"/>
                <a:cs typeface="Noto Sans"/>
              </a:defRPr>
            </a:lvl2pPr>
            <a:lvl3pPr>
              <a:defRPr sz="2250" b="0">
                <a:solidFill>
                  <a:srgbClr val="424751"/>
                </a:solidFill>
                <a:latin typeface="Noto Sans"/>
                <a:ea typeface="Noto Sans"/>
                <a:cs typeface="Noto Sans"/>
              </a:defRPr>
            </a:lvl3pPr>
            <a:lvl4pPr>
              <a:defRPr sz="2250" b="0">
                <a:solidFill>
                  <a:srgbClr val="424751"/>
                </a:solidFill>
                <a:latin typeface="Noto Sans"/>
                <a:ea typeface="Noto Sans"/>
                <a:cs typeface="Noto Sans"/>
              </a:defRPr>
            </a:lvl4pPr>
            <a:lvl5pPr>
              <a:defRPr sz="2250" b="0">
                <a:solidFill>
                  <a:srgbClr val="424751"/>
                </a:solidFill>
                <a:latin typeface="Noto Sans"/>
                <a:ea typeface="Noto Sans"/>
                <a:cs typeface="Noto Sans"/>
              </a:defRPr>
            </a:lvl5pPr>
            <a:lvl6pPr>
              <a:defRPr sz="2250" b="0">
                <a:solidFill>
                  <a:srgbClr val="424751"/>
                </a:solidFill>
                <a:latin typeface="Noto Sans"/>
                <a:ea typeface="Noto Sans"/>
                <a:cs typeface="Noto Sans"/>
              </a:defRPr>
            </a:lvl6pPr>
            <a:lvl7pPr>
              <a:defRPr sz="2250" b="0">
                <a:solidFill>
                  <a:srgbClr val="424751"/>
                </a:solidFill>
                <a:latin typeface="Noto Sans"/>
                <a:ea typeface="Noto Sans"/>
                <a:cs typeface="Noto Sans"/>
              </a:defRPr>
            </a:lvl7pPr>
            <a:lvl8pPr>
              <a:defRPr sz="2250" b="0">
                <a:solidFill>
                  <a:srgbClr val="424751"/>
                </a:solidFill>
                <a:latin typeface="Noto Sans"/>
                <a:ea typeface="Noto Sans"/>
                <a:cs typeface="Noto Sans"/>
              </a:defRPr>
            </a:lvl8pPr>
            <a:lvl9pPr>
              <a:defRPr sz="2250" b="0">
                <a:solidFill>
                  <a:srgbClr val="424751"/>
                </a:solidFill>
                <a:latin typeface="Noto Sans"/>
                <a:ea typeface="Noto Sans"/>
                <a:cs typeface="Noto Sans"/>
              </a:defRPr>
            </a:lvl9pPr>
          </a:lstStyle>
          <a:p xmlns:a="http://schemas.openxmlformats.org/drawingml/2006/main">
            <a:pPr>
              <a:defRPr sz="2250" b="0">
                <a:solidFill>
                  <a:srgbClr val="424751"/>
                </a:solidFill>
                <a:latin typeface="Noto Sans"/>
                <a:ea typeface="Noto Sans"/>
                <a:cs typeface="Noto Sans"/>
              </a:defRPr>
            </a:pPr>
            <a:r>
              <a:rPr sz="2250" b="0">
                <a:solidFill>
                  <a:srgbClr val="424751"/>
                </a:solidFill>
                <a:latin typeface="Noto Sans"/>
                <a:ea typeface="Noto Sans"/>
                <a:cs typeface="Noto Sans"/>
              </a:rPr>
              <a:t>3 starting point; 323 phản ứng gồm điều hướng và accordion. Kiểm tra đích liên kết: 0 lỗi.</a:t>
            </a:r>
          </a:p>
        </p:txBody>
      </p:sp>
      <p:sp>
        <p:nvSpPr>
          <p:cNvPr id="3" name="11 / 12">
            <a:extLst xmlns:a="http://schemas.openxmlformats.org/drawingml/2006/main">
              <a:ext uri="{FF2B5EF4-FFF2-40B4-BE49-F238E27FC236}">
                <a16:creationId xmlns:a16="http://schemas.microsoft.com/office/drawing/2014/main" id="{6E028498-52A9-470E-A1FF-6A72834434ED}"/>
              </a:ext>
            </a:extLst>
          </p:cNvPr>
          <p:cNvSpPr>
            <a:spLocks xmlns:a="http://schemas.openxmlformats.org/drawingml/2006/main" noGrp="1"/>
          </p:cNvSpPr>
          <p:nvPr/>
        </p:nvSpPr>
        <p:spPr>
          <a:xfrm xmlns:a="http://schemas.openxmlformats.org/drawingml/2006/main">
            <a:off x="16097250" y="72390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0">
                <a:solidFill>
                  <a:srgbClr val="424751"/>
                </a:solidFill>
                <a:latin typeface="Noto Sans"/>
                <a:ea typeface="Noto Sans"/>
                <a:cs typeface="Noto Sans"/>
              </a:defRPr>
            </a:defPPr>
            <a:lvl1pPr>
              <a:defRPr sz="1800" b="0">
                <a:solidFill>
                  <a:srgbClr val="424751"/>
                </a:solidFill>
                <a:latin typeface="Noto Sans"/>
                <a:ea typeface="Noto Sans"/>
                <a:cs typeface="Noto Sans"/>
              </a:defRPr>
            </a:lvl1pPr>
            <a:lvl2pPr>
              <a:defRPr sz="1800" b="0">
                <a:solidFill>
                  <a:srgbClr val="424751"/>
                </a:solidFill>
                <a:latin typeface="Noto Sans"/>
                <a:ea typeface="Noto Sans"/>
                <a:cs typeface="Noto Sans"/>
              </a:defRPr>
            </a:lvl2pPr>
            <a:lvl3pPr>
              <a:defRPr sz="1800" b="0">
                <a:solidFill>
                  <a:srgbClr val="424751"/>
                </a:solidFill>
                <a:latin typeface="Noto Sans"/>
                <a:ea typeface="Noto Sans"/>
                <a:cs typeface="Noto Sans"/>
              </a:defRPr>
            </a:lvl3pPr>
            <a:lvl4pPr>
              <a:defRPr sz="1800" b="0">
                <a:solidFill>
                  <a:srgbClr val="424751"/>
                </a:solidFill>
                <a:latin typeface="Noto Sans"/>
                <a:ea typeface="Noto Sans"/>
                <a:cs typeface="Noto Sans"/>
              </a:defRPr>
            </a:lvl4pPr>
            <a:lvl5pPr>
              <a:defRPr sz="1800" b="0">
                <a:solidFill>
                  <a:srgbClr val="424751"/>
                </a:solidFill>
                <a:latin typeface="Noto Sans"/>
                <a:ea typeface="Noto Sans"/>
                <a:cs typeface="Noto Sans"/>
              </a:defRPr>
            </a:lvl5pPr>
            <a:lvl6pPr>
              <a:defRPr sz="1800" b="0">
                <a:solidFill>
                  <a:srgbClr val="424751"/>
                </a:solidFill>
                <a:latin typeface="Noto Sans"/>
                <a:ea typeface="Noto Sans"/>
                <a:cs typeface="Noto Sans"/>
              </a:defRPr>
            </a:lvl6pPr>
            <a:lvl7pPr>
              <a:defRPr sz="1800" b="0">
                <a:solidFill>
                  <a:srgbClr val="424751"/>
                </a:solidFill>
                <a:latin typeface="Noto Sans"/>
                <a:ea typeface="Noto Sans"/>
                <a:cs typeface="Noto Sans"/>
              </a:defRPr>
            </a:lvl7pPr>
            <a:lvl8pPr>
              <a:defRPr sz="1800" b="0">
                <a:solidFill>
                  <a:srgbClr val="424751"/>
                </a:solidFill>
                <a:latin typeface="Noto Sans"/>
                <a:ea typeface="Noto Sans"/>
                <a:cs typeface="Noto Sans"/>
              </a:defRPr>
            </a:lvl8pPr>
            <a:lvl9pPr>
              <a:defRPr sz="1800" b="0">
                <a:solidFill>
                  <a:srgbClr val="424751"/>
                </a:solidFill>
                <a:latin typeface="Noto Sans"/>
                <a:ea typeface="Noto Sans"/>
                <a:cs typeface="Noto Sans"/>
              </a:defRPr>
            </a:lvl9pPr>
          </a:lstStyle>
          <a:p xmlns:a="http://schemas.openxmlformats.org/drawingml/2006/main">
            <a:pPr>
              <a:defRPr sz="1800" b="0">
                <a:solidFill>
                  <a:srgbClr val="424751"/>
                </a:solidFill>
                <a:latin typeface="Noto Sans"/>
                <a:ea typeface="Noto Sans"/>
                <a:cs typeface="Noto Sans"/>
              </a:defRPr>
            </a:pPr>
            <a:r>
              <a:rPr sz="1800" b="0">
                <a:solidFill>
                  <a:srgbClr val="424751"/>
                </a:solidFill>
                <a:latin typeface="Noto Sans"/>
                <a:ea typeface="Noto Sans"/>
                <a:cs typeface="Noto Sans"/>
              </a:rPr>
              <a:t>11 / 12</a:t>
            </a:r>
          </a:p>
        </p:txBody>
      </p:sp>
      <p:sp>
        <p:nvSpPr>
          <p:cNvPr id="4" name="Nguồn">
            <a:extLst xmlns:a="http://schemas.openxmlformats.org/drawingml/2006/main">
              <a:ext uri="{FF2B5EF4-FFF2-40B4-BE49-F238E27FC236}">
                <a16:creationId xmlns:a16="http://schemas.microsoft.com/office/drawing/2014/main" id="{23071B6C-182C-4233-A30D-EFB2799AE324}"/>
              </a:ext>
            </a:extLst>
          </p:cNvPr>
          <p:cNvSpPr>
            <a:spLocks xmlns:a="http://schemas.openxmlformats.org/drawingml/2006/main" noGrp="1"/>
          </p:cNvSpPr>
          <p:nvPr/>
        </p:nvSpPr>
        <p:spPr>
          <a:xfrm xmlns:a="http://schemas.openxmlformats.org/drawingml/2006/main">
            <a:off x="990600" y="9467850"/>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424751"/>
                </a:solidFill>
                <a:latin typeface="Noto Sans"/>
                <a:ea typeface="Noto Sans"/>
                <a:cs typeface="Noto Sans"/>
              </a:defRPr>
            </a:defPPr>
            <a:lvl1pPr>
              <a:defRPr sz="1650" b="0">
                <a:solidFill>
                  <a:srgbClr val="424751"/>
                </a:solidFill>
                <a:latin typeface="Noto Sans"/>
                <a:ea typeface="Noto Sans"/>
                <a:cs typeface="Noto Sans"/>
              </a:defRPr>
            </a:lvl1pPr>
            <a:lvl2pPr>
              <a:defRPr sz="1650" b="0">
                <a:solidFill>
                  <a:srgbClr val="424751"/>
                </a:solidFill>
                <a:latin typeface="Noto Sans"/>
                <a:ea typeface="Noto Sans"/>
                <a:cs typeface="Noto Sans"/>
              </a:defRPr>
            </a:lvl2pPr>
            <a:lvl3pPr>
              <a:defRPr sz="1650" b="0">
                <a:solidFill>
                  <a:srgbClr val="424751"/>
                </a:solidFill>
                <a:latin typeface="Noto Sans"/>
                <a:ea typeface="Noto Sans"/>
                <a:cs typeface="Noto Sans"/>
              </a:defRPr>
            </a:lvl3pPr>
            <a:lvl4pPr>
              <a:defRPr sz="1650" b="0">
                <a:solidFill>
                  <a:srgbClr val="424751"/>
                </a:solidFill>
                <a:latin typeface="Noto Sans"/>
                <a:ea typeface="Noto Sans"/>
                <a:cs typeface="Noto Sans"/>
              </a:defRPr>
            </a:lvl4pPr>
            <a:lvl5pPr>
              <a:defRPr sz="1650" b="0">
                <a:solidFill>
                  <a:srgbClr val="424751"/>
                </a:solidFill>
                <a:latin typeface="Noto Sans"/>
                <a:ea typeface="Noto Sans"/>
                <a:cs typeface="Noto Sans"/>
              </a:defRPr>
            </a:lvl5pPr>
            <a:lvl6pPr>
              <a:defRPr sz="1650" b="0">
                <a:solidFill>
                  <a:srgbClr val="424751"/>
                </a:solidFill>
                <a:latin typeface="Noto Sans"/>
                <a:ea typeface="Noto Sans"/>
                <a:cs typeface="Noto Sans"/>
              </a:defRPr>
            </a:lvl6pPr>
            <a:lvl7pPr>
              <a:defRPr sz="1650" b="0">
                <a:solidFill>
                  <a:srgbClr val="424751"/>
                </a:solidFill>
                <a:latin typeface="Noto Sans"/>
                <a:ea typeface="Noto Sans"/>
                <a:cs typeface="Noto Sans"/>
              </a:defRPr>
            </a:lvl7pPr>
            <a:lvl8pPr>
              <a:defRPr sz="1650" b="0">
                <a:solidFill>
                  <a:srgbClr val="424751"/>
                </a:solidFill>
                <a:latin typeface="Noto Sans"/>
                <a:ea typeface="Noto Sans"/>
                <a:cs typeface="Noto Sans"/>
              </a:defRPr>
            </a:lvl8pPr>
            <a:lvl9pPr>
              <a:defRPr sz="1650" b="0">
                <a:solidFill>
                  <a:srgbClr val="424751"/>
                </a:solidFill>
                <a:latin typeface="Noto Sans"/>
                <a:ea typeface="Noto Sans"/>
                <a:cs typeface="Noto Sans"/>
              </a:defRPr>
            </a:lvl9pPr>
          </a:lstStyle>
          <a:p xmlns:a="http://schemas.openxmlformats.org/drawingml/2006/main">
            <a:pPr>
              <a:defRPr sz="1650" b="0">
                <a:solidFill>
                  <a:srgbClr val="424751"/>
                </a:solidFill>
                <a:latin typeface="Noto Sans"/>
                <a:ea typeface="Noto Sans"/>
                <a:cs typeface="Noto Sans"/>
              </a:defRPr>
            </a:pPr>
            <a:r>
              <a:rPr sz="1650" b="0">
                <a:solidFill>
                  <a:srgbClr val="424751"/>
                </a:solidFill>
                <a:latin typeface="Noto Sans"/>
                <a:ea typeface="Noto Sans"/>
                <a:cs typeface="Noto Sans"/>
              </a:rPr>
              <a:t>Nguồn</a:t>
            </a:r>
          </a:p>
        </p:txBody>
      </p:sp>
      <p:sp>
        <p:nvSpPr>
          <p:cNvPr id="5" name="Figma 06 Prototype">
            <a:extLst xmlns:a="http://schemas.openxmlformats.org/drawingml/2006/main">
              <a:ext uri="{FF2B5EF4-FFF2-40B4-BE49-F238E27FC236}">
                <a16:creationId xmlns:a16="http://schemas.microsoft.com/office/drawing/2014/main" id="{04B3FB9F-B8F0-4C48-BC8D-1F09A7DBE557}"/>
              </a:ext>
            </a:extLst>
          </p:cNvPr>
          <p:cNvSpPr>
            <a:spLocks xmlns:a="http://schemas.openxmlformats.org/drawingml/2006/main" noGrp="1"/>
          </p:cNvSpPr>
          <p:nvPr/>
        </p:nvSpPr>
        <p:spPr>
          <a:xfrm xmlns:a="http://schemas.openxmlformats.org/drawingml/2006/main">
            <a:off x="2047875" y="9467850"/>
            <a:ext cx="5000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1E5AA8"/>
                </a:solidFill>
                <a:latin typeface="Noto Sans"/>
                <a:ea typeface="Noto Sans"/>
                <a:cs typeface="Noto Sans"/>
              </a:defRPr>
            </a:defPPr>
            <a:lvl1pPr>
              <a:defRPr sz="1650" b="0">
                <a:solidFill>
                  <a:srgbClr val="1E5AA8"/>
                </a:solidFill>
                <a:latin typeface="Noto Sans"/>
                <a:ea typeface="Noto Sans"/>
                <a:cs typeface="Noto Sans"/>
              </a:defRPr>
            </a:lvl1pPr>
            <a:lvl2pPr>
              <a:defRPr sz="1650" b="0">
                <a:solidFill>
                  <a:srgbClr val="1E5AA8"/>
                </a:solidFill>
                <a:latin typeface="Noto Sans"/>
                <a:ea typeface="Noto Sans"/>
                <a:cs typeface="Noto Sans"/>
              </a:defRPr>
            </a:lvl2pPr>
            <a:lvl3pPr>
              <a:defRPr sz="1650" b="0">
                <a:solidFill>
                  <a:srgbClr val="1E5AA8"/>
                </a:solidFill>
                <a:latin typeface="Noto Sans"/>
                <a:ea typeface="Noto Sans"/>
                <a:cs typeface="Noto Sans"/>
              </a:defRPr>
            </a:lvl3pPr>
            <a:lvl4pPr>
              <a:defRPr sz="1650" b="0">
                <a:solidFill>
                  <a:srgbClr val="1E5AA8"/>
                </a:solidFill>
                <a:latin typeface="Noto Sans"/>
                <a:ea typeface="Noto Sans"/>
                <a:cs typeface="Noto Sans"/>
              </a:defRPr>
            </a:lvl4pPr>
            <a:lvl5pPr>
              <a:defRPr sz="1650" b="0">
                <a:solidFill>
                  <a:srgbClr val="1E5AA8"/>
                </a:solidFill>
                <a:latin typeface="Noto Sans"/>
                <a:ea typeface="Noto Sans"/>
                <a:cs typeface="Noto Sans"/>
              </a:defRPr>
            </a:lvl5pPr>
            <a:lvl6pPr>
              <a:defRPr sz="1650" b="0">
                <a:solidFill>
                  <a:srgbClr val="1E5AA8"/>
                </a:solidFill>
                <a:latin typeface="Noto Sans"/>
                <a:ea typeface="Noto Sans"/>
                <a:cs typeface="Noto Sans"/>
              </a:defRPr>
            </a:lvl6pPr>
            <a:lvl7pPr>
              <a:defRPr sz="1650" b="0">
                <a:solidFill>
                  <a:srgbClr val="1E5AA8"/>
                </a:solidFill>
                <a:latin typeface="Noto Sans"/>
                <a:ea typeface="Noto Sans"/>
                <a:cs typeface="Noto Sans"/>
              </a:defRPr>
            </a:lvl7pPr>
            <a:lvl8pPr>
              <a:defRPr sz="1650" b="0">
                <a:solidFill>
                  <a:srgbClr val="1E5AA8"/>
                </a:solidFill>
                <a:latin typeface="Noto Sans"/>
                <a:ea typeface="Noto Sans"/>
                <a:cs typeface="Noto Sans"/>
              </a:defRPr>
            </a:lvl8pPr>
            <a:lvl9pPr>
              <a:defRPr sz="1650" b="0">
                <a:solidFill>
                  <a:srgbClr val="1E5AA8"/>
                </a:solidFill>
                <a:latin typeface="Noto Sans"/>
                <a:ea typeface="Noto Sans"/>
                <a:cs typeface="Noto Sans"/>
              </a:defRPr>
            </a:lvl9pPr>
          </a:lstStyle>
          <a:p xmlns:a="http://schemas.openxmlformats.org/drawingml/2006/main">
            <a:pPr>
              <a:defRPr sz="1650" b="0">
                <a:solidFill>
                  <a:srgbClr val="1E5AA8"/>
                </a:solidFill>
                <a:latin typeface="Noto Sans"/>
                <a:ea typeface="Noto Sans"/>
                <a:cs typeface="Noto Sans"/>
              </a:defRPr>
            </a:pPr>
            <a:r>
              <a:rPr sz="1650" b="0">
                <a:solidFill>
                  <a:srgbClr val="1E5AA8"/>
                </a:solidFill>
                <a:latin typeface="Noto Sans"/>
                <a:ea typeface="Noto Sans"/>
                <a:cs typeface="Noto Sans"/>
                <a:hlinkClick xmlns:r="http://schemas.openxmlformats.org/officeDocument/2006/relationships" r:id="R0257dc3f2ba04828"/>
              </a:rPr>
              <a:t>Figma 06 Prototype</a:t>
            </a:r>
          </a:p>
        </p:txBody>
      </p:sp>
      <p:sp>
        <p:nvSpPr>
          <p:cNvPr id="6" name="Kiểm tra dữ liệu flow">
            <a:extLst xmlns:a="http://schemas.openxmlformats.org/drawingml/2006/main">
              <a:ext uri="{FF2B5EF4-FFF2-40B4-BE49-F238E27FC236}">
                <a16:creationId xmlns:a16="http://schemas.microsoft.com/office/drawing/2014/main" id="{BF4BE1E9-0099-40AB-9C06-166BE6B4CC73}"/>
              </a:ext>
            </a:extLst>
          </p:cNvPr>
          <p:cNvSpPr>
            <a:spLocks xmlns:a="http://schemas.openxmlformats.org/drawingml/2006/main" noGrp="1"/>
          </p:cNvSpPr>
          <p:nvPr/>
        </p:nvSpPr>
        <p:spPr>
          <a:xfrm xmlns:a="http://schemas.openxmlformats.org/drawingml/2006/main">
            <a:off x="7191375" y="9467850"/>
            <a:ext cx="5000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1E5AA8"/>
                </a:solidFill>
                <a:latin typeface="Noto Sans"/>
                <a:ea typeface="Noto Sans"/>
                <a:cs typeface="Noto Sans"/>
              </a:defRPr>
            </a:defPPr>
            <a:lvl1pPr>
              <a:defRPr sz="1650" b="0">
                <a:solidFill>
                  <a:srgbClr val="1E5AA8"/>
                </a:solidFill>
                <a:latin typeface="Noto Sans"/>
                <a:ea typeface="Noto Sans"/>
                <a:cs typeface="Noto Sans"/>
              </a:defRPr>
            </a:lvl1pPr>
            <a:lvl2pPr>
              <a:defRPr sz="1650" b="0">
                <a:solidFill>
                  <a:srgbClr val="1E5AA8"/>
                </a:solidFill>
                <a:latin typeface="Noto Sans"/>
                <a:ea typeface="Noto Sans"/>
                <a:cs typeface="Noto Sans"/>
              </a:defRPr>
            </a:lvl2pPr>
            <a:lvl3pPr>
              <a:defRPr sz="1650" b="0">
                <a:solidFill>
                  <a:srgbClr val="1E5AA8"/>
                </a:solidFill>
                <a:latin typeface="Noto Sans"/>
                <a:ea typeface="Noto Sans"/>
                <a:cs typeface="Noto Sans"/>
              </a:defRPr>
            </a:lvl3pPr>
            <a:lvl4pPr>
              <a:defRPr sz="1650" b="0">
                <a:solidFill>
                  <a:srgbClr val="1E5AA8"/>
                </a:solidFill>
                <a:latin typeface="Noto Sans"/>
                <a:ea typeface="Noto Sans"/>
                <a:cs typeface="Noto Sans"/>
              </a:defRPr>
            </a:lvl4pPr>
            <a:lvl5pPr>
              <a:defRPr sz="1650" b="0">
                <a:solidFill>
                  <a:srgbClr val="1E5AA8"/>
                </a:solidFill>
                <a:latin typeface="Noto Sans"/>
                <a:ea typeface="Noto Sans"/>
                <a:cs typeface="Noto Sans"/>
              </a:defRPr>
            </a:lvl5pPr>
            <a:lvl6pPr>
              <a:defRPr sz="1650" b="0">
                <a:solidFill>
                  <a:srgbClr val="1E5AA8"/>
                </a:solidFill>
                <a:latin typeface="Noto Sans"/>
                <a:ea typeface="Noto Sans"/>
                <a:cs typeface="Noto Sans"/>
              </a:defRPr>
            </a:lvl6pPr>
            <a:lvl7pPr>
              <a:defRPr sz="1650" b="0">
                <a:solidFill>
                  <a:srgbClr val="1E5AA8"/>
                </a:solidFill>
                <a:latin typeface="Noto Sans"/>
                <a:ea typeface="Noto Sans"/>
                <a:cs typeface="Noto Sans"/>
              </a:defRPr>
            </a:lvl7pPr>
            <a:lvl8pPr>
              <a:defRPr sz="1650" b="0">
                <a:solidFill>
                  <a:srgbClr val="1E5AA8"/>
                </a:solidFill>
                <a:latin typeface="Noto Sans"/>
                <a:ea typeface="Noto Sans"/>
                <a:cs typeface="Noto Sans"/>
              </a:defRPr>
            </a:lvl8pPr>
            <a:lvl9pPr>
              <a:defRPr sz="1650" b="0">
                <a:solidFill>
                  <a:srgbClr val="1E5AA8"/>
                </a:solidFill>
                <a:latin typeface="Noto Sans"/>
                <a:ea typeface="Noto Sans"/>
                <a:cs typeface="Noto Sans"/>
              </a:defRPr>
            </a:lvl9pPr>
          </a:lstStyle>
          <a:p xmlns:a="http://schemas.openxmlformats.org/drawingml/2006/main">
            <a:pPr>
              <a:defRPr sz="1650" b="0">
                <a:solidFill>
                  <a:srgbClr val="1E5AA8"/>
                </a:solidFill>
                <a:latin typeface="Noto Sans"/>
                <a:ea typeface="Noto Sans"/>
                <a:cs typeface="Noto Sans"/>
              </a:defRPr>
            </a:pPr>
            <a:r>
              <a:rPr sz="1650" b="0">
                <a:solidFill>
                  <a:srgbClr val="1E5AA8"/>
                </a:solidFill>
                <a:latin typeface="Noto Sans"/>
                <a:ea typeface="Noto Sans"/>
                <a:cs typeface="Noto Sans"/>
                <a:hlinkClick xmlns:r="http://schemas.openxmlformats.org/officeDocument/2006/relationships" r:id="R6163758d6fbd455d"/>
              </a:rPr>
              <a:t>Kiểm tra dữ liệu flow</a:t>
            </a:r>
          </a:p>
        </p:txBody>
      </p:sp>
      <p:sp>
        <p:nvSpPr>
          <p:cNvPr id="7" name="Kiểm tra accordion">
            <a:extLst xmlns:a="http://schemas.openxmlformats.org/drawingml/2006/main">
              <a:ext uri="{FF2B5EF4-FFF2-40B4-BE49-F238E27FC236}">
                <a16:creationId xmlns:a16="http://schemas.microsoft.com/office/drawing/2014/main" id="{E9F5E002-D7B2-4EE8-AAE5-517F52354CE9}"/>
              </a:ext>
            </a:extLst>
          </p:cNvPr>
          <p:cNvSpPr>
            <a:spLocks xmlns:a="http://schemas.openxmlformats.org/drawingml/2006/main" noGrp="1"/>
          </p:cNvSpPr>
          <p:nvPr/>
        </p:nvSpPr>
        <p:spPr>
          <a:xfrm xmlns:a="http://schemas.openxmlformats.org/drawingml/2006/main">
            <a:off x="12334875" y="9467850"/>
            <a:ext cx="5000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1E5AA8"/>
                </a:solidFill>
                <a:latin typeface="Noto Sans"/>
                <a:ea typeface="Noto Sans"/>
                <a:cs typeface="Noto Sans"/>
              </a:defRPr>
            </a:defPPr>
            <a:lvl1pPr>
              <a:defRPr sz="1650" b="0">
                <a:solidFill>
                  <a:srgbClr val="1E5AA8"/>
                </a:solidFill>
                <a:latin typeface="Noto Sans"/>
                <a:ea typeface="Noto Sans"/>
                <a:cs typeface="Noto Sans"/>
              </a:defRPr>
            </a:lvl1pPr>
            <a:lvl2pPr>
              <a:defRPr sz="1650" b="0">
                <a:solidFill>
                  <a:srgbClr val="1E5AA8"/>
                </a:solidFill>
                <a:latin typeface="Noto Sans"/>
                <a:ea typeface="Noto Sans"/>
                <a:cs typeface="Noto Sans"/>
              </a:defRPr>
            </a:lvl2pPr>
            <a:lvl3pPr>
              <a:defRPr sz="1650" b="0">
                <a:solidFill>
                  <a:srgbClr val="1E5AA8"/>
                </a:solidFill>
                <a:latin typeface="Noto Sans"/>
                <a:ea typeface="Noto Sans"/>
                <a:cs typeface="Noto Sans"/>
              </a:defRPr>
            </a:lvl3pPr>
            <a:lvl4pPr>
              <a:defRPr sz="1650" b="0">
                <a:solidFill>
                  <a:srgbClr val="1E5AA8"/>
                </a:solidFill>
                <a:latin typeface="Noto Sans"/>
                <a:ea typeface="Noto Sans"/>
                <a:cs typeface="Noto Sans"/>
              </a:defRPr>
            </a:lvl4pPr>
            <a:lvl5pPr>
              <a:defRPr sz="1650" b="0">
                <a:solidFill>
                  <a:srgbClr val="1E5AA8"/>
                </a:solidFill>
                <a:latin typeface="Noto Sans"/>
                <a:ea typeface="Noto Sans"/>
                <a:cs typeface="Noto Sans"/>
              </a:defRPr>
            </a:lvl5pPr>
            <a:lvl6pPr>
              <a:defRPr sz="1650" b="0">
                <a:solidFill>
                  <a:srgbClr val="1E5AA8"/>
                </a:solidFill>
                <a:latin typeface="Noto Sans"/>
                <a:ea typeface="Noto Sans"/>
                <a:cs typeface="Noto Sans"/>
              </a:defRPr>
            </a:lvl6pPr>
            <a:lvl7pPr>
              <a:defRPr sz="1650" b="0">
                <a:solidFill>
                  <a:srgbClr val="1E5AA8"/>
                </a:solidFill>
                <a:latin typeface="Noto Sans"/>
                <a:ea typeface="Noto Sans"/>
                <a:cs typeface="Noto Sans"/>
              </a:defRPr>
            </a:lvl7pPr>
            <a:lvl8pPr>
              <a:defRPr sz="1650" b="0">
                <a:solidFill>
                  <a:srgbClr val="1E5AA8"/>
                </a:solidFill>
                <a:latin typeface="Noto Sans"/>
                <a:ea typeface="Noto Sans"/>
                <a:cs typeface="Noto Sans"/>
              </a:defRPr>
            </a:lvl8pPr>
            <a:lvl9pPr>
              <a:defRPr sz="1650" b="0">
                <a:solidFill>
                  <a:srgbClr val="1E5AA8"/>
                </a:solidFill>
                <a:latin typeface="Noto Sans"/>
                <a:ea typeface="Noto Sans"/>
                <a:cs typeface="Noto Sans"/>
              </a:defRPr>
            </a:lvl9pPr>
          </a:lstStyle>
          <a:p xmlns:a="http://schemas.openxmlformats.org/drawingml/2006/main">
            <a:pPr>
              <a:defRPr sz="1650" b="0">
                <a:solidFill>
                  <a:srgbClr val="1E5AA8"/>
                </a:solidFill>
                <a:latin typeface="Noto Sans"/>
                <a:ea typeface="Noto Sans"/>
                <a:cs typeface="Noto Sans"/>
              </a:defRPr>
            </a:pPr>
            <a:r>
              <a:rPr sz="1650" b="0">
                <a:solidFill>
                  <a:srgbClr val="1E5AA8"/>
                </a:solidFill>
                <a:latin typeface="Noto Sans"/>
                <a:ea typeface="Noto Sans"/>
                <a:cs typeface="Noto Sans"/>
                <a:hlinkClick xmlns:r="http://schemas.openxmlformats.org/officeDocument/2006/relationships" r:id="Re1d9f448fdb04b6e"/>
              </a:rPr>
              <a:t>Kiểm tra accordion</a:t>
            </a:r>
          </a:p>
        </p:txBody>
      </p:sp>
      <p:sp>
        <p:nvSpPr>
          <p:cNvPr id="8" name="F01  Mai   Mở demo">
            <a:extLst xmlns:a="http://schemas.openxmlformats.org/drawingml/2006/main">
              <a:ext uri="{FF2B5EF4-FFF2-40B4-BE49-F238E27FC236}">
                <a16:creationId xmlns:a16="http://schemas.microsoft.com/office/drawing/2014/main" id="{E63785E9-18A8-459D-B4EB-BB52BF5675BD}"/>
              </a:ext>
            </a:extLst>
          </p:cNvPr>
          <p:cNvSpPr>
            <a:spLocks xmlns:a="http://schemas.openxmlformats.org/drawingml/2006/main" noGrp="1"/>
          </p:cNvSpPr>
          <p:nvPr/>
        </p:nvSpPr>
        <p:spPr>
          <a:xfrm xmlns:a="http://schemas.openxmlformats.org/drawingml/2006/main">
            <a:off x="1066800" y="2857500"/>
            <a:ext cx="1038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925" b="0">
                <a:solidFill>
                  <a:srgbClr val="1E5AA8"/>
                </a:solidFill>
                <a:latin typeface="Noto Sans"/>
                <a:ea typeface="Noto Sans"/>
                <a:cs typeface="Noto Sans"/>
              </a:defRPr>
            </a:defPPr>
            <a:lvl1pPr>
              <a:defRPr sz="2925" b="0">
                <a:solidFill>
                  <a:srgbClr val="1E5AA8"/>
                </a:solidFill>
                <a:latin typeface="Noto Sans"/>
                <a:ea typeface="Noto Sans"/>
                <a:cs typeface="Noto Sans"/>
              </a:defRPr>
            </a:lvl1pPr>
            <a:lvl2pPr>
              <a:defRPr sz="2925" b="0">
                <a:solidFill>
                  <a:srgbClr val="1E5AA8"/>
                </a:solidFill>
                <a:latin typeface="Noto Sans"/>
                <a:ea typeface="Noto Sans"/>
                <a:cs typeface="Noto Sans"/>
              </a:defRPr>
            </a:lvl2pPr>
            <a:lvl3pPr>
              <a:defRPr sz="2925" b="0">
                <a:solidFill>
                  <a:srgbClr val="1E5AA8"/>
                </a:solidFill>
                <a:latin typeface="Noto Sans"/>
                <a:ea typeface="Noto Sans"/>
                <a:cs typeface="Noto Sans"/>
              </a:defRPr>
            </a:lvl3pPr>
            <a:lvl4pPr>
              <a:defRPr sz="2925" b="0">
                <a:solidFill>
                  <a:srgbClr val="1E5AA8"/>
                </a:solidFill>
                <a:latin typeface="Noto Sans"/>
                <a:ea typeface="Noto Sans"/>
                <a:cs typeface="Noto Sans"/>
              </a:defRPr>
            </a:lvl4pPr>
            <a:lvl5pPr>
              <a:defRPr sz="2925" b="0">
                <a:solidFill>
                  <a:srgbClr val="1E5AA8"/>
                </a:solidFill>
                <a:latin typeface="Noto Sans"/>
                <a:ea typeface="Noto Sans"/>
                <a:cs typeface="Noto Sans"/>
              </a:defRPr>
            </a:lvl5pPr>
            <a:lvl6pPr>
              <a:defRPr sz="2925" b="0">
                <a:solidFill>
                  <a:srgbClr val="1E5AA8"/>
                </a:solidFill>
                <a:latin typeface="Noto Sans"/>
                <a:ea typeface="Noto Sans"/>
                <a:cs typeface="Noto Sans"/>
              </a:defRPr>
            </a:lvl6pPr>
            <a:lvl7pPr>
              <a:defRPr sz="2925" b="0">
                <a:solidFill>
                  <a:srgbClr val="1E5AA8"/>
                </a:solidFill>
                <a:latin typeface="Noto Sans"/>
                <a:ea typeface="Noto Sans"/>
                <a:cs typeface="Noto Sans"/>
              </a:defRPr>
            </a:lvl7pPr>
            <a:lvl8pPr>
              <a:defRPr sz="2925" b="0">
                <a:solidFill>
                  <a:srgbClr val="1E5AA8"/>
                </a:solidFill>
                <a:latin typeface="Noto Sans"/>
                <a:ea typeface="Noto Sans"/>
                <a:cs typeface="Noto Sans"/>
              </a:defRPr>
            </a:lvl8pPr>
            <a:lvl9pPr>
              <a:defRPr sz="2925" b="0">
                <a:solidFill>
                  <a:srgbClr val="1E5AA8"/>
                </a:solidFill>
                <a:latin typeface="Noto Sans"/>
                <a:ea typeface="Noto Sans"/>
                <a:cs typeface="Noto Sans"/>
              </a:defRPr>
            </a:lvl9pPr>
          </a:lstStyle>
          <a:p xmlns:a="http://schemas.openxmlformats.org/drawingml/2006/main">
            <a:pPr>
              <a:defRPr sz="2925" b="0">
                <a:solidFill>
                  <a:srgbClr val="1E5AA8"/>
                </a:solidFill>
                <a:latin typeface="Noto Sans"/>
                <a:ea typeface="Noto Sans"/>
                <a:cs typeface="Noto Sans"/>
              </a:defRPr>
            </a:pPr>
            <a:r>
              <a:rPr sz="2925" b="0">
                <a:solidFill>
                  <a:srgbClr val="1E5AA8"/>
                </a:solidFill>
                <a:latin typeface="Noto Sans"/>
                <a:ea typeface="Noto Sans"/>
                <a:cs typeface="Noto Sans"/>
                <a:hlinkClick xmlns:r="http://schemas.openxmlformats.org/officeDocument/2006/relationships" r:id="R3924efb0345d4707"/>
              </a:rPr>
              <a:t>F01  Mai   Mở demo</a:t>
            </a:r>
          </a:p>
        </p:txBody>
      </p:sp>
      <p:sp>
        <p:nvSpPr>
          <p:cNvPr id="9" name="Tìm và thêm hoạt động&#10;≤5 phút, lỗi lưu và Thử lại.">
            <a:extLst xmlns:a="http://schemas.openxmlformats.org/drawingml/2006/main">
              <a:ext uri="{FF2B5EF4-FFF2-40B4-BE49-F238E27FC236}">
                <a16:creationId xmlns:a16="http://schemas.microsoft.com/office/drawing/2014/main" id="{3D5FCBA0-B519-4056-A55F-8571F99602C3}"/>
              </a:ext>
            </a:extLst>
          </p:cNvPr>
          <p:cNvSpPr>
            <a:spLocks xmlns:a="http://schemas.openxmlformats.org/drawingml/2006/main" noGrp="1"/>
          </p:cNvSpPr>
          <p:nvPr/>
        </p:nvSpPr>
        <p:spPr>
          <a:xfrm xmlns:a="http://schemas.openxmlformats.org/drawingml/2006/main">
            <a:off x="1143000" y="3552825"/>
            <a:ext cx="990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400" b="0">
                <a:solidFill>
                  <a:srgbClr val="031C36"/>
                </a:solidFill>
                <a:latin typeface="Noto Sans"/>
                <a:ea typeface="Noto Sans"/>
                <a:cs typeface="Noto Sans"/>
              </a:defRPr>
            </a:defPPr>
            <a:lvl1pPr>
              <a:defRPr sz="2400" b="0">
                <a:solidFill>
                  <a:srgbClr val="031C36"/>
                </a:solidFill>
                <a:latin typeface="Noto Sans"/>
                <a:ea typeface="Noto Sans"/>
                <a:cs typeface="Noto Sans"/>
              </a:defRPr>
            </a:lvl1pPr>
            <a:lvl2pPr>
              <a:defRPr sz="2400" b="0">
                <a:solidFill>
                  <a:srgbClr val="031C36"/>
                </a:solidFill>
                <a:latin typeface="Noto Sans"/>
                <a:ea typeface="Noto Sans"/>
                <a:cs typeface="Noto Sans"/>
              </a:defRPr>
            </a:lvl2pPr>
            <a:lvl3pPr>
              <a:defRPr sz="2400" b="0">
                <a:solidFill>
                  <a:srgbClr val="031C36"/>
                </a:solidFill>
                <a:latin typeface="Noto Sans"/>
                <a:ea typeface="Noto Sans"/>
                <a:cs typeface="Noto Sans"/>
              </a:defRPr>
            </a:lvl3pPr>
            <a:lvl4pPr>
              <a:defRPr sz="2400" b="0">
                <a:solidFill>
                  <a:srgbClr val="031C36"/>
                </a:solidFill>
                <a:latin typeface="Noto Sans"/>
                <a:ea typeface="Noto Sans"/>
                <a:cs typeface="Noto Sans"/>
              </a:defRPr>
            </a:lvl4pPr>
            <a:lvl5pPr>
              <a:defRPr sz="2400" b="0">
                <a:solidFill>
                  <a:srgbClr val="031C36"/>
                </a:solidFill>
                <a:latin typeface="Noto Sans"/>
                <a:ea typeface="Noto Sans"/>
                <a:cs typeface="Noto Sans"/>
              </a:defRPr>
            </a:lvl5pPr>
            <a:lvl6pPr>
              <a:defRPr sz="2400" b="0">
                <a:solidFill>
                  <a:srgbClr val="031C36"/>
                </a:solidFill>
                <a:latin typeface="Noto Sans"/>
                <a:ea typeface="Noto Sans"/>
                <a:cs typeface="Noto Sans"/>
              </a:defRPr>
            </a:lvl6pPr>
            <a:lvl7pPr>
              <a:defRPr sz="2400" b="0">
                <a:solidFill>
                  <a:srgbClr val="031C36"/>
                </a:solidFill>
                <a:latin typeface="Noto Sans"/>
                <a:ea typeface="Noto Sans"/>
                <a:cs typeface="Noto Sans"/>
              </a:defRPr>
            </a:lvl7pPr>
            <a:lvl8pPr>
              <a:defRPr sz="2400" b="0">
                <a:solidFill>
                  <a:srgbClr val="031C36"/>
                </a:solidFill>
                <a:latin typeface="Noto Sans"/>
                <a:ea typeface="Noto Sans"/>
                <a:cs typeface="Noto Sans"/>
              </a:defRPr>
            </a:lvl8pPr>
            <a:lvl9pPr>
              <a:defRPr sz="2400" b="0">
                <a:solidFill>
                  <a:srgbClr val="031C36"/>
                </a:solidFill>
                <a:latin typeface="Noto Sans"/>
                <a:ea typeface="Noto Sans"/>
                <a:cs typeface="Noto Sans"/>
              </a:defRPr>
            </a:lvl9pPr>
          </a:lstStyle>
          <a:p xmlns:a="http://schemas.openxmlformats.org/drawingml/2006/main">
            <a:pPr>
              <a:defRPr sz="2400" b="0">
                <a:solidFill>
                  <a:srgbClr val="031C36"/>
                </a:solidFill>
                <a:latin typeface="Noto Sans"/>
                <a:ea typeface="Noto Sans"/>
                <a:cs typeface="Noto Sans"/>
              </a:defRPr>
            </a:pPr>
            <a:r>
              <a:rPr sz="2400" b="0">
                <a:solidFill>
                  <a:srgbClr val="031C36"/>
                </a:solidFill>
                <a:latin typeface="Noto Sans"/>
                <a:ea typeface="Noto Sans"/>
                <a:cs typeface="Noto Sans"/>
              </a:rPr>
              <a:t>Tìm và thêm hoạt động</a:t>
            </a:r>
          </a:p>
          <a:p xmlns:a="http://schemas.openxmlformats.org/drawingml/2006/main">
            <a:pPr>
              <a:defRPr sz="2400" b="0">
                <a:solidFill>
                  <a:srgbClr val="031C36"/>
                </a:solidFill>
                <a:latin typeface="Noto Sans"/>
                <a:ea typeface="Noto Sans"/>
                <a:cs typeface="Noto Sans"/>
              </a:defRPr>
            </a:pPr>
            <a:r>
              <a:rPr sz="2400" b="0">
                <a:solidFill>
                  <a:srgbClr val="031C36"/>
                </a:solidFill>
                <a:latin typeface="Noto Sans"/>
                <a:ea typeface="Noto Sans"/>
                <a:cs typeface="Noto Sans"/>
              </a:rPr>
              <a:t>≤5 phút, lỗi lưu và Thử lại.</a:t>
            </a:r>
          </a:p>
        </p:txBody>
      </p:sp>
      <p:sp>
        <p:nvSpPr>
          <p:cNvPr id="10" name="Home 1/4, tiến độ 25%">
            <a:extLst xmlns:a="http://schemas.openxmlformats.org/drawingml/2006/main">
              <a:ext uri="{FF2B5EF4-FFF2-40B4-BE49-F238E27FC236}">
                <a16:creationId xmlns:a16="http://schemas.microsoft.com/office/drawing/2014/main" id="{BEB6B5BB-0548-4686-9EAE-25115E36428A}"/>
              </a:ext>
            </a:extLst>
          </p:cNvPr>
          <p:cNvSpPr>
            <a:spLocks xmlns:a="http://schemas.openxmlformats.org/drawingml/2006/main" noGrp="1"/>
          </p:cNvSpPr>
          <p:nvPr/>
        </p:nvSpPr>
        <p:spPr>
          <a:xfrm xmlns:a="http://schemas.openxmlformats.org/drawingml/2006/main">
            <a:off x="1143000" y="4429125"/>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1">
                <a:solidFill>
                  <a:srgbClr val="031C36"/>
                </a:solidFill>
                <a:latin typeface="Noto Sans"/>
                <a:ea typeface="Noto Sans"/>
                <a:cs typeface="Noto Sans"/>
              </a:defRPr>
            </a:defPPr>
            <a:lvl1pPr>
              <a:defRPr sz="2100" b="1">
                <a:solidFill>
                  <a:srgbClr val="031C36"/>
                </a:solidFill>
                <a:latin typeface="Noto Sans"/>
                <a:ea typeface="Noto Sans"/>
                <a:cs typeface="Noto Sans"/>
              </a:defRPr>
            </a:lvl1pPr>
            <a:lvl2pPr>
              <a:defRPr sz="2100" b="1">
                <a:solidFill>
                  <a:srgbClr val="031C36"/>
                </a:solidFill>
                <a:latin typeface="Noto Sans"/>
                <a:ea typeface="Noto Sans"/>
                <a:cs typeface="Noto Sans"/>
              </a:defRPr>
            </a:lvl2pPr>
            <a:lvl3pPr>
              <a:defRPr sz="2100" b="1">
                <a:solidFill>
                  <a:srgbClr val="031C36"/>
                </a:solidFill>
                <a:latin typeface="Noto Sans"/>
                <a:ea typeface="Noto Sans"/>
                <a:cs typeface="Noto Sans"/>
              </a:defRPr>
            </a:lvl3pPr>
            <a:lvl4pPr>
              <a:defRPr sz="2100" b="1">
                <a:solidFill>
                  <a:srgbClr val="031C36"/>
                </a:solidFill>
                <a:latin typeface="Noto Sans"/>
                <a:ea typeface="Noto Sans"/>
                <a:cs typeface="Noto Sans"/>
              </a:defRPr>
            </a:lvl4pPr>
            <a:lvl5pPr>
              <a:defRPr sz="2100" b="1">
                <a:solidFill>
                  <a:srgbClr val="031C36"/>
                </a:solidFill>
                <a:latin typeface="Noto Sans"/>
                <a:ea typeface="Noto Sans"/>
                <a:cs typeface="Noto Sans"/>
              </a:defRPr>
            </a:lvl5pPr>
            <a:lvl6pPr>
              <a:defRPr sz="2100" b="1">
                <a:solidFill>
                  <a:srgbClr val="031C36"/>
                </a:solidFill>
                <a:latin typeface="Noto Sans"/>
                <a:ea typeface="Noto Sans"/>
                <a:cs typeface="Noto Sans"/>
              </a:defRPr>
            </a:lvl6pPr>
            <a:lvl7pPr>
              <a:defRPr sz="2100" b="1">
                <a:solidFill>
                  <a:srgbClr val="031C36"/>
                </a:solidFill>
                <a:latin typeface="Noto Sans"/>
                <a:ea typeface="Noto Sans"/>
                <a:cs typeface="Noto Sans"/>
              </a:defRPr>
            </a:lvl7pPr>
            <a:lvl8pPr>
              <a:defRPr sz="2100" b="1">
                <a:solidFill>
                  <a:srgbClr val="031C36"/>
                </a:solidFill>
                <a:latin typeface="Noto Sans"/>
                <a:ea typeface="Noto Sans"/>
                <a:cs typeface="Noto Sans"/>
              </a:defRPr>
            </a:lvl8pPr>
            <a:lvl9pPr>
              <a:defRPr sz="2100" b="1">
                <a:solidFill>
                  <a:srgbClr val="031C36"/>
                </a:solidFill>
                <a:latin typeface="Noto Sans"/>
                <a:ea typeface="Noto Sans"/>
                <a:cs typeface="Noto Sans"/>
              </a:defRPr>
            </a:lvl9pPr>
          </a:lstStyle>
          <a:p xmlns:a="http://schemas.openxmlformats.org/drawingml/2006/main">
            <a:pPr>
              <a:defRPr sz="2100" b="1">
                <a:solidFill>
                  <a:srgbClr val="031C36"/>
                </a:solidFill>
                <a:latin typeface="Noto Sans"/>
                <a:ea typeface="Noto Sans"/>
                <a:cs typeface="Noto Sans"/>
              </a:defRPr>
            </a:pPr>
            <a:r>
              <a:rPr sz="2100" b="1">
                <a:solidFill>
                  <a:srgbClr val="031C36"/>
                </a:solidFill>
                <a:latin typeface="Noto Sans"/>
                <a:ea typeface="Noto Sans"/>
                <a:cs typeface="Noto Sans"/>
              </a:rPr>
              <a:t>Home 1/4, tiến độ 25%</a:t>
            </a:r>
          </a:p>
        </p:txBody>
      </p:sp>
      <p:sp>
        <p:nvSpPr>
          <p:cNvPr id="11" name="F02  Huy   Mở demo">
            <a:extLst xmlns:a="http://schemas.openxmlformats.org/drawingml/2006/main">
              <a:ext uri="{FF2B5EF4-FFF2-40B4-BE49-F238E27FC236}">
                <a16:creationId xmlns:a16="http://schemas.microsoft.com/office/drawing/2014/main" id="{24482F50-FE3D-426D-B075-5055AC10A964}"/>
              </a:ext>
            </a:extLst>
          </p:cNvPr>
          <p:cNvSpPr>
            <a:spLocks xmlns:a="http://schemas.openxmlformats.org/drawingml/2006/main" noGrp="1"/>
          </p:cNvSpPr>
          <p:nvPr/>
        </p:nvSpPr>
        <p:spPr>
          <a:xfrm xmlns:a="http://schemas.openxmlformats.org/drawingml/2006/main">
            <a:off x="1066800" y="4905375"/>
            <a:ext cx="1038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925" b="0">
                <a:solidFill>
                  <a:srgbClr val="1E5AA8"/>
                </a:solidFill>
                <a:latin typeface="Noto Sans"/>
                <a:ea typeface="Noto Sans"/>
                <a:cs typeface="Noto Sans"/>
              </a:defRPr>
            </a:defPPr>
            <a:lvl1pPr>
              <a:defRPr sz="2925" b="0">
                <a:solidFill>
                  <a:srgbClr val="1E5AA8"/>
                </a:solidFill>
                <a:latin typeface="Noto Sans"/>
                <a:ea typeface="Noto Sans"/>
                <a:cs typeface="Noto Sans"/>
              </a:defRPr>
            </a:lvl1pPr>
            <a:lvl2pPr>
              <a:defRPr sz="2925" b="0">
                <a:solidFill>
                  <a:srgbClr val="1E5AA8"/>
                </a:solidFill>
                <a:latin typeface="Noto Sans"/>
                <a:ea typeface="Noto Sans"/>
                <a:cs typeface="Noto Sans"/>
              </a:defRPr>
            </a:lvl2pPr>
            <a:lvl3pPr>
              <a:defRPr sz="2925" b="0">
                <a:solidFill>
                  <a:srgbClr val="1E5AA8"/>
                </a:solidFill>
                <a:latin typeface="Noto Sans"/>
                <a:ea typeface="Noto Sans"/>
                <a:cs typeface="Noto Sans"/>
              </a:defRPr>
            </a:lvl3pPr>
            <a:lvl4pPr>
              <a:defRPr sz="2925" b="0">
                <a:solidFill>
                  <a:srgbClr val="1E5AA8"/>
                </a:solidFill>
                <a:latin typeface="Noto Sans"/>
                <a:ea typeface="Noto Sans"/>
                <a:cs typeface="Noto Sans"/>
              </a:defRPr>
            </a:lvl4pPr>
            <a:lvl5pPr>
              <a:defRPr sz="2925" b="0">
                <a:solidFill>
                  <a:srgbClr val="1E5AA8"/>
                </a:solidFill>
                <a:latin typeface="Noto Sans"/>
                <a:ea typeface="Noto Sans"/>
                <a:cs typeface="Noto Sans"/>
              </a:defRPr>
            </a:lvl5pPr>
            <a:lvl6pPr>
              <a:defRPr sz="2925" b="0">
                <a:solidFill>
                  <a:srgbClr val="1E5AA8"/>
                </a:solidFill>
                <a:latin typeface="Noto Sans"/>
                <a:ea typeface="Noto Sans"/>
                <a:cs typeface="Noto Sans"/>
              </a:defRPr>
            </a:lvl6pPr>
            <a:lvl7pPr>
              <a:defRPr sz="2925" b="0">
                <a:solidFill>
                  <a:srgbClr val="1E5AA8"/>
                </a:solidFill>
                <a:latin typeface="Noto Sans"/>
                <a:ea typeface="Noto Sans"/>
                <a:cs typeface="Noto Sans"/>
              </a:defRPr>
            </a:lvl7pPr>
            <a:lvl8pPr>
              <a:defRPr sz="2925" b="0">
                <a:solidFill>
                  <a:srgbClr val="1E5AA8"/>
                </a:solidFill>
                <a:latin typeface="Noto Sans"/>
                <a:ea typeface="Noto Sans"/>
                <a:cs typeface="Noto Sans"/>
              </a:defRPr>
            </a:lvl8pPr>
            <a:lvl9pPr>
              <a:defRPr sz="2925" b="0">
                <a:solidFill>
                  <a:srgbClr val="1E5AA8"/>
                </a:solidFill>
                <a:latin typeface="Noto Sans"/>
                <a:ea typeface="Noto Sans"/>
                <a:cs typeface="Noto Sans"/>
              </a:defRPr>
            </a:lvl9pPr>
          </a:lstStyle>
          <a:p xmlns:a="http://schemas.openxmlformats.org/drawingml/2006/main">
            <a:pPr>
              <a:defRPr sz="2925" b="0">
                <a:solidFill>
                  <a:srgbClr val="1E5AA8"/>
                </a:solidFill>
                <a:latin typeface="Noto Sans"/>
                <a:ea typeface="Noto Sans"/>
                <a:cs typeface="Noto Sans"/>
              </a:defRPr>
            </a:pPr>
            <a:r>
              <a:rPr sz="2925" b="0">
                <a:solidFill>
                  <a:srgbClr val="1E5AA8"/>
                </a:solidFill>
                <a:latin typeface="Noto Sans"/>
                <a:ea typeface="Noto Sans"/>
                <a:cs typeface="Noto Sans"/>
                <a:hlinkClick xmlns:r="http://schemas.openxmlformats.org/officeDocument/2006/relationships" r:id="R4b3d66724dfc49f5"/>
              </a:rPr>
              <a:t>F02  Huy   Mở demo</a:t>
            </a:r>
          </a:p>
        </p:txBody>
      </p:sp>
      <p:sp>
        <p:nvSpPr>
          <p:cNvPr id="12" name="Nghỉ, tạm dừng, overlay&#10;và ghi nhận kết thúc sớm.">
            <a:extLst xmlns:a="http://schemas.openxmlformats.org/drawingml/2006/main">
              <a:ext uri="{FF2B5EF4-FFF2-40B4-BE49-F238E27FC236}">
                <a16:creationId xmlns:a16="http://schemas.microsoft.com/office/drawing/2014/main" id="{EBC29842-2C32-41AF-BCDF-1958AA41FEBD}"/>
              </a:ext>
            </a:extLst>
          </p:cNvPr>
          <p:cNvSpPr>
            <a:spLocks xmlns:a="http://schemas.openxmlformats.org/drawingml/2006/main" noGrp="1"/>
          </p:cNvSpPr>
          <p:nvPr/>
        </p:nvSpPr>
        <p:spPr>
          <a:xfrm xmlns:a="http://schemas.openxmlformats.org/drawingml/2006/main">
            <a:off x="1143000" y="5600700"/>
            <a:ext cx="990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400" b="0">
                <a:solidFill>
                  <a:srgbClr val="031C36"/>
                </a:solidFill>
                <a:latin typeface="Noto Sans"/>
                <a:ea typeface="Noto Sans"/>
                <a:cs typeface="Noto Sans"/>
              </a:defRPr>
            </a:defPPr>
            <a:lvl1pPr>
              <a:defRPr sz="2400" b="0">
                <a:solidFill>
                  <a:srgbClr val="031C36"/>
                </a:solidFill>
                <a:latin typeface="Noto Sans"/>
                <a:ea typeface="Noto Sans"/>
                <a:cs typeface="Noto Sans"/>
              </a:defRPr>
            </a:lvl1pPr>
            <a:lvl2pPr>
              <a:defRPr sz="2400" b="0">
                <a:solidFill>
                  <a:srgbClr val="031C36"/>
                </a:solidFill>
                <a:latin typeface="Noto Sans"/>
                <a:ea typeface="Noto Sans"/>
                <a:cs typeface="Noto Sans"/>
              </a:defRPr>
            </a:lvl2pPr>
            <a:lvl3pPr>
              <a:defRPr sz="2400" b="0">
                <a:solidFill>
                  <a:srgbClr val="031C36"/>
                </a:solidFill>
                <a:latin typeface="Noto Sans"/>
                <a:ea typeface="Noto Sans"/>
                <a:cs typeface="Noto Sans"/>
              </a:defRPr>
            </a:lvl3pPr>
            <a:lvl4pPr>
              <a:defRPr sz="2400" b="0">
                <a:solidFill>
                  <a:srgbClr val="031C36"/>
                </a:solidFill>
                <a:latin typeface="Noto Sans"/>
                <a:ea typeface="Noto Sans"/>
                <a:cs typeface="Noto Sans"/>
              </a:defRPr>
            </a:lvl4pPr>
            <a:lvl5pPr>
              <a:defRPr sz="2400" b="0">
                <a:solidFill>
                  <a:srgbClr val="031C36"/>
                </a:solidFill>
                <a:latin typeface="Noto Sans"/>
                <a:ea typeface="Noto Sans"/>
                <a:cs typeface="Noto Sans"/>
              </a:defRPr>
            </a:lvl5pPr>
            <a:lvl6pPr>
              <a:defRPr sz="2400" b="0">
                <a:solidFill>
                  <a:srgbClr val="031C36"/>
                </a:solidFill>
                <a:latin typeface="Noto Sans"/>
                <a:ea typeface="Noto Sans"/>
                <a:cs typeface="Noto Sans"/>
              </a:defRPr>
            </a:lvl6pPr>
            <a:lvl7pPr>
              <a:defRPr sz="2400" b="0">
                <a:solidFill>
                  <a:srgbClr val="031C36"/>
                </a:solidFill>
                <a:latin typeface="Noto Sans"/>
                <a:ea typeface="Noto Sans"/>
                <a:cs typeface="Noto Sans"/>
              </a:defRPr>
            </a:lvl7pPr>
            <a:lvl8pPr>
              <a:defRPr sz="2400" b="0">
                <a:solidFill>
                  <a:srgbClr val="031C36"/>
                </a:solidFill>
                <a:latin typeface="Noto Sans"/>
                <a:ea typeface="Noto Sans"/>
                <a:cs typeface="Noto Sans"/>
              </a:defRPr>
            </a:lvl8pPr>
            <a:lvl9pPr>
              <a:defRPr sz="2400" b="0">
                <a:solidFill>
                  <a:srgbClr val="031C36"/>
                </a:solidFill>
                <a:latin typeface="Noto Sans"/>
                <a:ea typeface="Noto Sans"/>
                <a:cs typeface="Noto Sans"/>
              </a:defRPr>
            </a:lvl9pPr>
          </a:lstStyle>
          <a:p xmlns:a="http://schemas.openxmlformats.org/drawingml/2006/main">
            <a:pPr>
              <a:defRPr sz="2400" b="0">
                <a:solidFill>
                  <a:srgbClr val="031C36"/>
                </a:solidFill>
                <a:latin typeface="Noto Sans"/>
                <a:ea typeface="Noto Sans"/>
                <a:cs typeface="Noto Sans"/>
              </a:defRPr>
            </a:pPr>
            <a:r>
              <a:rPr sz="2400" b="0">
                <a:solidFill>
                  <a:srgbClr val="031C36"/>
                </a:solidFill>
                <a:latin typeface="Noto Sans"/>
                <a:ea typeface="Noto Sans"/>
                <a:cs typeface="Noto Sans"/>
              </a:rPr>
              <a:t>Nghỉ, tạm dừng, overlay</a:t>
            </a:r>
          </a:p>
          <a:p xmlns:a="http://schemas.openxmlformats.org/drawingml/2006/main">
            <a:pPr>
              <a:defRPr sz="2400" b="0">
                <a:solidFill>
                  <a:srgbClr val="031C36"/>
                </a:solidFill>
                <a:latin typeface="Noto Sans"/>
                <a:ea typeface="Noto Sans"/>
                <a:cs typeface="Noto Sans"/>
              </a:defRPr>
            </a:pPr>
            <a:r>
              <a:rPr sz="2400" b="0">
                <a:solidFill>
                  <a:srgbClr val="031C36"/>
                </a:solidFill>
                <a:latin typeface="Noto Sans"/>
                <a:ea typeface="Noto Sans"/>
                <a:cs typeface="Noto Sans"/>
              </a:rPr>
              <a:t>và ghi nhận kết thúc sớm.</a:t>
            </a:r>
          </a:p>
        </p:txBody>
      </p:sp>
      <p:sp>
        <p:nvSpPr>
          <p:cNvPr id="13" name="Tiến độ 2/4, bản ghi 45 giây">
            <a:extLst xmlns:a="http://schemas.openxmlformats.org/drawingml/2006/main">
              <a:ext uri="{FF2B5EF4-FFF2-40B4-BE49-F238E27FC236}">
                <a16:creationId xmlns:a16="http://schemas.microsoft.com/office/drawing/2014/main" id="{E74D678D-9EA4-4658-AE80-B1925085CFA0}"/>
              </a:ext>
            </a:extLst>
          </p:cNvPr>
          <p:cNvSpPr>
            <a:spLocks xmlns:a="http://schemas.openxmlformats.org/drawingml/2006/main" noGrp="1"/>
          </p:cNvSpPr>
          <p:nvPr/>
        </p:nvSpPr>
        <p:spPr>
          <a:xfrm xmlns:a="http://schemas.openxmlformats.org/drawingml/2006/main">
            <a:off x="1143000" y="64770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1">
                <a:solidFill>
                  <a:srgbClr val="031C36"/>
                </a:solidFill>
                <a:latin typeface="Noto Sans"/>
                <a:ea typeface="Noto Sans"/>
                <a:cs typeface="Noto Sans"/>
              </a:defRPr>
            </a:defPPr>
            <a:lvl1pPr>
              <a:defRPr sz="2100" b="1">
                <a:solidFill>
                  <a:srgbClr val="031C36"/>
                </a:solidFill>
                <a:latin typeface="Noto Sans"/>
                <a:ea typeface="Noto Sans"/>
                <a:cs typeface="Noto Sans"/>
              </a:defRPr>
            </a:lvl1pPr>
            <a:lvl2pPr>
              <a:defRPr sz="2100" b="1">
                <a:solidFill>
                  <a:srgbClr val="031C36"/>
                </a:solidFill>
                <a:latin typeface="Noto Sans"/>
                <a:ea typeface="Noto Sans"/>
                <a:cs typeface="Noto Sans"/>
              </a:defRPr>
            </a:lvl2pPr>
            <a:lvl3pPr>
              <a:defRPr sz="2100" b="1">
                <a:solidFill>
                  <a:srgbClr val="031C36"/>
                </a:solidFill>
                <a:latin typeface="Noto Sans"/>
                <a:ea typeface="Noto Sans"/>
                <a:cs typeface="Noto Sans"/>
              </a:defRPr>
            </a:lvl3pPr>
            <a:lvl4pPr>
              <a:defRPr sz="2100" b="1">
                <a:solidFill>
                  <a:srgbClr val="031C36"/>
                </a:solidFill>
                <a:latin typeface="Noto Sans"/>
                <a:ea typeface="Noto Sans"/>
                <a:cs typeface="Noto Sans"/>
              </a:defRPr>
            </a:lvl4pPr>
            <a:lvl5pPr>
              <a:defRPr sz="2100" b="1">
                <a:solidFill>
                  <a:srgbClr val="031C36"/>
                </a:solidFill>
                <a:latin typeface="Noto Sans"/>
                <a:ea typeface="Noto Sans"/>
                <a:cs typeface="Noto Sans"/>
              </a:defRPr>
            </a:lvl5pPr>
            <a:lvl6pPr>
              <a:defRPr sz="2100" b="1">
                <a:solidFill>
                  <a:srgbClr val="031C36"/>
                </a:solidFill>
                <a:latin typeface="Noto Sans"/>
                <a:ea typeface="Noto Sans"/>
                <a:cs typeface="Noto Sans"/>
              </a:defRPr>
            </a:lvl6pPr>
            <a:lvl7pPr>
              <a:defRPr sz="2100" b="1">
                <a:solidFill>
                  <a:srgbClr val="031C36"/>
                </a:solidFill>
                <a:latin typeface="Noto Sans"/>
                <a:ea typeface="Noto Sans"/>
                <a:cs typeface="Noto Sans"/>
              </a:defRPr>
            </a:lvl7pPr>
            <a:lvl8pPr>
              <a:defRPr sz="2100" b="1">
                <a:solidFill>
                  <a:srgbClr val="031C36"/>
                </a:solidFill>
                <a:latin typeface="Noto Sans"/>
                <a:ea typeface="Noto Sans"/>
                <a:cs typeface="Noto Sans"/>
              </a:defRPr>
            </a:lvl8pPr>
            <a:lvl9pPr>
              <a:defRPr sz="2100" b="1">
                <a:solidFill>
                  <a:srgbClr val="031C36"/>
                </a:solidFill>
                <a:latin typeface="Noto Sans"/>
                <a:ea typeface="Noto Sans"/>
                <a:cs typeface="Noto Sans"/>
              </a:defRPr>
            </a:lvl9pPr>
          </a:lstStyle>
          <a:p xmlns:a="http://schemas.openxmlformats.org/drawingml/2006/main">
            <a:pPr>
              <a:defRPr sz="2100" b="1">
                <a:solidFill>
                  <a:srgbClr val="031C36"/>
                </a:solidFill>
                <a:latin typeface="Noto Sans"/>
                <a:ea typeface="Noto Sans"/>
                <a:cs typeface="Noto Sans"/>
              </a:defRPr>
            </a:pPr>
            <a:r>
              <a:rPr sz="2100" b="1">
                <a:solidFill>
                  <a:srgbClr val="031C36"/>
                </a:solidFill>
                <a:latin typeface="Noto Sans"/>
                <a:ea typeface="Noto Sans"/>
                <a:cs typeface="Noto Sans"/>
              </a:rPr>
              <a:t>Tiến độ 2/4, bản ghi 45 giây</a:t>
            </a:r>
          </a:p>
        </p:txBody>
      </p:sp>
      <p:sp>
        <p:nvSpPr>
          <p:cNvPr id="14" name="F03  Linh   Mở demo">
            <a:extLst xmlns:a="http://schemas.openxmlformats.org/drawingml/2006/main">
              <a:ext uri="{FF2B5EF4-FFF2-40B4-BE49-F238E27FC236}">
                <a16:creationId xmlns:a16="http://schemas.microsoft.com/office/drawing/2014/main" id="{8A767DA7-744A-45AE-B8DC-C13CDC89D01D}"/>
              </a:ext>
            </a:extLst>
          </p:cNvPr>
          <p:cNvSpPr>
            <a:spLocks xmlns:a="http://schemas.openxmlformats.org/drawingml/2006/main" noGrp="1"/>
          </p:cNvSpPr>
          <p:nvPr/>
        </p:nvSpPr>
        <p:spPr>
          <a:xfrm xmlns:a="http://schemas.openxmlformats.org/drawingml/2006/main">
            <a:off x="1066800" y="6953250"/>
            <a:ext cx="1038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925" b="0">
                <a:solidFill>
                  <a:srgbClr val="1E5AA8"/>
                </a:solidFill>
                <a:latin typeface="Noto Sans"/>
                <a:ea typeface="Noto Sans"/>
                <a:cs typeface="Noto Sans"/>
              </a:defRPr>
            </a:defPPr>
            <a:lvl1pPr>
              <a:defRPr sz="2925" b="0">
                <a:solidFill>
                  <a:srgbClr val="1E5AA8"/>
                </a:solidFill>
                <a:latin typeface="Noto Sans"/>
                <a:ea typeface="Noto Sans"/>
                <a:cs typeface="Noto Sans"/>
              </a:defRPr>
            </a:lvl1pPr>
            <a:lvl2pPr>
              <a:defRPr sz="2925" b="0">
                <a:solidFill>
                  <a:srgbClr val="1E5AA8"/>
                </a:solidFill>
                <a:latin typeface="Noto Sans"/>
                <a:ea typeface="Noto Sans"/>
                <a:cs typeface="Noto Sans"/>
              </a:defRPr>
            </a:lvl2pPr>
            <a:lvl3pPr>
              <a:defRPr sz="2925" b="0">
                <a:solidFill>
                  <a:srgbClr val="1E5AA8"/>
                </a:solidFill>
                <a:latin typeface="Noto Sans"/>
                <a:ea typeface="Noto Sans"/>
                <a:cs typeface="Noto Sans"/>
              </a:defRPr>
            </a:lvl3pPr>
            <a:lvl4pPr>
              <a:defRPr sz="2925" b="0">
                <a:solidFill>
                  <a:srgbClr val="1E5AA8"/>
                </a:solidFill>
                <a:latin typeface="Noto Sans"/>
                <a:ea typeface="Noto Sans"/>
                <a:cs typeface="Noto Sans"/>
              </a:defRPr>
            </a:lvl4pPr>
            <a:lvl5pPr>
              <a:defRPr sz="2925" b="0">
                <a:solidFill>
                  <a:srgbClr val="1E5AA8"/>
                </a:solidFill>
                <a:latin typeface="Noto Sans"/>
                <a:ea typeface="Noto Sans"/>
                <a:cs typeface="Noto Sans"/>
              </a:defRPr>
            </a:lvl5pPr>
            <a:lvl6pPr>
              <a:defRPr sz="2925" b="0">
                <a:solidFill>
                  <a:srgbClr val="1E5AA8"/>
                </a:solidFill>
                <a:latin typeface="Noto Sans"/>
                <a:ea typeface="Noto Sans"/>
                <a:cs typeface="Noto Sans"/>
              </a:defRPr>
            </a:lvl6pPr>
            <a:lvl7pPr>
              <a:defRPr sz="2925" b="0">
                <a:solidFill>
                  <a:srgbClr val="1E5AA8"/>
                </a:solidFill>
                <a:latin typeface="Noto Sans"/>
                <a:ea typeface="Noto Sans"/>
                <a:cs typeface="Noto Sans"/>
              </a:defRPr>
            </a:lvl7pPr>
            <a:lvl8pPr>
              <a:defRPr sz="2925" b="0">
                <a:solidFill>
                  <a:srgbClr val="1E5AA8"/>
                </a:solidFill>
                <a:latin typeface="Noto Sans"/>
                <a:ea typeface="Noto Sans"/>
                <a:cs typeface="Noto Sans"/>
              </a:defRPr>
            </a:lvl8pPr>
            <a:lvl9pPr>
              <a:defRPr sz="2925" b="0">
                <a:solidFill>
                  <a:srgbClr val="1E5AA8"/>
                </a:solidFill>
                <a:latin typeface="Noto Sans"/>
                <a:ea typeface="Noto Sans"/>
                <a:cs typeface="Noto Sans"/>
              </a:defRPr>
            </a:lvl9pPr>
          </a:lstStyle>
          <a:p xmlns:a="http://schemas.openxmlformats.org/drawingml/2006/main">
            <a:pPr>
              <a:defRPr sz="2925" b="0">
                <a:solidFill>
                  <a:srgbClr val="1E5AA8"/>
                </a:solidFill>
                <a:latin typeface="Noto Sans"/>
                <a:ea typeface="Noto Sans"/>
                <a:cs typeface="Noto Sans"/>
              </a:defRPr>
            </a:pPr>
            <a:r>
              <a:rPr sz="2925" b="0">
                <a:solidFill>
                  <a:srgbClr val="1E5AA8"/>
                </a:solidFill>
                <a:latin typeface="Noto Sans"/>
                <a:ea typeface="Noto Sans"/>
                <a:cs typeface="Noto Sans"/>
                <a:hlinkClick xmlns:r="http://schemas.openxmlformats.org/officeDocument/2006/relationships" r:id="R97ebedc3439e4930"/>
              </a:rPr>
              <a:t>F03  Linh   Mở demo</a:t>
            </a:r>
          </a:p>
        </p:txBody>
      </p:sp>
      <p:sp>
        <p:nvSpPr>
          <p:cNvPr id="15" name="Đổi lịch 17:30 sang 18:00.&#10;Lỗi giữ form, Hủy giữ giờ cũ.">
            <a:extLst xmlns:a="http://schemas.openxmlformats.org/drawingml/2006/main">
              <a:ext uri="{FF2B5EF4-FFF2-40B4-BE49-F238E27FC236}">
                <a16:creationId xmlns:a16="http://schemas.microsoft.com/office/drawing/2014/main" id="{6983D1A5-2AEF-4B4E-BC63-2DE4B035CAD3}"/>
              </a:ext>
            </a:extLst>
          </p:cNvPr>
          <p:cNvSpPr>
            <a:spLocks xmlns:a="http://schemas.openxmlformats.org/drawingml/2006/main" noGrp="1"/>
          </p:cNvSpPr>
          <p:nvPr/>
        </p:nvSpPr>
        <p:spPr>
          <a:xfrm xmlns:a="http://schemas.openxmlformats.org/drawingml/2006/main">
            <a:off x="1143000" y="7648575"/>
            <a:ext cx="990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400" b="0">
                <a:solidFill>
                  <a:srgbClr val="031C36"/>
                </a:solidFill>
                <a:latin typeface="Noto Sans"/>
                <a:ea typeface="Noto Sans"/>
                <a:cs typeface="Noto Sans"/>
              </a:defRPr>
            </a:defPPr>
            <a:lvl1pPr>
              <a:defRPr sz="2400" b="0">
                <a:solidFill>
                  <a:srgbClr val="031C36"/>
                </a:solidFill>
                <a:latin typeface="Noto Sans"/>
                <a:ea typeface="Noto Sans"/>
                <a:cs typeface="Noto Sans"/>
              </a:defRPr>
            </a:lvl1pPr>
            <a:lvl2pPr>
              <a:defRPr sz="2400" b="0">
                <a:solidFill>
                  <a:srgbClr val="031C36"/>
                </a:solidFill>
                <a:latin typeface="Noto Sans"/>
                <a:ea typeface="Noto Sans"/>
                <a:cs typeface="Noto Sans"/>
              </a:defRPr>
            </a:lvl2pPr>
            <a:lvl3pPr>
              <a:defRPr sz="2400" b="0">
                <a:solidFill>
                  <a:srgbClr val="031C36"/>
                </a:solidFill>
                <a:latin typeface="Noto Sans"/>
                <a:ea typeface="Noto Sans"/>
                <a:cs typeface="Noto Sans"/>
              </a:defRPr>
            </a:lvl3pPr>
            <a:lvl4pPr>
              <a:defRPr sz="2400" b="0">
                <a:solidFill>
                  <a:srgbClr val="031C36"/>
                </a:solidFill>
                <a:latin typeface="Noto Sans"/>
                <a:ea typeface="Noto Sans"/>
                <a:cs typeface="Noto Sans"/>
              </a:defRPr>
            </a:lvl4pPr>
            <a:lvl5pPr>
              <a:defRPr sz="2400" b="0">
                <a:solidFill>
                  <a:srgbClr val="031C36"/>
                </a:solidFill>
                <a:latin typeface="Noto Sans"/>
                <a:ea typeface="Noto Sans"/>
                <a:cs typeface="Noto Sans"/>
              </a:defRPr>
            </a:lvl5pPr>
            <a:lvl6pPr>
              <a:defRPr sz="2400" b="0">
                <a:solidFill>
                  <a:srgbClr val="031C36"/>
                </a:solidFill>
                <a:latin typeface="Noto Sans"/>
                <a:ea typeface="Noto Sans"/>
                <a:cs typeface="Noto Sans"/>
              </a:defRPr>
            </a:lvl6pPr>
            <a:lvl7pPr>
              <a:defRPr sz="2400" b="0">
                <a:solidFill>
                  <a:srgbClr val="031C36"/>
                </a:solidFill>
                <a:latin typeface="Noto Sans"/>
                <a:ea typeface="Noto Sans"/>
                <a:cs typeface="Noto Sans"/>
              </a:defRPr>
            </a:lvl7pPr>
            <a:lvl8pPr>
              <a:defRPr sz="2400" b="0">
                <a:solidFill>
                  <a:srgbClr val="031C36"/>
                </a:solidFill>
                <a:latin typeface="Noto Sans"/>
                <a:ea typeface="Noto Sans"/>
                <a:cs typeface="Noto Sans"/>
              </a:defRPr>
            </a:lvl8pPr>
            <a:lvl9pPr>
              <a:defRPr sz="2400" b="0">
                <a:solidFill>
                  <a:srgbClr val="031C36"/>
                </a:solidFill>
                <a:latin typeface="Noto Sans"/>
                <a:ea typeface="Noto Sans"/>
                <a:cs typeface="Noto Sans"/>
              </a:defRPr>
            </a:lvl9pPr>
          </a:lstStyle>
          <a:p xmlns:a="http://schemas.openxmlformats.org/drawingml/2006/main">
            <a:pPr>
              <a:defRPr sz="2400" b="0">
                <a:solidFill>
                  <a:srgbClr val="031C36"/>
                </a:solidFill>
                <a:latin typeface="Noto Sans"/>
                <a:ea typeface="Noto Sans"/>
                <a:cs typeface="Noto Sans"/>
              </a:defRPr>
            </a:pPr>
            <a:r>
              <a:rPr sz="2400" b="0">
                <a:solidFill>
                  <a:srgbClr val="031C36"/>
                </a:solidFill>
                <a:latin typeface="Noto Sans"/>
                <a:ea typeface="Noto Sans"/>
                <a:cs typeface="Noto Sans"/>
              </a:rPr>
              <a:t>Đổi lịch 17:30 sang 18:00.</a:t>
            </a:r>
          </a:p>
          <a:p xmlns:a="http://schemas.openxmlformats.org/drawingml/2006/main">
            <a:pPr>
              <a:defRPr sz="2400" b="0">
                <a:solidFill>
                  <a:srgbClr val="031C36"/>
                </a:solidFill>
                <a:latin typeface="Noto Sans"/>
                <a:ea typeface="Noto Sans"/>
                <a:cs typeface="Noto Sans"/>
              </a:defRPr>
            </a:pPr>
            <a:r>
              <a:rPr sz="2400" b="0">
                <a:solidFill>
                  <a:srgbClr val="031C36"/>
                </a:solidFill>
                <a:latin typeface="Noto Sans"/>
                <a:ea typeface="Noto Sans"/>
                <a:cs typeface="Noto Sans"/>
              </a:rPr>
              <a:t>Lỗi giữ form, Hủy giữ giờ cũ.</a:t>
            </a:r>
          </a:p>
        </p:txBody>
      </p:sp>
      <p:sp>
        <p:nvSpPr>
          <p:cNvPr id="16" name="Home có giờ mới, vẫn 1/3">
            <a:extLst xmlns:a="http://schemas.openxmlformats.org/drawingml/2006/main">
              <a:ext uri="{FF2B5EF4-FFF2-40B4-BE49-F238E27FC236}">
                <a16:creationId xmlns:a16="http://schemas.microsoft.com/office/drawing/2014/main" id="{8A9D96C8-74DA-4963-AAF1-659319542BEF}"/>
              </a:ext>
            </a:extLst>
          </p:cNvPr>
          <p:cNvSpPr>
            <a:spLocks xmlns:a="http://schemas.openxmlformats.org/drawingml/2006/main" noGrp="1"/>
          </p:cNvSpPr>
          <p:nvPr/>
        </p:nvSpPr>
        <p:spPr>
          <a:xfrm xmlns:a="http://schemas.openxmlformats.org/drawingml/2006/main">
            <a:off x="1143000" y="8524875"/>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1">
                <a:solidFill>
                  <a:srgbClr val="031C36"/>
                </a:solidFill>
                <a:latin typeface="Noto Sans"/>
                <a:ea typeface="Noto Sans"/>
                <a:cs typeface="Noto Sans"/>
              </a:defRPr>
            </a:defPPr>
            <a:lvl1pPr>
              <a:defRPr sz="2100" b="1">
                <a:solidFill>
                  <a:srgbClr val="031C36"/>
                </a:solidFill>
                <a:latin typeface="Noto Sans"/>
                <a:ea typeface="Noto Sans"/>
                <a:cs typeface="Noto Sans"/>
              </a:defRPr>
            </a:lvl1pPr>
            <a:lvl2pPr>
              <a:defRPr sz="2100" b="1">
                <a:solidFill>
                  <a:srgbClr val="031C36"/>
                </a:solidFill>
                <a:latin typeface="Noto Sans"/>
                <a:ea typeface="Noto Sans"/>
                <a:cs typeface="Noto Sans"/>
              </a:defRPr>
            </a:lvl2pPr>
            <a:lvl3pPr>
              <a:defRPr sz="2100" b="1">
                <a:solidFill>
                  <a:srgbClr val="031C36"/>
                </a:solidFill>
                <a:latin typeface="Noto Sans"/>
                <a:ea typeface="Noto Sans"/>
                <a:cs typeface="Noto Sans"/>
              </a:defRPr>
            </a:lvl3pPr>
            <a:lvl4pPr>
              <a:defRPr sz="2100" b="1">
                <a:solidFill>
                  <a:srgbClr val="031C36"/>
                </a:solidFill>
                <a:latin typeface="Noto Sans"/>
                <a:ea typeface="Noto Sans"/>
                <a:cs typeface="Noto Sans"/>
              </a:defRPr>
            </a:lvl4pPr>
            <a:lvl5pPr>
              <a:defRPr sz="2100" b="1">
                <a:solidFill>
                  <a:srgbClr val="031C36"/>
                </a:solidFill>
                <a:latin typeface="Noto Sans"/>
                <a:ea typeface="Noto Sans"/>
                <a:cs typeface="Noto Sans"/>
              </a:defRPr>
            </a:lvl5pPr>
            <a:lvl6pPr>
              <a:defRPr sz="2100" b="1">
                <a:solidFill>
                  <a:srgbClr val="031C36"/>
                </a:solidFill>
                <a:latin typeface="Noto Sans"/>
                <a:ea typeface="Noto Sans"/>
                <a:cs typeface="Noto Sans"/>
              </a:defRPr>
            </a:lvl6pPr>
            <a:lvl7pPr>
              <a:defRPr sz="2100" b="1">
                <a:solidFill>
                  <a:srgbClr val="031C36"/>
                </a:solidFill>
                <a:latin typeface="Noto Sans"/>
                <a:ea typeface="Noto Sans"/>
                <a:cs typeface="Noto Sans"/>
              </a:defRPr>
            </a:lvl7pPr>
            <a:lvl8pPr>
              <a:defRPr sz="2100" b="1">
                <a:solidFill>
                  <a:srgbClr val="031C36"/>
                </a:solidFill>
                <a:latin typeface="Noto Sans"/>
                <a:ea typeface="Noto Sans"/>
                <a:cs typeface="Noto Sans"/>
              </a:defRPr>
            </a:lvl8pPr>
            <a:lvl9pPr>
              <a:defRPr sz="2100" b="1">
                <a:solidFill>
                  <a:srgbClr val="031C36"/>
                </a:solidFill>
                <a:latin typeface="Noto Sans"/>
                <a:ea typeface="Noto Sans"/>
                <a:cs typeface="Noto Sans"/>
              </a:defRPr>
            </a:lvl9pPr>
          </a:lstStyle>
          <a:p xmlns:a="http://schemas.openxmlformats.org/drawingml/2006/main">
            <a:pPr>
              <a:defRPr sz="2100" b="1">
                <a:solidFill>
                  <a:srgbClr val="031C36"/>
                </a:solidFill>
                <a:latin typeface="Noto Sans"/>
                <a:ea typeface="Noto Sans"/>
                <a:cs typeface="Noto Sans"/>
              </a:defRPr>
            </a:pPr>
            <a:r>
              <a:rPr sz="2100" b="1">
                <a:solidFill>
                  <a:srgbClr val="031C36"/>
                </a:solidFill>
                <a:latin typeface="Noto Sans"/>
                <a:ea typeface="Noto Sans"/>
                <a:cs typeface="Noto Sans"/>
              </a:rPr>
              <a:t>Home có giờ mới, vẫn 1/3</a:t>
            </a:r>
          </a:p>
        </p:txBody>
      </p:sp>
      <p:pic>
        <p:nvPicPr>
          <p:cNvPr id="17" name="">
            <a:extLst xmlns:a="http://schemas.openxmlformats.org/drawingml/2006/main">
              <a:ext uri="{FF2B5EF4-FFF2-40B4-BE49-F238E27FC236}">
                <a16:creationId xmlns:a16="http://schemas.microsoft.com/office/drawing/2014/main" id="{7A8AA402-C388-40D3-B1BB-EFBEF762CE28}"/>
              </a:ext>
            </a:extLst>
          </p:cNvPr>
          <p:cNvPicPr>
            <a:picLocks xmlns:a="http://schemas.openxmlformats.org/drawingml/2006/main" noChangeAspect="1"/>
          </p:cNvPicPr>
          <p:nvPr/>
        </p:nvPicPr>
        <p:blipFill>
          <a:blip xmlns:r="http://schemas.openxmlformats.org/officeDocument/2006/relationships" xmlns:a="http://schemas.openxmlformats.org/drawingml/2006/main" r:embed="R32e6d0ee475c4e1f"/>
          <a:stretch xmlns:a="http://schemas.openxmlformats.org/drawingml/2006/main"/>
        </p:blipFill>
        <p:spPr>
          <a:xfrm xmlns:a="http://schemas.openxmlformats.org/drawingml/2006/main">
            <a:off x="12715875" y="2858887"/>
            <a:ext cx="4191000" cy="5045476"/>
          </a:xfrm>
          <a:prstGeom xmlns:a="http://schemas.openxmlformats.org/drawingml/2006/main" prst="rect">
            <a:avLst/>
          </a:prstGeom>
        </p:spPr>
      </p:pic>
      <p:sp>
        <p:nvSpPr>
          <p:cNvPr id="18" name="9 nhóm mở/thu gọn được">
            <a:extLst xmlns:a="http://schemas.openxmlformats.org/drawingml/2006/main">
              <a:ext uri="{FF2B5EF4-FFF2-40B4-BE49-F238E27FC236}">
                <a16:creationId xmlns:a16="http://schemas.microsoft.com/office/drawing/2014/main" id="{C1EE9B5E-9331-49E1-B82F-0F890BC06EC5}"/>
              </a:ext>
            </a:extLst>
          </p:cNvPr>
          <p:cNvSpPr>
            <a:spLocks xmlns:a="http://schemas.openxmlformats.org/drawingml/2006/main" noGrp="1"/>
          </p:cNvSpPr>
          <p:nvPr/>
        </p:nvSpPr>
        <p:spPr>
          <a:xfrm xmlns:a="http://schemas.openxmlformats.org/drawingml/2006/main">
            <a:off x="12382500" y="8334375"/>
            <a:ext cx="4953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75" b="1">
                <a:solidFill>
                  <a:srgbClr val="1E5AA8"/>
                </a:solidFill>
                <a:latin typeface="Noto Sans"/>
                <a:ea typeface="Noto Sans"/>
                <a:cs typeface="Noto Sans"/>
              </a:defRPr>
            </a:defPPr>
            <a:lvl1pPr>
              <a:defRPr sz="2175" b="1">
                <a:solidFill>
                  <a:srgbClr val="1E5AA8"/>
                </a:solidFill>
                <a:latin typeface="Noto Sans"/>
                <a:ea typeface="Noto Sans"/>
                <a:cs typeface="Noto Sans"/>
              </a:defRPr>
            </a:lvl1pPr>
            <a:lvl2pPr>
              <a:defRPr sz="2175" b="1">
                <a:solidFill>
                  <a:srgbClr val="1E5AA8"/>
                </a:solidFill>
                <a:latin typeface="Noto Sans"/>
                <a:ea typeface="Noto Sans"/>
                <a:cs typeface="Noto Sans"/>
              </a:defRPr>
            </a:lvl2pPr>
            <a:lvl3pPr>
              <a:defRPr sz="2175" b="1">
                <a:solidFill>
                  <a:srgbClr val="1E5AA8"/>
                </a:solidFill>
                <a:latin typeface="Noto Sans"/>
                <a:ea typeface="Noto Sans"/>
                <a:cs typeface="Noto Sans"/>
              </a:defRPr>
            </a:lvl3pPr>
            <a:lvl4pPr>
              <a:defRPr sz="2175" b="1">
                <a:solidFill>
                  <a:srgbClr val="1E5AA8"/>
                </a:solidFill>
                <a:latin typeface="Noto Sans"/>
                <a:ea typeface="Noto Sans"/>
                <a:cs typeface="Noto Sans"/>
              </a:defRPr>
            </a:lvl4pPr>
            <a:lvl5pPr>
              <a:defRPr sz="2175" b="1">
                <a:solidFill>
                  <a:srgbClr val="1E5AA8"/>
                </a:solidFill>
                <a:latin typeface="Noto Sans"/>
                <a:ea typeface="Noto Sans"/>
                <a:cs typeface="Noto Sans"/>
              </a:defRPr>
            </a:lvl5pPr>
            <a:lvl6pPr>
              <a:defRPr sz="2175" b="1">
                <a:solidFill>
                  <a:srgbClr val="1E5AA8"/>
                </a:solidFill>
                <a:latin typeface="Noto Sans"/>
                <a:ea typeface="Noto Sans"/>
                <a:cs typeface="Noto Sans"/>
              </a:defRPr>
            </a:lvl6pPr>
            <a:lvl7pPr>
              <a:defRPr sz="2175" b="1">
                <a:solidFill>
                  <a:srgbClr val="1E5AA8"/>
                </a:solidFill>
                <a:latin typeface="Noto Sans"/>
                <a:ea typeface="Noto Sans"/>
                <a:cs typeface="Noto Sans"/>
              </a:defRPr>
            </a:lvl7pPr>
            <a:lvl8pPr>
              <a:defRPr sz="2175" b="1">
                <a:solidFill>
                  <a:srgbClr val="1E5AA8"/>
                </a:solidFill>
                <a:latin typeface="Noto Sans"/>
                <a:ea typeface="Noto Sans"/>
                <a:cs typeface="Noto Sans"/>
              </a:defRPr>
            </a:lvl8pPr>
            <a:lvl9pPr>
              <a:defRPr sz="2175" b="1">
                <a:solidFill>
                  <a:srgbClr val="1E5AA8"/>
                </a:solidFill>
                <a:latin typeface="Noto Sans"/>
                <a:ea typeface="Noto Sans"/>
                <a:cs typeface="Noto Sans"/>
              </a:defRPr>
            </a:lvl9pPr>
          </a:lstStyle>
          <a:p xmlns:a="http://schemas.openxmlformats.org/drawingml/2006/main">
            <a:pPr>
              <a:defRPr sz="2175" b="1">
                <a:solidFill>
                  <a:srgbClr val="1E5AA8"/>
                </a:solidFill>
                <a:latin typeface="Noto Sans"/>
                <a:ea typeface="Noto Sans"/>
                <a:cs typeface="Noto Sans"/>
              </a:defRPr>
            </a:pPr>
            <a:r>
              <a:rPr sz="2175" b="1">
                <a:solidFill>
                  <a:srgbClr val="1E5AA8"/>
                </a:solidFill>
                <a:latin typeface="Noto Sans"/>
                <a:ea typeface="Noto Sans"/>
                <a:cs typeface="Noto Sans"/>
              </a:rPr>
              <a:t>9 nhóm mở/thu gọn được</a:t>
            </a:r>
          </a:p>
        </p:txBody>
      </p:sp>
      <p:sp>
        <p:nvSpPr>
          <p:cNvPr id="19" name="Timer mô phỏng các mốc thời gian.">
            <a:extLst xmlns:a="http://schemas.openxmlformats.org/drawingml/2006/main">
              <a:ext uri="{FF2B5EF4-FFF2-40B4-BE49-F238E27FC236}">
                <a16:creationId xmlns:a16="http://schemas.microsoft.com/office/drawing/2014/main" id="{C9EAF8AB-EB31-4A3F-8D38-59A1F0074A65}"/>
              </a:ext>
            </a:extLst>
          </p:cNvPr>
          <p:cNvSpPr>
            <a:spLocks xmlns:a="http://schemas.openxmlformats.org/drawingml/2006/main" noGrp="1"/>
          </p:cNvSpPr>
          <p:nvPr/>
        </p:nvSpPr>
        <p:spPr>
          <a:xfrm xmlns:a="http://schemas.openxmlformats.org/drawingml/2006/main">
            <a:off x="1066800" y="8953500"/>
            <a:ext cx="1028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025" b="0">
                <a:solidFill>
                  <a:srgbClr val="424751"/>
                </a:solidFill>
                <a:latin typeface="Noto Sans"/>
                <a:ea typeface="Noto Sans"/>
                <a:cs typeface="Noto Sans"/>
              </a:defRPr>
            </a:defPPr>
            <a:lvl1pPr>
              <a:defRPr sz="2025" b="0">
                <a:solidFill>
                  <a:srgbClr val="424751"/>
                </a:solidFill>
                <a:latin typeface="Noto Sans"/>
                <a:ea typeface="Noto Sans"/>
                <a:cs typeface="Noto Sans"/>
              </a:defRPr>
            </a:lvl1pPr>
            <a:lvl2pPr>
              <a:defRPr sz="2025" b="0">
                <a:solidFill>
                  <a:srgbClr val="424751"/>
                </a:solidFill>
                <a:latin typeface="Noto Sans"/>
                <a:ea typeface="Noto Sans"/>
                <a:cs typeface="Noto Sans"/>
              </a:defRPr>
            </a:lvl2pPr>
            <a:lvl3pPr>
              <a:defRPr sz="2025" b="0">
                <a:solidFill>
                  <a:srgbClr val="424751"/>
                </a:solidFill>
                <a:latin typeface="Noto Sans"/>
                <a:ea typeface="Noto Sans"/>
                <a:cs typeface="Noto Sans"/>
              </a:defRPr>
            </a:lvl3pPr>
            <a:lvl4pPr>
              <a:defRPr sz="2025" b="0">
                <a:solidFill>
                  <a:srgbClr val="424751"/>
                </a:solidFill>
                <a:latin typeface="Noto Sans"/>
                <a:ea typeface="Noto Sans"/>
                <a:cs typeface="Noto Sans"/>
              </a:defRPr>
            </a:lvl4pPr>
            <a:lvl5pPr>
              <a:defRPr sz="2025" b="0">
                <a:solidFill>
                  <a:srgbClr val="424751"/>
                </a:solidFill>
                <a:latin typeface="Noto Sans"/>
                <a:ea typeface="Noto Sans"/>
                <a:cs typeface="Noto Sans"/>
              </a:defRPr>
            </a:lvl5pPr>
            <a:lvl6pPr>
              <a:defRPr sz="2025" b="0">
                <a:solidFill>
                  <a:srgbClr val="424751"/>
                </a:solidFill>
                <a:latin typeface="Noto Sans"/>
                <a:ea typeface="Noto Sans"/>
                <a:cs typeface="Noto Sans"/>
              </a:defRPr>
            </a:lvl6pPr>
            <a:lvl7pPr>
              <a:defRPr sz="2025" b="0">
                <a:solidFill>
                  <a:srgbClr val="424751"/>
                </a:solidFill>
                <a:latin typeface="Noto Sans"/>
                <a:ea typeface="Noto Sans"/>
                <a:cs typeface="Noto Sans"/>
              </a:defRPr>
            </a:lvl7pPr>
            <a:lvl8pPr>
              <a:defRPr sz="2025" b="0">
                <a:solidFill>
                  <a:srgbClr val="424751"/>
                </a:solidFill>
                <a:latin typeface="Noto Sans"/>
                <a:ea typeface="Noto Sans"/>
                <a:cs typeface="Noto Sans"/>
              </a:defRPr>
            </a:lvl8pPr>
            <a:lvl9pPr>
              <a:defRPr sz="2025" b="0">
                <a:solidFill>
                  <a:srgbClr val="424751"/>
                </a:solidFill>
                <a:latin typeface="Noto Sans"/>
                <a:ea typeface="Noto Sans"/>
                <a:cs typeface="Noto Sans"/>
              </a:defRPr>
            </a:lvl9pPr>
          </a:lstStyle>
          <a:p xmlns:a="http://schemas.openxmlformats.org/drawingml/2006/main">
            <a:pPr>
              <a:defRPr sz="2025" b="0">
                <a:solidFill>
                  <a:srgbClr val="424751"/>
                </a:solidFill>
                <a:latin typeface="Noto Sans"/>
                <a:ea typeface="Noto Sans"/>
                <a:cs typeface="Noto Sans"/>
              </a:defRPr>
            </a:pPr>
            <a:r>
              <a:rPr sz="2025" b="0">
                <a:solidFill>
                  <a:srgbClr val="424751"/>
                </a:solidFill>
                <a:latin typeface="Noto Sans"/>
                <a:ea typeface="Noto Sans"/>
                <a:cs typeface="Noto Sans"/>
              </a:rPr>
              <a:t>Timer mô phỏng các mốc thời gian.</a:t>
            </a:r>
          </a:p>
        </p:txBody>
      </p:sp>
    </p:spTree>
    <p:extLst>
      <p:ext uri="{BB962C8B-B14F-4D97-AF65-F5344CB8AC3E}">
        <p14:creationId xmlns:p14="http://schemas.microsoft.com/office/powerpoint/2010/main" val="129332463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lutter handoff và kết luận">
            <a:extLst xmlns:a="http://schemas.openxmlformats.org/drawingml/2006/main">
              <a:ext uri="{FF2B5EF4-FFF2-40B4-BE49-F238E27FC236}">
                <a16:creationId xmlns:a16="http://schemas.microsoft.com/office/drawing/2014/main" id="{FB54DA5F-A272-4B6D-A2CC-054526FEDF4F}"/>
              </a:ext>
            </a:extLst>
          </p:cNvPr>
          <p:cNvSpPr>
            <a:spLocks xmlns:a="http://schemas.openxmlformats.org/drawingml/2006/main" noGrp="1"/>
          </p:cNvSpPr>
          <p:nvPr/>
        </p:nvSpPr>
        <p:spPr>
          <a:xfrm xmlns:a="http://schemas.openxmlformats.org/drawingml/2006/main">
            <a:off x="952500" y="619125"/>
            <a:ext cx="16192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4350" b="1">
                <a:solidFill>
                  <a:srgbClr val="1E5AA8"/>
                </a:solidFill>
                <a:latin typeface="Noto Sans"/>
                <a:ea typeface="Noto Sans"/>
                <a:cs typeface="Noto Sans"/>
              </a:defRPr>
            </a:defPPr>
            <a:lvl1pPr>
              <a:defRPr sz="4350" b="1">
                <a:solidFill>
                  <a:srgbClr val="1E5AA8"/>
                </a:solidFill>
                <a:latin typeface="Noto Sans"/>
                <a:ea typeface="Noto Sans"/>
                <a:cs typeface="Noto Sans"/>
              </a:defRPr>
            </a:lvl1pPr>
            <a:lvl2pPr>
              <a:defRPr sz="4350" b="1">
                <a:solidFill>
                  <a:srgbClr val="1E5AA8"/>
                </a:solidFill>
                <a:latin typeface="Noto Sans"/>
                <a:ea typeface="Noto Sans"/>
                <a:cs typeface="Noto Sans"/>
              </a:defRPr>
            </a:lvl2pPr>
            <a:lvl3pPr>
              <a:defRPr sz="4350" b="1">
                <a:solidFill>
                  <a:srgbClr val="1E5AA8"/>
                </a:solidFill>
                <a:latin typeface="Noto Sans"/>
                <a:ea typeface="Noto Sans"/>
                <a:cs typeface="Noto Sans"/>
              </a:defRPr>
            </a:lvl3pPr>
            <a:lvl4pPr>
              <a:defRPr sz="4350" b="1">
                <a:solidFill>
                  <a:srgbClr val="1E5AA8"/>
                </a:solidFill>
                <a:latin typeface="Noto Sans"/>
                <a:ea typeface="Noto Sans"/>
                <a:cs typeface="Noto Sans"/>
              </a:defRPr>
            </a:lvl4pPr>
            <a:lvl5pPr>
              <a:defRPr sz="4350" b="1">
                <a:solidFill>
                  <a:srgbClr val="1E5AA8"/>
                </a:solidFill>
                <a:latin typeface="Noto Sans"/>
                <a:ea typeface="Noto Sans"/>
                <a:cs typeface="Noto Sans"/>
              </a:defRPr>
            </a:lvl5pPr>
            <a:lvl6pPr>
              <a:defRPr sz="4350" b="1">
                <a:solidFill>
                  <a:srgbClr val="1E5AA8"/>
                </a:solidFill>
                <a:latin typeface="Noto Sans"/>
                <a:ea typeface="Noto Sans"/>
                <a:cs typeface="Noto Sans"/>
              </a:defRPr>
            </a:lvl6pPr>
            <a:lvl7pPr>
              <a:defRPr sz="4350" b="1">
                <a:solidFill>
                  <a:srgbClr val="1E5AA8"/>
                </a:solidFill>
                <a:latin typeface="Noto Sans"/>
                <a:ea typeface="Noto Sans"/>
                <a:cs typeface="Noto Sans"/>
              </a:defRPr>
            </a:lvl7pPr>
            <a:lvl8pPr>
              <a:defRPr sz="4350" b="1">
                <a:solidFill>
                  <a:srgbClr val="1E5AA8"/>
                </a:solidFill>
                <a:latin typeface="Noto Sans"/>
                <a:ea typeface="Noto Sans"/>
                <a:cs typeface="Noto Sans"/>
              </a:defRPr>
            </a:lvl8pPr>
            <a:lvl9pPr>
              <a:defRPr sz="4350" b="1">
                <a:solidFill>
                  <a:srgbClr val="1E5AA8"/>
                </a:solidFill>
                <a:latin typeface="Noto Sans"/>
                <a:ea typeface="Noto Sans"/>
                <a:cs typeface="Noto Sans"/>
              </a:defRPr>
            </a:lvl9pPr>
          </a:lstStyle>
          <a:p xmlns:a="http://schemas.openxmlformats.org/drawingml/2006/main">
            <a:pPr>
              <a:defRPr sz="4350" b="1">
                <a:solidFill>
                  <a:srgbClr val="1E5AA8"/>
                </a:solidFill>
                <a:latin typeface="Noto Sans"/>
                <a:ea typeface="Noto Sans"/>
                <a:cs typeface="Noto Sans"/>
              </a:defRPr>
            </a:pPr>
            <a:r>
              <a:rPr sz="4350" b="1">
                <a:solidFill>
                  <a:srgbClr val="1E5AA8"/>
                </a:solidFill>
                <a:latin typeface="Noto Sans"/>
                <a:ea typeface="Noto Sans"/>
                <a:cs typeface="Noto Sans"/>
              </a:rPr>
              <a:t>Flutter handoff và kết luận</a:t>
            </a:r>
          </a:p>
        </p:txBody>
      </p:sp>
      <p:sp>
        <p:nvSpPr>
          <p:cNvPr id="2" name="Bàn giao thiết kế, dữ liệu mẫu và quy tắc hành vi. Lab 2 chư">
            <a:extLst xmlns:a="http://schemas.openxmlformats.org/drawingml/2006/main">
              <a:ext uri="{FF2B5EF4-FFF2-40B4-BE49-F238E27FC236}">
                <a16:creationId xmlns:a16="http://schemas.microsoft.com/office/drawing/2014/main" id="{7E12560B-1C19-47E1-90D9-3B2682970D39}"/>
              </a:ext>
            </a:extLst>
          </p:cNvPr>
          <p:cNvSpPr>
            <a:spLocks xmlns:a="http://schemas.openxmlformats.org/drawingml/2006/main" noGrp="1"/>
          </p:cNvSpPr>
          <p:nvPr/>
        </p:nvSpPr>
        <p:spPr>
          <a:xfrm xmlns:a="http://schemas.openxmlformats.org/drawingml/2006/main">
            <a:off x="990600" y="1600200"/>
            <a:ext cx="1600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0">
                <a:solidFill>
                  <a:srgbClr val="424751"/>
                </a:solidFill>
                <a:latin typeface="Noto Sans"/>
                <a:ea typeface="Noto Sans"/>
                <a:cs typeface="Noto Sans"/>
              </a:defRPr>
            </a:defPPr>
            <a:lvl1pPr>
              <a:defRPr sz="2250" b="0">
                <a:solidFill>
                  <a:srgbClr val="424751"/>
                </a:solidFill>
                <a:latin typeface="Noto Sans"/>
                <a:ea typeface="Noto Sans"/>
                <a:cs typeface="Noto Sans"/>
              </a:defRPr>
            </a:lvl1pPr>
            <a:lvl2pPr>
              <a:defRPr sz="2250" b="0">
                <a:solidFill>
                  <a:srgbClr val="424751"/>
                </a:solidFill>
                <a:latin typeface="Noto Sans"/>
                <a:ea typeface="Noto Sans"/>
                <a:cs typeface="Noto Sans"/>
              </a:defRPr>
            </a:lvl2pPr>
            <a:lvl3pPr>
              <a:defRPr sz="2250" b="0">
                <a:solidFill>
                  <a:srgbClr val="424751"/>
                </a:solidFill>
                <a:latin typeface="Noto Sans"/>
                <a:ea typeface="Noto Sans"/>
                <a:cs typeface="Noto Sans"/>
              </a:defRPr>
            </a:lvl3pPr>
            <a:lvl4pPr>
              <a:defRPr sz="2250" b="0">
                <a:solidFill>
                  <a:srgbClr val="424751"/>
                </a:solidFill>
                <a:latin typeface="Noto Sans"/>
                <a:ea typeface="Noto Sans"/>
                <a:cs typeface="Noto Sans"/>
              </a:defRPr>
            </a:lvl4pPr>
            <a:lvl5pPr>
              <a:defRPr sz="2250" b="0">
                <a:solidFill>
                  <a:srgbClr val="424751"/>
                </a:solidFill>
                <a:latin typeface="Noto Sans"/>
                <a:ea typeface="Noto Sans"/>
                <a:cs typeface="Noto Sans"/>
              </a:defRPr>
            </a:lvl5pPr>
            <a:lvl6pPr>
              <a:defRPr sz="2250" b="0">
                <a:solidFill>
                  <a:srgbClr val="424751"/>
                </a:solidFill>
                <a:latin typeface="Noto Sans"/>
                <a:ea typeface="Noto Sans"/>
                <a:cs typeface="Noto Sans"/>
              </a:defRPr>
            </a:lvl6pPr>
            <a:lvl7pPr>
              <a:defRPr sz="2250" b="0">
                <a:solidFill>
                  <a:srgbClr val="424751"/>
                </a:solidFill>
                <a:latin typeface="Noto Sans"/>
                <a:ea typeface="Noto Sans"/>
                <a:cs typeface="Noto Sans"/>
              </a:defRPr>
            </a:lvl7pPr>
            <a:lvl8pPr>
              <a:defRPr sz="2250" b="0">
                <a:solidFill>
                  <a:srgbClr val="424751"/>
                </a:solidFill>
                <a:latin typeface="Noto Sans"/>
                <a:ea typeface="Noto Sans"/>
                <a:cs typeface="Noto Sans"/>
              </a:defRPr>
            </a:lvl8pPr>
            <a:lvl9pPr>
              <a:defRPr sz="2250" b="0">
                <a:solidFill>
                  <a:srgbClr val="424751"/>
                </a:solidFill>
                <a:latin typeface="Noto Sans"/>
                <a:ea typeface="Noto Sans"/>
                <a:cs typeface="Noto Sans"/>
              </a:defRPr>
            </a:lvl9pPr>
          </a:lstStyle>
          <a:p xmlns:a="http://schemas.openxmlformats.org/drawingml/2006/main">
            <a:pPr>
              <a:defRPr sz="2250" b="0">
                <a:solidFill>
                  <a:srgbClr val="424751"/>
                </a:solidFill>
                <a:latin typeface="Noto Sans"/>
                <a:ea typeface="Noto Sans"/>
                <a:cs typeface="Noto Sans"/>
              </a:defRPr>
            </a:pPr>
            <a:r>
              <a:rPr sz="2250" b="0">
                <a:solidFill>
                  <a:srgbClr val="424751"/>
                </a:solidFill>
                <a:latin typeface="Noto Sans"/>
                <a:ea typeface="Noto Sans"/>
                <a:cs typeface="Noto Sans"/>
              </a:rPr>
              <a:t>Bàn giao thiết kế, dữ liệu mẫu và quy tắc hành vi. Lab 2 chưa yêu cầu viết ứng dụng.</a:t>
            </a:r>
          </a:p>
        </p:txBody>
      </p:sp>
      <p:sp>
        <p:nvSpPr>
          <p:cNvPr id="3" name="12 / 12">
            <a:extLst xmlns:a="http://schemas.openxmlformats.org/drawingml/2006/main">
              <a:ext uri="{FF2B5EF4-FFF2-40B4-BE49-F238E27FC236}">
                <a16:creationId xmlns:a16="http://schemas.microsoft.com/office/drawing/2014/main" id="{591D8D4E-E632-4AEF-88A7-62AAFA58BA17}"/>
              </a:ext>
            </a:extLst>
          </p:cNvPr>
          <p:cNvSpPr>
            <a:spLocks xmlns:a="http://schemas.openxmlformats.org/drawingml/2006/main" noGrp="1"/>
          </p:cNvSpPr>
          <p:nvPr/>
        </p:nvSpPr>
        <p:spPr>
          <a:xfrm xmlns:a="http://schemas.openxmlformats.org/drawingml/2006/main">
            <a:off x="16097250" y="72390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0">
                <a:solidFill>
                  <a:srgbClr val="424751"/>
                </a:solidFill>
                <a:latin typeface="Noto Sans"/>
                <a:ea typeface="Noto Sans"/>
                <a:cs typeface="Noto Sans"/>
              </a:defRPr>
            </a:defPPr>
            <a:lvl1pPr>
              <a:defRPr sz="1800" b="0">
                <a:solidFill>
                  <a:srgbClr val="424751"/>
                </a:solidFill>
                <a:latin typeface="Noto Sans"/>
                <a:ea typeface="Noto Sans"/>
                <a:cs typeface="Noto Sans"/>
              </a:defRPr>
            </a:lvl1pPr>
            <a:lvl2pPr>
              <a:defRPr sz="1800" b="0">
                <a:solidFill>
                  <a:srgbClr val="424751"/>
                </a:solidFill>
                <a:latin typeface="Noto Sans"/>
                <a:ea typeface="Noto Sans"/>
                <a:cs typeface="Noto Sans"/>
              </a:defRPr>
            </a:lvl2pPr>
            <a:lvl3pPr>
              <a:defRPr sz="1800" b="0">
                <a:solidFill>
                  <a:srgbClr val="424751"/>
                </a:solidFill>
                <a:latin typeface="Noto Sans"/>
                <a:ea typeface="Noto Sans"/>
                <a:cs typeface="Noto Sans"/>
              </a:defRPr>
            </a:lvl3pPr>
            <a:lvl4pPr>
              <a:defRPr sz="1800" b="0">
                <a:solidFill>
                  <a:srgbClr val="424751"/>
                </a:solidFill>
                <a:latin typeface="Noto Sans"/>
                <a:ea typeface="Noto Sans"/>
                <a:cs typeface="Noto Sans"/>
              </a:defRPr>
            </a:lvl4pPr>
            <a:lvl5pPr>
              <a:defRPr sz="1800" b="0">
                <a:solidFill>
                  <a:srgbClr val="424751"/>
                </a:solidFill>
                <a:latin typeface="Noto Sans"/>
                <a:ea typeface="Noto Sans"/>
                <a:cs typeface="Noto Sans"/>
              </a:defRPr>
            </a:lvl5pPr>
            <a:lvl6pPr>
              <a:defRPr sz="1800" b="0">
                <a:solidFill>
                  <a:srgbClr val="424751"/>
                </a:solidFill>
                <a:latin typeface="Noto Sans"/>
                <a:ea typeface="Noto Sans"/>
                <a:cs typeface="Noto Sans"/>
              </a:defRPr>
            </a:lvl6pPr>
            <a:lvl7pPr>
              <a:defRPr sz="1800" b="0">
                <a:solidFill>
                  <a:srgbClr val="424751"/>
                </a:solidFill>
                <a:latin typeface="Noto Sans"/>
                <a:ea typeface="Noto Sans"/>
                <a:cs typeface="Noto Sans"/>
              </a:defRPr>
            </a:lvl7pPr>
            <a:lvl8pPr>
              <a:defRPr sz="1800" b="0">
                <a:solidFill>
                  <a:srgbClr val="424751"/>
                </a:solidFill>
                <a:latin typeface="Noto Sans"/>
                <a:ea typeface="Noto Sans"/>
                <a:cs typeface="Noto Sans"/>
              </a:defRPr>
            </a:lvl8pPr>
            <a:lvl9pPr>
              <a:defRPr sz="1800" b="0">
                <a:solidFill>
                  <a:srgbClr val="424751"/>
                </a:solidFill>
                <a:latin typeface="Noto Sans"/>
                <a:ea typeface="Noto Sans"/>
                <a:cs typeface="Noto Sans"/>
              </a:defRPr>
            </a:lvl9pPr>
          </a:lstStyle>
          <a:p xmlns:a="http://schemas.openxmlformats.org/drawingml/2006/main">
            <a:pPr>
              <a:defRPr sz="1800" b="0">
                <a:solidFill>
                  <a:srgbClr val="424751"/>
                </a:solidFill>
                <a:latin typeface="Noto Sans"/>
                <a:ea typeface="Noto Sans"/>
                <a:cs typeface="Noto Sans"/>
              </a:defRPr>
            </a:pPr>
            <a:r>
              <a:rPr sz="1800" b="0">
                <a:solidFill>
                  <a:srgbClr val="424751"/>
                </a:solidFill>
                <a:latin typeface="Noto Sans"/>
                <a:ea typeface="Noto Sans"/>
                <a:cs typeface="Noto Sans"/>
              </a:rPr>
              <a:t>12 / 12</a:t>
            </a:r>
          </a:p>
        </p:txBody>
      </p:sp>
      <p:sp>
        <p:nvSpPr>
          <p:cNvPr id="4" name="Nguồn">
            <a:extLst xmlns:a="http://schemas.openxmlformats.org/drawingml/2006/main">
              <a:ext uri="{FF2B5EF4-FFF2-40B4-BE49-F238E27FC236}">
                <a16:creationId xmlns:a16="http://schemas.microsoft.com/office/drawing/2014/main" id="{B2B94CD0-846E-454E-BD74-940AE53045FE}"/>
              </a:ext>
            </a:extLst>
          </p:cNvPr>
          <p:cNvSpPr>
            <a:spLocks xmlns:a="http://schemas.openxmlformats.org/drawingml/2006/main" noGrp="1"/>
          </p:cNvSpPr>
          <p:nvPr/>
        </p:nvSpPr>
        <p:spPr>
          <a:xfrm xmlns:a="http://schemas.openxmlformats.org/drawingml/2006/main">
            <a:off x="990600" y="9467850"/>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424751"/>
                </a:solidFill>
                <a:latin typeface="Noto Sans"/>
                <a:ea typeface="Noto Sans"/>
                <a:cs typeface="Noto Sans"/>
              </a:defRPr>
            </a:defPPr>
            <a:lvl1pPr>
              <a:defRPr sz="1650" b="0">
                <a:solidFill>
                  <a:srgbClr val="424751"/>
                </a:solidFill>
                <a:latin typeface="Noto Sans"/>
                <a:ea typeface="Noto Sans"/>
                <a:cs typeface="Noto Sans"/>
              </a:defRPr>
            </a:lvl1pPr>
            <a:lvl2pPr>
              <a:defRPr sz="1650" b="0">
                <a:solidFill>
                  <a:srgbClr val="424751"/>
                </a:solidFill>
                <a:latin typeface="Noto Sans"/>
                <a:ea typeface="Noto Sans"/>
                <a:cs typeface="Noto Sans"/>
              </a:defRPr>
            </a:lvl2pPr>
            <a:lvl3pPr>
              <a:defRPr sz="1650" b="0">
                <a:solidFill>
                  <a:srgbClr val="424751"/>
                </a:solidFill>
                <a:latin typeface="Noto Sans"/>
                <a:ea typeface="Noto Sans"/>
                <a:cs typeface="Noto Sans"/>
              </a:defRPr>
            </a:lvl3pPr>
            <a:lvl4pPr>
              <a:defRPr sz="1650" b="0">
                <a:solidFill>
                  <a:srgbClr val="424751"/>
                </a:solidFill>
                <a:latin typeface="Noto Sans"/>
                <a:ea typeface="Noto Sans"/>
                <a:cs typeface="Noto Sans"/>
              </a:defRPr>
            </a:lvl4pPr>
            <a:lvl5pPr>
              <a:defRPr sz="1650" b="0">
                <a:solidFill>
                  <a:srgbClr val="424751"/>
                </a:solidFill>
                <a:latin typeface="Noto Sans"/>
                <a:ea typeface="Noto Sans"/>
                <a:cs typeface="Noto Sans"/>
              </a:defRPr>
            </a:lvl5pPr>
            <a:lvl6pPr>
              <a:defRPr sz="1650" b="0">
                <a:solidFill>
                  <a:srgbClr val="424751"/>
                </a:solidFill>
                <a:latin typeface="Noto Sans"/>
                <a:ea typeface="Noto Sans"/>
                <a:cs typeface="Noto Sans"/>
              </a:defRPr>
            </a:lvl6pPr>
            <a:lvl7pPr>
              <a:defRPr sz="1650" b="0">
                <a:solidFill>
                  <a:srgbClr val="424751"/>
                </a:solidFill>
                <a:latin typeface="Noto Sans"/>
                <a:ea typeface="Noto Sans"/>
                <a:cs typeface="Noto Sans"/>
              </a:defRPr>
            </a:lvl7pPr>
            <a:lvl8pPr>
              <a:defRPr sz="1650" b="0">
                <a:solidFill>
                  <a:srgbClr val="424751"/>
                </a:solidFill>
                <a:latin typeface="Noto Sans"/>
                <a:ea typeface="Noto Sans"/>
                <a:cs typeface="Noto Sans"/>
              </a:defRPr>
            </a:lvl8pPr>
            <a:lvl9pPr>
              <a:defRPr sz="1650" b="0">
                <a:solidFill>
                  <a:srgbClr val="424751"/>
                </a:solidFill>
                <a:latin typeface="Noto Sans"/>
                <a:ea typeface="Noto Sans"/>
                <a:cs typeface="Noto Sans"/>
              </a:defRPr>
            </a:lvl9pPr>
          </a:lstStyle>
          <a:p xmlns:a="http://schemas.openxmlformats.org/drawingml/2006/main">
            <a:pPr>
              <a:defRPr sz="1650" b="0">
                <a:solidFill>
                  <a:srgbClr val="424751"/>
                </a:solidFill>
                <a:latin typeface="Noto Sans"/>
                <a:ea typeface="Noto Sans"/>
                <a:cs typeface="Noto Sans"/>
              </a:defRPr>
            </a:pPr>
            <a:r>
              <a:rPr sz="1650" b="0">
                <a:solidFill>
                  <a:srgbClr val="424751"/>
                </a:solidFill>
                <a:latin typeface="Noto Sans"/>
                <a:ea typeface="Noto Sans"/>
                <a:cs typeface="Noto Sans"/>
              </a:rPr>
              <a:t>Nguồn</a:t>
            </a:r>
          </a:p>
        </p:txBody>
      </p:sp>
      <p:sp>
        <p:nvSpPr>
          <p:cNvPr id="5" name="Handoff 10 màn, 6 mục/màn">
            <a:extLst xmlns:a="http://schemas.openxmlformats.org/drawingml/2006/main">
              <a:ext uri="{FF2B5EF4-FFF2-40B4-BE49-F238E27FC236}">
                <a16:creationId xmlns:a16="http://schemas.microsoft.com/office/drawing/2014/main" id="{66F641A0-899E-4F22-B4BB-FE77D6B355BB}"/>
              </a:ext>
            </a:extLst>
          </p:cNvPr>
          <p:cNvSpPr>
            <a:spLocks xmlns:a="http://schemas.openxmlformats.org/drawingml/2006/main" noGrp="1"/>
          </p:cNvSpPr>
          <p:nvPr/>
        </p:nvSpPr>
        <p:spPr>
          <a:xfrm xmlns:a="http://schemas.openxmlformats.org/drawingml/2006/main">
            <a:off x="2047875" y="9467850"/>
            <a:ext cx="5000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1E5AA8"/>
                </a:solidFill>
                <a:latin typeface="Noto Sans"/>
                <a:ea typeface="Noto Sans"/>
                <a:cs typeface="Noto Sans"/>
              </a:defRPr>
            </a:defPPr>
            <a:lvl1pPr>
              <a:defRPr sz="1650" b="0">
                <a:solidFill>
                  <a:srgbClr val="1E5AA8"/>
                </a:solidFill>
                <a:latin typeface="Noto Sans"/>
                <a:ea typeface="Noto Sans"/>
                <a:cs typeface="Noto Sans"/>
              </a:defRPr>
            </a:lvl1pPr>
            <a:lvl2pPr>
              <a:defRPr sz="1650" b="0">
                <a:solidFill>
                  <a:srgbClr val="1E5AA8"/>
                </a:solidFill>
                <a:latin typeface="Noto Sans"/>
                <a:ea typeface="Noto Sans"/>
                <a:cs typeface="Noto Sans"/>
              </a:defRPr>
            </a:lvl2pPr>
            <a:lvl3pPr>
              <a:defRPr sz="1650" b="0">
                <a:solidFill>
                  <a:srgbClr val="1E5AA8"/>
                </a:solidFill>
                <a:latin typeface="Noto Sans"/>
                <a:ea typeface="Noto Sans"/>
                <a:cs typeface="Noto Sans"/>
              </a:defRPr>
            </a:lvl3pPr>
            <a:lvl4pPr>
              <a:defRPr sz="1650" b="0">
                <a:solidFill>
                  <a:srgbClr val="1E5AA8"/>
                </a:solidFill>
                <a:latin typeface="Noto Sans"/>
                <a:ea typeface="Noto Sans"/>
                <a:cs typeface="Noto Sans"/>
              </a:defRPr>
            </a:lvl4pPr>
            <a:lvl5pPr>
              <a:defRPr sz="1650" b="0">
                <a:solidFill>
                  <a:srgbClr val="1E5AA8"/>
                </a:solidFill>
                <a:latin typeface="Noto Sans"/>
                <a:ea typeface="Noto Sans"/>
                <a:cs typeface="Noto Sans"/>
              </a:defRPr>
            </a:lvl5pPr>
            <a:lvl6pPr>
              <a:defRPr sz="1650" b="0">
                <a:solidFill>
                  <a:srgbClr val="1E5AA8"/>
                </a:solidFill>
                <a:latin typeface="Noto Sans"/>
                <a:ea typeface="Noto Sans"/>
                <a:cs typeface="Noto Sans"/>
              </a:defRPr>
            </a:lvl6pPr>
            <a:lvl7pPr>
              <a:defRPr sz="1650" b="0">
                <a:solidFill>
                  <a:srgbClr val="1E5AA8"/>
                </a:solidFill>
                <a:latin typeface="Noto Sans"/>
                <a:ea typeface="Noto Sans"/>
                <a:cs typeface="Noto Sans"/>
              </a:defRPr>
            </a:lvl7pPr>
            <a:lvl8pPr>
              <a:defRPr sz="1650" b="0">
                <a:solidFill>
                  <a:srgbClr val="1E5AA8"/>
                </a:solidFill>
                <a:latin typeface="Noto Sans"/>
                <a:ea typeface="Noto Sans"/>
                <a:cs typeface="Noto Sans"/>
              </a:defRPr>
            </a:lvl8pPr>
            <a:lvl9pPr>
              <a:defRPr sz="1650" b="0">
                <a:solidFill>
                  <a:srgbClr val="1E5AA8"/>
                </a:solidFill>
                <a:latin typeface="Noto Sans"/>
                <a:ea typeface="Noto Sans"/>
                <a:cs typeface="Noto Sans"/>
              </a:defRPr>
            </a:lvl9pPr>
          </a:lstStyle>
          <a:p xmlns:a="http://schemas.openxmlformats.org/drawingml/2006/main">
            <a:pPr>
              <a:defRPr sz="1650" b="0">
                <a:solidFill>
                  <a:srgbClr val="1E5AA8"/>
                </a:solidFill>
                <a:latin typeface="Noto Sans"/>
                <a:ea typeface="Noto Sans"/>
                <a:cs typeface="Noto Sans"/>
              </a:defRPr>
            </a:pPr>
            <a:r>
              <a:rPr sz="1650" b="0">
                <a:solidFill>
                  <a:srgbClr val="1E5AA8"/>
                </a:solidFill>
                <a:latin typeface="Noto Sans"/>
                <a:ea typeface="Noto Sans"/>
                <a:cs typeface="Noto Sans"/>
                <a:hlinkClick xmlns:r="http://schemas.openxmlformats.org/officeDocument/2006/relationships" r:id="R662cbfd4affd4410"/>
              </a:rPr>
              <a:t>Handoff 10 màn, 6 mục/màn</a:t>
            </a:r>
          </a:p>
        </p:txBody>
      </p:sp>
      <p:sp>
        <p:nvSpPr>
          <p:cNvPr id="6" name="Flutter ThemeData">
            <a:extLst xmlns:a="http://schemas.openxmlformats.org/drawingml/2006/main">
              <a:ext uri="{FF2B5EF4-FFF2-40B4-BE49-F238E27FC236}">
                <a16:creationId xmlns:a16="http://schemas.microsoft.com/office/drawing/2014/main" id="{7068B40B-FC66-407F-808F-097C827ECBD9}"/>
              </a:ext>
            </a:extLst>
          </p:cNvPr>
          <p:cNvSpPr>
            <a:spLocks xmlns:a="http://schemas.openxmlformats.org/drawingml/2006/main" noGrp="1"/>
          </p:cNvSpPr>
          <p:nvPr/>
        </p:nvSpPr>
        <p:spPr>
          <a:xfrm xmlns:a="http://schemas.openxmlformats.org/drawingml/2006/main">
            <a:off x="7191375" y="9467850"/>
            <a:ext cx="5000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1E5AA8"/>
                </a:solidFill>
                <a:latin typeface="Noto Sans"/>
                <a:ea typeface="Noto Sans"/>
                <a:cs typeface="Noto Sans"/>
              </a:defRPr>
            </a:defPPr>
            <a:lvl1pPr>
              <a:defRPr sz="1650" b="0">
                <a:solidFill>
                  <a:srgbClr val="1E5AA8"/>
                </a:solidFill>
                <a:latin typeface="Noto Sans"/>
                <a:ea typeface="Noto Sans"/>
                <a:cs typeface="Noto Sans"/>
              </a:defRPr>
            </a:lvl1pPr>
            <a:lvl2pPr>
              <a:defRPr sz="1650" b="0">
                <a:solidFill>
                  <a:srgbClr val="1E5AA8"/>
                </a:solidFill>
                <a:latin typeface="Noto Sans"/>
                <a:ea typeface="Noto Sans"/>
                <a:cs typeface="Noto Sans"/>
              </a:defRPr>
            </a:lvl2pPr>
            <a:lvl3pPr>
              <a:defRPr sz="1650" b="0">
                <a:solidFill>
                  <a:srgbClr val="1E5AA8"/>
                </a:solidFill>
                <a:latin typeface="Noto Sans"/>
                <a:ea typeface="Noto Sans"/>
                <a:cs typeface="Noto Sans"/>
              </a:defRPr>
            </a:lvl3pPr>
            <a:lvl4pPr>
              <a:defRPr sz="1650" b="0">
                <a:solidFill>
                  <a:srgbClr val="1E5AA8"/>
                </a:solidFill>
                <a:latin typeface="Noto Sans"/>
                <a:ea typeface="Noto Sans"/>
                <a:cs typeface="Noto Sans"/>
              </a:defRPr>
            </a:lvl4pPr>
            <a:lvl5pPr>
              <a:defRPr sz="1650" b="0">
                <a:solidFill>
                  <a:srgbClr val="1E5AA8"/>
                </a:solidFill>
                <a:latin typeface="Noto Sans"/>
                <a:ea typeface="Noto Sans"/>
                <a:cs typeface="Noto Sans"/>
              </a:defRPr>
            </a:lvl5pPr>
            <a:lvl6pPr>
              <a:defRPr sz="1650" b="0">
                <a:solidFill>
                  <a:srgbClr val="1E5AA8"/>
                </a:solidFill>
                <a:latin typeface="Noto Sans"/>
                <a:ea typeface="Noto Sans"/>
                <a:cs typeface="Noto Sans"/>
              </a:defRPr>
            </a:lvl6pPr>
            <a:lvl7pPr>
              <a:defRPr sz="1650" b="0">
                <a:solidFill>
                  <a:srgbClr val="1E5AA8"/>
                </a:solidFill>
                <a:latin typeface="Noto Sans"/>
                <a:ea typeface="Noto Sans"/>
                <a:cs typeface="Noto Sans"/>
              </a:defRPr>
            </a:lvl7pPr>
            <a:lvl8pPr>
              <a:defRPr sz="1650" b="0">
                <a:solidFill>
                  <a:srgbClr val="1E5AA8"/>
                </a:solidFill>
                <a:latin typeface="Noto Sans"/>
                <a:ea typeface="Noto Sans"/>
                <a:cs typeface="Noto Sans"/>
              </a:defRPr>
            </a:lvl8pPr>
            <a:lvl9pPr>
              <a:defRPr sz="1650" b="0">
                <a:solidFill>
                  <a:srgbClr val="1E5AA8"/>
                </a:solidFill>
                <a:latin typeface="Noto Sans"/>
                <a:ea typeface="Noto Sans"/>
                <a:cs typeface="Noto Sans"/>
              </a:defRPr>
            </a:lvl9pPr>
          </a:lstStyle>
          <a:p xmlns:a="http://schemas.openxmlformats.org/drawingml/2006/main">
            <a:pPr>
              <a:defRPr sz="1650" b="0">
                <a:solidFill>
                  <a:srgbClr val="1E5AA8"/>
                </a:solidFill>
                <a:latin typeface="Noto Sans"/>
                <a:ea typeface="Noto Sans"/>
                <a:cs typeface="Noto Sans"/>
              </a:defRPr>
            </a:pPr>
            <a:r>
              <a:rPr sz="1650" b="0">
                <a:solidFill>
                  <a:srgbClr val="1E5AA8"/>
                </a:solidFill>
                <a:latin typeface="Noto Sans"/>
                <a:ea typeface="Noto Sans"/>
                <a:cs typeface="Noto Sans"/>
                <a:hlinkClick xmlns:r="http://schemas.openxmlformats.org/officeDocument/2006/relationships" r:id="R9821f255b3a34ee0"/>
              </a:rPr>
              <a:t>Flutter ThemeData</a:t>
            </a:r>
          </a:p>
        </p:txBody>
      </p:sp>
      <p:sp>
        <p:nvSpPr>
          <p:cNvPr id="7" name="GitHub dự án">
            <a:extLst xmlns:a="http://schemas.openxmlformats.org/drawingml/2006/main">
              <a:ext uri="{FF2B5EF4-FFF2-40B4-BE49-F238E27FC236}">
                <a16:creationId xmlns:a16="http://schemas.microsoft.com/office/drawing/2014/main" id="{D0EDEA5A-A200-499A-81E6-D1A96B3CCB4D}"/>
              </a:ext>
            </a:extLst>
          </p:cNvPr>
          <p:cNvSpPr>
            <a:spLocks xmlns:a="http://schemas.openxmlformats.org/drawingml/2006/main" noGrp="1"/>
          </p:cNvSpPr>
          <p:nvPr/>
        </p:nvSpPr>
        <p:spPr>
          <a:xfrm xmlns:a="http://schemas.openxmlformats.org/drawingml/2006/main">
            <a:off x="12334875" y="9467850"/>
            <a:ext cx="5000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1E5AA8"/>
                </a:solidFill>
                <a:latin typeface="Noto Sans"/>
                <a:ea typeface="Noto Sans"/>
                <a:cs typeface="Noto Sans"/>
              </a:defRPr>
            </a:defPPr>
            <a:lvl1pPr>
              <a:defRPr sz="1650" b="0">
                <a:solidFill>
                  <a:srgbClr val="1E5AA8"/>
                </a:solidFill>
                <a:latin typeface="Noto Sans"/>
                <a:ea typeface="Noto Sans"/>
                <a:cs typeface="Noto Sans"/>
              </a:defRPr>
            </a:lvl1pPr>
            <a:lvl2pPr>
              <a:defRPr sz="1650" b="0">
                <a:solidFill>
                  <a:srgbClr val="1E5AA8"/>
                </a:solidFill>
                <a:latin typeface="Noto Sans"/>
                <a:ea typeface="Noto Sans"/>
                <a:cs typeface="Noto Sans"/>
              </a:defRPr>
            </a:lvl2pPr>
            <a:lvl3pPr>
              <a:defRPr sz="1650" b="0">
                <a:solidFill>
                  <a:srgbClr val="1E5AA8"/>
                </a:solidFill>
                <a:latin typeface="Noto Sans"/>
                <a:ea typeface="Noto Sans"/>
                <a:cs typeface="Noto Sans"/>
              </a:defRPr>
            </a:lvl3pPr>
            <a:lvl4pPr>
              <a:defRPr sz="1650" b="0">
                <a:solidFill>
                  <a:srgbClr val="1E5AA8"/>
                </a:solidFill>
                <a:latin typeface="Noto Sans"/>
                <a:ea typeface="Noto Sans"/>
                <a:cs typeface="Noto Sans"/>
              </a:defRPr>
            </a:lvl4pPr>
            <a:lvl5pPr>
              <a:defRPr sz="1650" b="0">
                <a:solidFill>
                  <a:srgbClr val="1E5AA8"/>
                </a:solidFill>
                <a:latin typeface="Noto Sans"/>
                <a:ea typeface="Noto Sans"/>
                <a:cs typeface="Noto Sans"/>
              </a:defRPr>
            </a:lvl5pPr>
            <a:lvl6pPr>
              <a:defRPr sz="1650" b="0">
                <a:solidFill>
                  <a:srgbClr val="1E5AA8"/>
                </a:solidFill>
                <a:latin typeface="Noto Sans"/>
                <a:ea typeface="Noto Sans"/>
                <a:cs typeface="Noto Sans"/>
              </a:defRPr>
            </a:lvl6pPr>
            <a:lvl7pPr>
              <a:defRPr sz="1650" b="0">
                <a:solidFill>
                  <a:srgbClr val="1E5AA8"/>
                </a:solidFill>
                <a:latin typeface="Noto Sans"/>
                <a:ea typeface="Noto Sans"/>
                <a:cs typeface="Noto Sans"/>
              </a:defRPr>
            </a:lvl7pPr>
            <a:lvl8pPr>
              <a:defRPr sz="1650" b="0">
                <a:solidFill>
                  <a:srgbClr val="1E5AA8"/>
                </a:solidFill>
                <a:latin typeface="Noto Sans"/>
                <a:ea typeface="Noto Sans"/>
                <a:cs typeface="Noto Sans"/>
              </a:defRPr>
            </a:lvl8pPr>
            <a:lvl9pPr>
              <a:defRPr sz="1650" b="0">
                <a:solidFill>
                  <a:srgbClr val="1E5AA8"/>
                </a:solidFill>
                <a:latin typeface="Noto Sans"/>
                <a:ea typeface="Noto Sans"/>
                <a:cs typeface="Noto Sans"/>
              </a:defRPr>
            </a:lvl9pPr>
          </a:lstStyle>
          <a:p xmlns:a="http://schemas.openxmlformats.org/drawingml/2006/main">
            <a:pPr>
              <a:defRPr sz="1650" b="0">
                <a:solidFill>
                  <a:srgbClr val="1E5AA8"/>
                </a:solidFill>
                <a:latin typeface="Noto Sans"/>
                <a:ea typeface="Noto Sans"/>
                <a:cs typeface="Noto Sans"/>
              </a:defRPr>
            </a:pPr>
            <a:r>
              <a:rPr sz="1650" b="0">
                <a:solidFill>
                  <a:srgbClr val="1E5AA8"/>
                </a:solidFill>
                <a:latin typeface="Noto Sans"/>
                <a:ea typeface="Noto Sans"/>
                <a:cs typeface="Noto Sans"/>
                <a:hlinkClick xmlns:r="http://schemas.openxmlformats.org/officeDocument/2006/relationships" r:id="R50e9e0dd18e54f70"/>
              </a:rPr>
              <a:t>GitHub dự án</a:t>
            </a:r>
          </a:p>
        </p:txBody>
      </p:sp>
      <p:sp>
        <p:nvSpPr>
          <p:cNvPr id="8" name="6 mục cho mỗi màn">
            <a:extLst xmlns:a="http://schemas.openxmlformats.org/drawingml/2006/main">
              <a:ext uri="{FF2B5EF4-FFF2-40B4-BE49-F238E27FC236}">
                <a16:creationId xmlns:a16="http://schemas.microsoft.com/office/drawing/2014/main" id="{1F257FF3-E9F0-4B51-9036-0D720E4682FE}"/>
              </a:ext>
            </a:extLst>
          </p:cNvPr>
          <p:cNvSpPr>
            <a:spLocks xmlns:a="http://schemas.openxmlformats.org/drawingml/2006/main" noGrp="1"/>
          </p:cNvSpPr>
          <p:nvPr/>
        </p:nvSpPr>
        <p:spPr>
          <a:xfrm xmlns:a="http://schemas.openxmlformats.org/drawingml/2006/main">
            <a:off x="1066800" y="2857500"/>
            <a:ext cx="7429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225" b="1">
                <a:solidFill>
                  <a:srgbClr val="1E5AA8"/>
                </a:solidFill>
                <a:latin typeface="Noto Sans"/>
                <a:ea typeface="Noto Sans"/>
                <a:cs typeface="Noto Sans"/>
              </a:defRPr>
            </a:defPPr>
            <a:lvl1pPr>
              <a:defRPr sz="3225" b="1">
                <a:solidFill>
                  <a:srgbClr val="1E5AA8"/>
                </a:solidFill>
                <a:latin typeface="Noto Sans"/>
                <a:ea typeface="Noto Sans"/>
                <a:cs typeface="Noto Sans"/>
              </a:defRPr>
            </a:lvl1pPr>
            <a:lvl2pPr>
              <a:defRPr sz="3225" b="1">
                <a:solidFill>
                  <a:srgbClr val="1E5AA8"/>
                </a:solidFill>
                <a:latin typeface="Noto Sans"/>
                <a:ea typeface="Noto Sans"/>
                <a:cs typeface="Noto Sans"/>
              </a:defRPr>
            </a:lvl2pPr>
            <a:lvl3pPr>
              <a:defRPr sz="3225" b="1">
                <a:solidFill>
                  <a:srgbClr val="1E5AA8"/>
                </a:solidFill>
                <a:latin typeface="Noto Sans"/>
                <a:ea typeface="Noto Sans"/>
                <a:cs typeface="Noto Sans"/>
              </a:defRPr>
            </a:lvl3pPr>
            <a:lvl4pPr>
              <a:defRPr sz="3225" b="1">
                <a:solidFill>
                  <a:srgbClr val="1E5AA8"/>
                </a:solidFill>
                <a:latin typeface="Noto Sans"/>
                <a:ea typeface="Noto Sans"/>
                <a:cs typeface="Noto Sans"/>
              </a:defRPr>
            </a:lvl4pPr>
            <a:lvl5pPr>
              <a:defRPr sz="3225" b="1">
                <a:solidFill>
                  <a:srgbClr val="1E5AA8"/>
                </a:solidFill>
                <a:latin typeface="Noto Sans"/>
                <a:ea typeface="Noto Sans"/>
                <a:cs typeface="Noto Sans"/>
              </a:defRPr>
            </a:lvl5pPr>
            <a:lvl6pPr>
              <a:defRPr sz="3225" b="1">
                <a:solidFill>
                  <a:srgbClr val="1E5AA8"/>
                </a:solidFill>
                <a:latin typeface="Noto Sans"/>
                <a:ea typeface="Noto Sans"/>
                <a:cs typeface="Noto Sans"/>
              </a:defRPr>
            </a:lvl6pPr>
            <a:lvl7pPr>
              <a:defRPr sz="3225" b="1">
                <a:solidFill>
                  <a:srgbClr val="1E5AA8"/>
                </a:solidFill>
                <a:latin typeface="Noto Sans"/>
                <a:ea typeface="Noto Sans"/>
                <a:cs typeface="Noto Sans"/>
              </a:defRPr>
            </a:lvl7pPr>
            <a:lvl8pPr>
              <a:defRPr sz="3225" b="1">
                <a:solidFill>
                  <a:srgbClr val="1E5AA8"/>
                </a:solidFill>
                <a:latin typeface="Noto Sans"/>
                <a:ea typeface="Noto Sans"/>
                <a:cs typeface="Noto Sans"/>
              </a:defRPr>
            </a:lvl8pPr>
            <a:lvl9pPr>
              <a:defRPr sz="3225" b="1">
                <a:solidFill>
                  <a:srgbClr val="1E5AA8"/>
                </a:solidFill>
                <a:latin typeface="Noto Sans"/>
                <a:ea typeface="Noto Sans"/>
                <a:cs typeface="Noto Sans"/>
              </a:defRPr>
            </a:lvl9pPr>
          </a:lstStyle>
          <a:p xmlns:a="http://schemas.openxmlformats.org/drawingml/2006/main">
            <a:pPr>
              <a:defRPr sz="3225" b="1">
                <a:solidFill>
                  <a:srgbClr val="1E5AA8"/>
                </a:solidFill>
                <a:latin typeface="Noto Sans"/>
                <a:ea typeface="Noto Sans"/>
                <a:cs typeface="Noto Sans"/>
              </a:defRPr>
            </a:pPr>
            <a:r>
              <a:rPr sz="3225" b="1">
                <a:solidFill>
                  <a:srgbClr val="1E5AA8"/>
                </a:solidFill>
                <a:latin typeface="Noto Sans"/>
                <a:ea typeface="Noto Sans"/>
                <a:cs typeface="Noto Sans"/>
              </a:rPr>
              <a:t>6 mục cho mỗi màn</a:t>
            </a:r>
          </a:p>
        </p:txBody>
      </p:sp>
      <p:sp>
        <p:nvSpPr>
          <p:cNvPr id="9" name="Layout và vùng cuộn&#10;Component và variant&#10;State áp dụng&#10;Tương">
            <a:extLst xmlns:a="http://schemas.openxmlformats.org/drawingml/2006/main">
              <a:ext uri="{FF2B5EF4-FFF2-40B4-BE49-F238E27FC236}">
                <a16:creationId xmlns:a16="http://schemas.microsoft.com/office/drawing/2014/main" id="{73A77C58-ABB5-4CE1-9F04-A8E87D7204A4}"/>
              </a:ext>
            </a:extLst>
          </p:cNvPr>
          <p:cNvSpPr>
            <a:spLocks xmlns:a="http://schemas.openxmlformats.org/drawingml/2006/main" noGrp="1"/>
          </p:cNvSpPr>
          <p:nvPr/>
        </p:nvSpPr>
        <p:spPr>
          <a:xfrm xmlns:a="http://schemas.openxmlformats.org/drawingml/2006/main">
            <a:off x="1143000" y="3857625"/>
            <a:ext cx="7334250"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625" b="0">
                <a:solidFill>
                  <a:srgbClr val="031C36"/>
                </a:solidFill>
                <a:latin typeface="Noto Sans"/>
                <a:ea typeface="Noto Sans"/>
                <a:cs typeface="Noto Sans"/>
              </a:defRPr>
            </a:defPPr>
            <a:lvl1pPr>
              <a:defRPr sz="2625" b="0">
                <a:solidFill>
                  <a:srgbClr val="031C36"/>
                </a:solidFill>
                <a:latin typeface="Noto Sans"/>
                <a:ea typeface="Noto Sans"/>
                <a:cs typeface="Noto Sans"/>
              </a:defRPr>
            </a:lvl1pPr>
            <a:lvl2pPr>
              <a:defRPr sz="2625" b="0">
                <a:solidFill>
                  <a:srgbClr val="031C36"/>
                </a:solidFill>
                <a:latin typeface="Noto Sans"/>
                <a:ea typeface="Noto Sans"/>
                <a:cs typeface="Noto Sans"/>
              </a:defRPr>
            </a:lvl2pPr>
            <a:lvl3pPr>
              <a:defRPr sz="2625" b="0">
                <a:solidFill>
                  <a:srgbClr val="031C36"/>
                </a:solidFill>
                <a:latin typeface="Noto Sans"/>
                <a:ea typeface="Noto Sans"/>
                <a:cs typeface="Noto Sans"/>
              </a:defRPr>
            </a:lvl3pPr>
            <a:lvl4pPr>
              <a:defRPr sz="2625" b="0">
                <a:solidFill>
                  <a:srgbClr val="031C36"/>
                </a:solidFill>
                <a:latin typeface="Noto Sans"/>
                <a:ea typeface="Noto Sans"/>
                <a:cs typeface="Noto Sans"/>
              </a:defRPr>
            </a:lvl4pPr>
            <a:lvl5pPr>
              <a:defRPr sz="2625" b="0">
                <a:solidFill>
                  <a:srgbClr val="031C36"/>
                </a:solidFill>
                <a:latin typeface="Noto Sans"/>
                <a:ea typeface="Noto Sans"/>
                <a:cs typeface="Noto Sans"/>
              </a:defRPr>
            </a:lvl5pPr>
            <a:lvl6pPr>
              <a:defRPr sz="2625" b="0">
                <a:solidFill>
                  <a:srgbClr val="031C36"/>
                </a:solidFill>
                <a:latin typeface="Noto Sans"/>
                <a:ea typeface="Noto Sans"/>
                <a:cs typeface="Noto Sans"/>
              </a:defRPr>
            </a:lvl6pPr>
            <a:lvl7pPr>
              <a:defRPr sz="2625" b="0">
                <a:solidFill>
                  <a:srgbClr val="031C36"/>
                </a:solidFill>
                <a:latin typeface="Noto Sans"/>
                <a:ea typeface="Noto Sans"/>
                <a:cs typeface="Noto Sans"/>
              </a:defRPr>
            </a:lvl7pPr>
            <a:lvl8pPr>
              <a:defRPr sz="2625" b="0">
                <a:solidFill>
                  <a:srgbClr val="031C36"/>
                </a:solidFill>
                <a:latin typeface="Noto Sans"/>
                <a:ea typeface="Noto Sans"/>
                <a:cs typeface="Noto Sans"/>
              </a:defRPr>
            </a:lvl8pPr>
            <a:lvl9pPr>
              <a:defRPr sz="2625" b="0">
                <a:solidFill>
                  <a:srgbClr val="031C36"/>
                </a:solidFill>
                <a:latin typeface="Noto Sans"/>
                <a:ea typeface="Noto Sans"/>
                <a:cs typeface="Noto Sans"/>
              </a:defRPr>
            </a:lvl9pPr>
          </a:lstStyle>
          <a:p xmlns:a="http://schemas.openxmlformats.org/drawingml/2006/main">
            <a:pPr>
              <a:defRPr sz="2625" b="0">
                <a:solidFill>
                  <a:srgbClr val="031C36"/>
                </a:solidFill>
                <a:latin typeface="Noto Sans"/>
                <a:ea typeface="Noto Sans"/>
                <a:cs typeface="Noto Sans"/>
              </a:defRPr>
            </a:pPr>
            <a:r>
              <a:rPr sz="2625" b="0">
                <a:solidFill>
                  <a:srgbClr val="031C36"/>
                </a:solidFill>
                <a:latin typeface="Noto Sans"/>
                <a:ea typeface="Noto Sans"/>
                <a:cs typeface="Noto Sans"/>
              </a:rPr>
              <a:t>Layout và vùng cuộn</a:t>
            </a:r>
          </a:p>
          <a:p xmlns:a="http://schemas.openxmlformats.org/drawingml/2006/main">
            <a:pPr>
              <a:defRPr sz="2625" b="0">
                <a:solidFill>
                  <a:srgbClr val="031C36"/>
                </a:solidFill>
                <a:latin typeface="Noto Sans"/>
                <a:ea typeface="Noto Sans"/>
                <a:cs typeface="Noto Sans"/>
              </a:defRPr>
            </a:pPr>
            <a:r>
              <a:rPr sz="2625" b="0">
                <a:solidFill>
                  <a:srgbClr val="031C36"/>
                </a:solidFill>
                <a:latin typeface="Noto Sans"/>
                <a:ea typeface="Noto Sans"/>
                <a:cs typeface="Noto Sans"/>
              </a:rPr>
              <a:t>Component và variant</a:t>
            </a:r>
          </a:p>
          <a:p xmlns:a="http://schemas.openxmlformats.org/drawingml/2006/main">
            <a:pPr>
              <a:defRPr sz="2625" b="0">
                <a:solidFill>
                  <a:srgbClr val="031C36"/>
                </a:solidFill>
                <a:latin typeface="Noto Sans"/>
                <a:ea typeface="Noto Sans"/>
                <a:cs typeface="Noto Sans"/>
              </a:defRPr>
            </a:pPr>
            <a:r>
              <a:rPr sz="2625" b="0">
                <a:solidFill>
                  <a:srgbClr val="031C36"/>
                </a:solidFill>
                <a:latin typeface="Noto Sans"/>
                <a:ea typeface="Noto Sans"/>
                <a:cs typeface="Noto Sans"/>
              </a:rPr>
              <a:t>State áp dụng</a:t>
            </a:r>
          </a:p>
          <a:p xmlns:a="http://schemas.openxmlformats.org/drawingml/2006/main">
            <a:pPr>
              <a:defRPr sz="2625" b="0">
                <a:solidFill>
                  <a:srgbClr val="031C36"/>
                </a:solidFill>
                <a:latin typeface="Noto Sans"/>
                <a:ea typeface="Noto Sans"/>
                <a:cs typeface="Noto Sans"/>
              </a:defRPr>
            </a:pPr>
            <a:r>
              <a:rPr sz="2625" b="0">
                <a:solidFill>
                  <a:srgbClr val="031C36"/>
                </a:solidFill>
                <a:latin typeface="Noto Sans"/>
                <a:ea typeface="Noto Sans"/>
                <a:cs typeface="Noto Sans"/>
              </a:rPr>
              <a:t>Tương tác và validation</a:t>
            </a:r>
          </a:p>
          <a:p xmlns:a="http://schemas.openxmlformats.org/drawingml/2006/main">
            <a:pPr>
              <a:defRPr sz="2625" b="0">
                <a:solidFill>
                  <a:srgbClr val="031C36"/>
                </a:solidFill>
                <a:latin typeface="Noto Sans"/>
                <a:ea typeface="Noto Sans"/>
                <a:cs typeface="Noto Sans"/>
              </a:defRPr>
            </a:pPr>
            <a:r>
              <a:rPr sz="2625" b="0">
                <a:solidFill>
                  <a:srgbClr val="031C36"/>
                </a:solidFill>
                <a:latin typeface="Noto Sans"/>
                <a:ea typeface="Noto Sans"/>
                <a:cs typeface="Noto Sans"/>
              </a:rPr>
              <a:t>Điều hướng và Back</a:t>
            </a:r>
          </a:p>
          <a:p xmlns:a="http://schemas.openxmlformats.org/drawingml/2006/main">
            <a:pPr>
              <a:defRPr sz="2625" b="0">
                <a:solidFill>
                  <a:srgbClr val="031C36"/>
                </a:solidFill>
                <a:latin typeface="Noto Sans"/>
                <a:ea typeface="Noto Sans"/>
                <a:cs typeface="Noto Sans"/>
              </a:defRPr>
            </a:pPr>
            <a:r>
              <a:rPr sz="2625" b="0">
                <a:solidFill>
                  <a:srgbClr val="031C36"/>
                </a:solidFill>
                <a:latin typeface="Noto Sans"/>
                <a:ea typeface="Noto Sans"/>
                <a:cs typeface="Noto Sans"/>
              </a:rPr>
              <a:t>UI constraints và màn rộng</a:t>
            </a:r>
          </a:p>
        </p:txBody>
      </p:sp>
      <p:graphicFrame>
        <p:nvGraphicFramePr>
          <p:cNvPr id="10" name="">
            <a:extLst xmlns:a="http://schemas.openxmlformats.org/drawingml/2006/main">
              <a:ext uri="{FF2B5EF4-FFF2-40B4-BE49-F238E27FC236}">
                <a16:creationId xmlns:a16="http://schemas.microsoft.com/office/drawing/2014/main" id="{470D0640-CF5C-4715-BADD-D4F6EF77E0F8}"/>
              </a:ext>
            </a:extLst>
          </p:cNvPr>
          <p:cNvGraphicFramePr/>
          <p:nvPr/>
        </p:nvGraphicFramePr>
        <p:xfrm>
          <a:off xmlns:a="http://schemas.openxmlformats.org/drawingml/2006/main" x="9286875" y="3000375"/>
          <a:ext xmlns:a="http://schemas.openxmlformats.org/drawingml/2006/main" cx="7762875" cy="4238625"/>
        </p:xfrm>
        <a:graphic xmlns:a="http://schemas.openxmlformats.org/drawingml/2006/main">
          <a:graphicData uri="http://schemas.openxmlformats.org/drawingml/2006/table">
            <a:tbl>
              <a:tblPr/>
              <a:tblGrid>
                <a:gridCol w="3429000"/>
                <a:gridCol w="4333875"/>
              </a:tblGrid>
              <a:tr h="706438">
                <a:tc>
                  <a:txBody>
                    <a:bodyPr lIns="114300" tIns="114300" rIns="114300" bIns="114300"/>
                    <a:lstStyle/>
                    <a:p>
                      <a:r>
                        <a:rPr sz="2100" b="1">
                          <a:solidFill>
                            <a:srgbClr val="FFFFFF"/>
                          </a:solidFill>
                          <a:latin typeface="Noto Sans"/>
                          <a:ea typeface="Noto Sans"/>
                          <a:cs typeface="Noto Sans"/>
                        </a:rPr>
                        <a:t>Thiết kế</a:t>
                      </a:r>
                    </a:p>
                  </a:txBody>
                  <a:tcPr marL="91440" marR="91440" marT="45720" marB="45720">
                    <a:lnL w="9525">
                      <a:solidFill>
                        <a:srgbClr val="D7DEEA"/>
                      </a:solidFill>
                      <a:prstDash val="solid"/>
                    </a:lnL>
                    <a:lnR w="9525">
                      <a:solidFill>
                        <a:srgbClr val="D7DEEA"/>
                      </a:solidFill>
                      <a:prstDash val="solid"/>
                    </a:lnR>
                    <a:lnT w="9525">
                      <a:solidFill>
                        <a:srgbClr val="D7DEEA"/>
                      </a:solidFill>
                      <a:prstDash val="solid"/>
                    </a:lnT>
                    <a:lnB w="9525">
                      <a:solidFill>
                        <a:srgbClr val="D7DEEA"/>
                      </a:solidFill>
                      <a:prstDash val="solid"/>
                    </a:lnB>
                    <a:solidFill>
                      <a:srgbClr val="1E5AA8"/>
                    </a:solidFill>
                  </a:tcPr>
                </a:tc>
                <a:tc>
                  <a:txBody>
                    <a:bodyPr lIns="114300" tIns="114300" rIns="114300" bIns="114300"/>
                    <a:lstStyle/>
                    <a:p>
                      <a:r>
                        <a:rPr sz="2100" b="1">
                          <a:solidFill>
                            <a:srgbClr val="FFFFFF"/>
                          </a:solidFill>
                          <a:latin typeface="Noto Sans"/>
                          <a:ea typeface="Noto Sans"/>
                          <a:cs typeface="Noto Sans"/>
                        </a:rPr>
                        <a:t>Flutter dự kiến</a:t>
                      </a:r>
                    </a:p>
                  </a:txBody>
                  <a:tcPr marL="91440" marR="91440" marT="45720" marB="45720">
                    <a:lnR w="9525">
                      <a:solidFill>
                        <a:srgbClr val="D7DEEA"/>
                      </a:solidFill>
                      <a:prstDash val="solid"/>
                    </a:lnR>
                    <a:lnT w="9525">
                      <a:solidFill>
                        <a:srgbClr val="D7DEEA"/>
                      </a:solidFill>
                      <a:prstDash val="solid"/>
                    </a:lnT>
                    <a:lnB w="9525">
                      <a:solidFill>
                        <a:srgbClr val="D7DEEA"/>
                      </a:solidFill>
                      <a:prstDash val="solid"/>
                    </a:lnB>
                    <a:solidFill>
                      <a:srgbClr val="1E5AA8"/>
                    </a:solidFill>
                  </a:tcPr>
                </a:tc>
              </a:tr>
              <a:tr h="706438">
                <a:tc>
                  <a:txBody>
                    <a:bodyPr lIns="114300" tIns="114300" rIns="114300" bIns="114300"/>
                    <a:lstStyle/>
                    <a:p>
                      <a:r>
                        <a:rPr sz="2100" b="0">
                          <a:solidFill>
                            <a:srgbClr val="031C36"/>
                          </a:solidFill>
                          <a:latin typeface="Noto Sans"/>
                          <a:ea typeface="Noto Sans"/>
                          <a:cs typeface="Noto Sans"/>
                        </a:rPr>
                        <a:t>Màu / type</a:t>
                      </a:r>
                    </a:p>
                  </a:txBody>
                  <a:tcPr marL="91440" marR="91440" marT="45720" marB="45720">
                    <a:lnL w="9525">
                      <a:solidFill>
                        <a:srgbClr val="D7DEEA"/>
                      </a:solidFill>
                      <a:prstDash val="solid"/>
                    </a:lnL>
                    <a:lnR w="9525">
                      <a:solidFill>
                        <a:srgbClr val="D7DEEA"/>
                      </a:solidFill>
                      <a:prstDash val="solid"/>
                    </a:lnR>
                    <a:lnB w="9525">
                      <a:solidFill>
                        <a:srgbClr val="D7DEEA"/>
                      </a:solidFill>
                      <a:prstDash val="solid"/>
                    </a:lnB>
                    <a:solidFill>
                      <a:srgbClr val="FFFFFF"/>
                    </a:solidFill>
                  </a:tcPr>
                </a:tc>
                <a:tc>
                  <a:txBody>
                    <a:bodyPr lIns="114300" tIns="114300" rIns="114300" bIns="114300"/>
                    <a:lstStyle/>
                    <a:p>
                      <a:r>
                        <a:rPr sz="2100" b="0">
                          <a:solidFill>
                            <a:srgbClr val="031C36"/>
                          </a:solidFill>
                          <a:latin typeface="Noto Sans"/>
                          <a:ea typeface="Noto Sans"/>
                          <a:cs typeface="Noto Sans"/>
                        </a:rPr>
                        <a:t>ColorScheme / TextTheme</a:t>
                      </a:r>
                    </a:p>
                  </a:txBody>
                  <a:tcPr marL="91440" marR="91440" marT="45720" marB="45720">
                    <a:lnR w="9525">
                      <a:solidFill>
                        <a:srgbClr val="D7DEEA"/>
                      </a:solidFill>
                      <a:prstDash val="solid"/>
                    </a:lnR>
                    <a:lnB w="9525">
                      <a:solidFill>
                        <a:srgbClr val="D7DEEA"/>
                      </a:solidFill>
                      <a:prstDash val="solid"/>
                    </a:lnB>
                    <a:solidFill>
                      <a:srgbClr val="FFFFFF"/>
                    </a:solidFill>
                  </a:tcPr>
                </a:tc>
              </a:tr>
              <a:tr h="706438">
                <a:tc>
                  <a:txBody>
                    <a:bodyPr lIns="114300" tIns="114300" rIns="114300" bIns="114300"/>
                    <a:lstStyle/>
                    <a:p>
                      <a:r>
                        <a:rPr sz="2100" b="0">
                          <a:solidFill>
                            <a:srgbClr val="031C36"/>
                          </a:solidFill>
                          <a:latin typeface="Noto Sans"/>
                          <a:ea typeface="Noto Sans"/>
                          <a:cs typeface="Noto Sans"/>
                        </a:rPr>
                        <a:t>Spacing / radius</a:t>
                      </a:r>
                    </a:p>
                  </a:txBody>
                  <a:tcPr marL="91440" marR="91440" marT="45720" marB="45720">
                    <a:lnL w="9525">
                      <a:solidFill>
                        <a:srgbClr val="D7DEEA"/>
                      </a:solidFill>
                      <a:prstDash val="solid"/>
                    </a:lnL>
                    <a:lnR w="9525">
                      <a:solidFill>
                        <a:srgbClr val="D7DEEA"/>
                      </a:solidFill>
                      <a:prstDash val="solid"/>
                    </a:lnR>
                    <a:lnB w="9525">
                      <a:solidFill>
                        <a:srgbClr val="D7DEEA"/>
                      </a:solidFill>
                      <a:prstDash val="solid"/>
                    </a:lnB>
                    <a:solidFill>
                      <a:srgbClr val="F6F8FC"/>
                    </a:solidFill>
                  </a:tcPr>
                </a:tc>
                <a:tc>
                  <a:txBody>
                    <a:bodyPr lIns="114300" tIns="114300" rIns="114300" bIns="114300"/>
                    <a:lstStyle/>
                    <a:p>
                      <a:r>
                        <a:rPr sz="2100" b="0">
                          <a:solidFill>
                            <a:srgbClr val="031C36"/>
                          </a:solidFill>
                          <a:latin typeface="Noto Sans"/>
                          <a:ea typeface="Noto Sans"/>
                          <a:cs typeface="Noto Sans"/>
                        </a:rPr>
                        <a:t>P9Spacing / BorderRadius</a:t>
                      </a:r>
                    </a:p>
                  </a:txBody>
                  <a:tcPr marL="91440" marR="91440" marT="45720" marB="45720">
                    <a:lnR w="9525">
                      <a:solidFill>
                        <a:srgbClr val="D7DEEA"/>
                      </a:solidFill>
                      <a:prstDash val="solid"/>
                    </a:lnR>
                    <a:lnB w="9525">
                      <a:solidFill>
                        <a:srgbClr val="D7DEEA"/>
                      </a:solidFill>
                      <a:prstDash val="solid"/>
                    </a:lnB>
                    <a:solidFill>
                      <a:srgbClr val="F6F8FC"/>
                    </a:solidFill>
                  </a:tcPr>
                </a:tc>
              </a:tr>
              <a:tr h="706438">
                <a:tc>
                  <a:txBody>
                    <a:bodyPr lIns="114300" tIns="114300" rIns="114300" bIns="114300"/>
                    <a:lstStyle/>
                    <a:p>
                      <a:r>
                        <a:rPr sz="2100" b="0">
                          <a:solidFill>
                            <a:srgbClr val="031C36"/>
                          </a:solidFill>
                          <a:latin typeface="Noto Sans"/>
                          <a:ea typeface="Noto Sans"/>
                          <a:cs typeface="Noto Sans"/>
                        </a:rPr>
                        <a:t>Button / TextField</a:t>
                      </a:r>
                    </a:p>
                  </a:txBody>
                  <a:tcPr marL="91440" marR="91440" marT="45720" marB="45720">
                    <a:lnL w="9525">
                      <a:solidFill>
                        <a:srgbClr val="D7DEEA"/>
                      </a:solidFill>
                      <a:prstDash val="solid"/>
                    </a:lnL>
                    <a:lnR w="9525">
                      <a:solidFill>
                        <a:srgbClr val="D7DEEA"/>
                      </a:solidFill>
                      <a:prstDash val="solid"/>
                    </a:lnR>
                    <a:lnB w="9525">
                      <a:solidFill>
                        <a:srgbClr val="D7DEEA"/>
                      </a:solidFill>
                      <a:prstDash val="solid"/>
                    </a:lnB>
                    <a:solidFill>
                      <a:srgbClr val="FFFFFF"/>
                    </a:solidFill>
                  </a:tcPr>
                </a:tc>
                <a:tc>
                  <a:txBody>
                    <a:bodyPr lIns="114300" tIns="114300" rIns="114300" bIns="114300"/>
                    <a:lstStyle/>
                    <a:p>
                      <a:r>
                        <a:rPr sz="2100" b="0">
                          <a:solidFill>
                            <a:srgbClr val="031C36"/>
                          </a:solidFill>
                          <a:latin typeface="Noto Sans"/>
                          <a:ea typeface="Noto Sans"/>
                          <a:cs typeface="Noto Sans"/>
                        </a:rPr>
                        <a:t>FilledButton / TextFormField</a:t>
                      </a:r>
                    </a:p>
                  </a:txBody>
                  <a:tcPr marL="91440" marR="91440" marT="45720" marB="45720">
                    <a:lnR w="9525">
                      <a:solidFill>
                        <a:srgbClr val="D7DEEA"/>
                      </a:solidFill>
                      <a:prstDash val="solid"/>
                    </a:lnR>
                    <a:lnB w="9525">
                      <a:solidFill>
                        <a:srgbClr val="D7DEEA"/>
                      </a:solidFill>
                      <a:prstDash val="solid"/>
                    </a:lnB>
                    <a:solidFill>
                      <a:srgbClr val="FFFFFF"/>
                    </a:solidFill>
                  </a:tcPr>
                </a:tc>
              </a:tr>
              <a:tr h="706438">
                <a:tc>
                  <a:txBody>
                    <a:bodyPr lIns="114300" tIns="114300" rIns="114300" bIns="114300"/>
                    <a:lstStyle/>
                    <a:p>
                      <a:r>
                        <a:rPr sz="2100" b="0">
                          <a:solidFill>
                            <a:srgbClr val="031C36"/>
                          </a:solidFill>
                          <a:latin typeface="Noto Sans"/>
                          <a:ea typeface="Noto Sans"/>
                          <a:cs typeface="Noto Sans"/>
                        </a:rPr>
                        <a:t>Navigation / Dialog</a:t>
                      </a:r>
                    </a:p>
                  </a:txBody>
                  <a:tcPr marL="91440" marR="91440" marT="45720" marB="45720">
                    <a:lnL w="9525">
                      <a:solidFill>
                        <a:srgbClr val="D7DEEA"/>
                      </a:solidFill>
                      <a:prstDash val="solid"/>
                    </a:lnL>
                    <a:lnR w="9525">
                      <a:solidFill>
                        <a:srgbClr val="D7DEEA"/>
                      </a:solidFill>
                      <a:prstDash val="solid"/>
                    </a:lnR>
                    <a:lnB w="9525">
                      <a:solidFill>
                        <a:srgbClr val="D7DEEA"/>
                      </a:solidFill>
                      <a:prstDash val="solid"/>
                    </a:lnB>
                    <a:solidFill>
                      <a:srgbClr val="F6F8FC"/>
                    </a:solidFill>
                  </a:tcPr>
                </a:tc>
                <a:tc>
                  <a:txBody>
                    <a:bodyPr lIns="114300" tIns="114300" rIns="114300" bIns="114300"/>
                    <a:lstStyle/>
                    <a:p>
                      <a:r>
                        <a:rPr sz="2100" b="0">
                          <a:solidFill>
                            <a:srgbClr val="031C36"/>
                          </a:solidFill>
                          <a:latin typeface="Noto Sans"/>
                          <a:ea typeface="Noto Sans"/>
                          <a:cs typeface="Noto Sans"/>
                        </a:rPr>
                        <a:t>NavigationBar / AlertDialog</a:t>
                      </a:r>
                    </a:p>
                  </a:txBody>
                  <a:tcPr marL="91440" marR="91440" marT="45720" marB="45720">
                    <a:lnR w="9525">
                      <a:solidFill>
                        <a:srgbClr val="D7DEEA"/>
                      </a:solidFill>
                      <a:prstDash val="solid"/>
                    </a:lnR>
                    <a:lnB w="9525">
                      <a:solidFill>
                        <a:srgbClr val="D7DEEA"/>
                      </a:solidFill>
                      <a:prstDash val="solid"/>
                    </a:lnB>
                    <a:solidFill>
                      <a:srgbClr val="F6F8FC"/>
                    </a:solidFill>
                  </a:tcPr>
                </a:tc>
              </a:tr>
              <a:tr h="706438">
                <a:tc>
                  <a:txBody>
                    <a:bodyPr lIns="114300" tIns="114300" rIns="114300" bIns="114300"/>
                    <a:lstStyle/>
                    <a:p>
                      <a:r>
                        <a:rPr sz="2100" b="0">
                          <a:solidFill>
                            <a:srgbClr val="031C36"/>
                          </a:solidFill>
                          <a:latin typeface="Noto Sans"/>
                          <a:ea typeface="Noto Sans"/>
                          <a:cs typeface="Noto Sans"/>
                        </a:rPr>
                        <a:t>DiscoverGroup</a:t>
                      </a:r>
                    </a:p>
                  </a:txBody>
                  <a:tcPr marL="91440" marR="91440" marT="45720" marB="45720">
                    <a:lnL w="9525">
                      <a:solidFill>
                        <a:srgbClr val="D7DEEA"/>
                      </a:solidFill>
                      <a:prstDash val="solid"/>
                    </a:lnL>
                    <a:lnR w="9525">
                      <a:solidFill>
                        <a:srgbClr val="D7DEEA"/>
                      </a:solidFill>
                      <a:prstDash val="solid"/>
                    </a:lnR>
                    <a:lnB w="9525">
                      <a:solidFill>
                        <a:srgbClr val="D7DEEA"/>
                      </a:solidFill>
                      <a:prstDash val="solid"/>
                    </a:lnB>
                    <a:solidFill>
                      <a:srgbClr val="FFFFFF"/>
                    </a:solidFill>
                  </a:tcPr>
                </a:tc>
                <a:tc>
                  <a:txBody>
                    <a:bodyPr lIns="114300" tIns="114300" rIns="114300" bIns="114300"/>
                    <a:lstStyle/>
                    <a:p>
                      <a:r>
                        <a:rPr sz="2100" b="0">
                          <a:solidFill>
                            <a:srgbClr val="031C36"/>
                          </a:solidFill>
                          <a:latin typeface="Noto Sans"/>
                          <a:ea typeface="Noto Sans"/>
                          <a:cs typeface="Noto Sans"/>
                        </a:rPr>
                        <a:t>ExpansionTile / custom widget</a:t>
                      </a:r>
                    </a:p>
                  </a:txBody>
                  <a:tcPr marL="91440" marR="91440" marT="45720" marB="45720">
                    <a:lnR w="9525">
                      <a:solidFill>
                        <a:srgbClr val="D7DEEA"/>
                      </a:solidFill>
                      <a:prstDash val="solid"/>
                    </a:lnR>
                    <a:lnB w="9525">
                      <a:solidFill>
                        <a:srgbClr val="D7DEEA"/>
                      </a:solidFill>
                      <a:prstDash val="solid"/>
                    </a:lnB>
                    <a:solidFill>
                      <a:srgbClr val="FFFFFF"/>
                    </a:solidFill>
                  </a:tcPr>
                </a:tc>
              </a:tr>
            </a:tbl>
          </a:graphicData>
        </a:graphic>
      </p:graphicFrame>
      <p:sp>
        <p:nvSpPr>
          <p:cNvPr id="11" name="Đã có 10 màn, 3 flow và bằng chứng nguồn.">
            <a:extLst xmlns:a="http://schemas.openxmlformats.org/drawingml/2006/main">
              <a:ext uri="{FF2B5EF4-FFF2-40B4-BE49-F238E27FC236}">
                <a16:creationId xmlns:a16="http://schemas.microsoft.com/office/drawing/2014/main" id="{559D3C00-1089-41F5-84F1-3FD440FD254E}"/>
              </a:ext>
            </a:extLst>
          </p:cNvPr>
          <p:cNvSpPr>
            <a:spLocks xmlns:a="http://schemas.openxmlformats.org/drawingml/2006/main" noGrp="1"/>
          </p:cNvSpPr>
          <p:nvPr/>
        </p:nvSpPr>
        <p:spPr>
          <a:xfrm xmlns:a="http://schemas.openxmlformats.org/drawingml/2006/main">
            <a:off x="1143000" y="7762875"/>
            <a:ext cx="15811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075" b="1">
                <a:solidFill>
                  <a:srgbClr val="031C36"/>
                </a:solidFill>
                <a:latin typeface="Noto Sans"/>
                <a:ea typeface="Noto Sans"/>
                <a:cs typeface="Noto Sans"/>
              </a:defRPr>
            </a:defPPr>
            <a:lvl1pPr>
              <a:defRPr sz="3075" b="1">
                <a:solidFill>
                  <a:srgbClr val="031C36"/>
                </a:solidFill>
                <a:latin typeface="Noto Sans"/>
                <a:ea typeface="Noto Sans"/>
                <a:cs typeface="Noto Sans"/>
              </a:defRPr>
            </a:lvl1pPr>
            <a:lvl2pPr>
              <a:defRPr sz="3075" b="1">
                <a:solidFill>
                  <a:srgbClr val="031C36"/>
                </a:solidFill>
                <a:latin typeface="Noto Sans"/>
                <a:ea typeface="Noto Sans"/>
                <a:cs typeface="Noto Sans"/>
              </a:defRPr>
            </a:lvl2pPr>
            <a:lvl3pPr>
              <a:defRPr sz="3075" b="1">
                <a:solidFill>
                  <a:srgbClr val="031C36"/>
                </a:solidFill>
                <a:latin typeface="Noto Sans"/>
                <a:ea typeface="Noto Sans"/>
                <a:cs typeface="Noto Sans"/>
              </a:defRPr>
            </a:lvl3pPr>
            <a:lvl4pPr>
              <a:defRPr sz="3075" b="1">
                <a:solidFill>
                  <a:srgbClr val="031C36"/>
                </a:solidFill>
                <a:latin typeface="Noto Sans"/>
                <a:ea typeface="Noto Sans"/>
                <a:cs typeface="Noto Sans"/>
              </a:defRPr>
            </a:lvl4pPr>
            <a:lvl5pPr>
              <a:defRPr sz="3075" b="1">
                <a:solidFill>
                  <a:srgbClr val="031C36"/>
                </a:solidFill>
                <a:latin typeface="Noto Sans"/>
                <a:ea typeface="Noto Sans"/>
                <a:cs typeface="Noto Sans"/>
              </a:defRPr>
            </a:lvl5pPr>
            <a:lvl6pPr>
              <a:defRPr sz="3075" b="1">
                <a:solidFill>
                  <a:srgbClr val="031C36"/>
                </a:solidFill>
                <a:latin typeface="Noto Sans"/>
                <a:ea typeface="Noto Sans"/>
                <a:cs typeface="Noto Sans"/>
              </a:defRPr>
            </a:lvl6pPr>
            <a:lvl7pPr>
              <a:defRPr sz="3075" b="1">
                <a:solidFill>
                  <a:srgbClr val="031C36"/>
                </a:solidFill>
                <a:latin typeface="Noto Sans"/>
                <a:ea typeface="Noto Sans"/>
                <a:cs typeface="Noto Sans"/>
              </a:defRPr>
            </a:lvl7pPr>
            <a:lvl8pPr>
              <a:defRPr sz="3075" b="1">
                <a:solidFill>
                  <a:srgbClr val="031C36"/>
                </a:solidFill>
                <a:latin typeface="Noto Sans"/>
                <a:ea typeface="Noto Sans"/>
                <a:cs typeface="Noto Sans"/>
              </a:defRPr>
            </a:lvl8pPr>
            <a:lvl9pPr>
              <a:defRPr sz="3075" b="1">
                <a:solidFill>
                  <a:srgbClr val="031C36"/>
                </a:solidFill>
                <a:latin typeface="Noto Sans"/>
                <a:ea typeface="Noto Sans"/>
                <a:cs typeface="Noto Sans"/>
              </a:defRPr>
            </a:lvl9pPr>
          </a:lstStyle>
          <a:p xmlns:a="http://schemas.openxmlformats.org/drawingml/2006/main">
            <a:pPr>
              <a:defRPr sz="3075" b="1">
                <a:solidFill>
                  <a:srgbClr val="031C36"/>
                </a:solidFill>
                <a:latin typeface="Noto Sans"/>
                <a:ea typeface="Noto Sans"/>
                <a:cs typeface="Noto Sans"/>
              </a:defRPr>
            </a:pPr>
            <a:r>
              <a:rPr sz="3075" b="1">
                <a:solidFill>
                  <a:srgbClr val="031C36"/>
                </a:solidFill>
                <a:latin typeface="Noto Sans"/>
                <a:ea typeface="Noto Sans"/>
                <a:cs typeface="Noto Sans"/>
              </a:rPr>
              <a:t>Đã có 10 màn, 3 flow và bằng chứng nguồn.</a:t>
            </a:r>
          </a:p>
        </p:txBody>
      </p:sp>
      <p:sp>
        <p:nvSpPr>
          <p:cNvPr id="12" name="Bước tiếp theo: kiểm tra quyền Figma, tập demo và thử với ng">
            <a:extLst xmlns:a="http://schemas.openxmlformats.org/drawingml/2006/main">
              <a:ext uri="{FF2B5EF4-FFF2-40B4-BE49-F238E27FC236}">
                <a16:creationId xmlns:a16="http://schemas.microsoft.com/office/drawing/2014/main" id="{B968A4FC-AEE5-4B0E-97A0-C2134EF4BCB8}"/>
              </a:ext>
            </a:extLst>
          </p:cNvPr>
          <p:cNvSpPr>
            <a:spLocks xmlns:a="http://schemas.openxmlformats.org/drawingml/2006/main" noGrp="1"/>
          </p:cNvSpPr>
          <p:nvPr/>
        </p:nvSpPr>
        <p:spPr>
          <a:xfrm xmlns:a="http://schemas.openxmlformats.org/drawingml/2006/main">
            <a:off x="1143000" y="8715375"/>
            <a:ext cx="1590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75" b="0">
                <a:solidFill>
                  <a:srgbClr val="424751"/>
                </a:solidFill>
                <a:latin typeface="Noto Sans"/>
                <a:ea typeface="Noto Sans"/>
                <a:cs typeface="Noto Sans"/>
              </a:defRPr>
            </a:defPPr>
            <a:lvl1pPr>
              <a:defRPr sz="2175" b="0">
                <a:solidFill>
                  <a:srgbClr val="424751"/>
                </a:solidFill>
                <a:latin typeface="Noto Sans"/>
                <a:ea typeface="Noto Sans"/>
                <a:cs typeface="Noto Sans"/>
              </a:defRPr>
            </a:lvl1pPr>
            <a:lvl2pPr>
              <a:defRPr sz="2175" b="0">
                <a:solidFill>
                  <a:srgbClr val="424751"/>
                </a:solidFill>
                <a:latin typeface="Noto Sans"/>
                <a:ea typeface="Noto Sans"/>
                <a:cs typeface="Noto Sans"/>
              </a:defRPr>
            </a:lvl2pPr>
            <a:lvl3pPr>
              <a:defRPr sz="2175" b="0">
                <a:solidFill>
                  <a:srgbClr val="424751"/>
                </a:solidFill>
                <a:latin typeface="Noto Sans"/>
                <a:ea typeface="Noto Sans"/>
                <a:cs typeface="Noto Sans"/>
              </a:defRPr>
            </a:lvl3pPr>
            <a:lvl4pPr>
              <a:defRPr sz="2175" b="0">
                <a:solidFill>
                  <a:srgbClr val="424751"/>
                </a:solidFill>
                <a:latin typeface="Noto Sans"/>
                <a:ea typeface="Noto Sans"/>
                <a:cs typeface="Noto Sans"/>
              </a:defRPr>
            </a:lvl4pPr>
            <a:lvl5pPr>
              <a:defRPr sz="2175" b="0">
                <a:solidFill>
                  <a:srgbClr val="424751"/>
                </a:solidFill>
                <a:latin typeface="Noto Sans"/>
                <a:ea typeface="Noto Sans"/>
                <a:cs typeface="Noto Sans"/>
              </a:defRPr>
            </a:lvl5pPr>
            <a:lvl6pPr>
              <a:defRPr sz="2175" b="0">
                <a:solidFill>
                  <a:srgbClr val="424751"/>
                </a:solidFill>
                <a:latin typeface="Noto Sans"/>
                <a:ea typeface="Noto Sans"/>
                <a:cs typeface="Noto Sans"/>
              </a:defRPr>
            </a:lvl6pPr>
            <a:lvl7pPr>
              <a:defRPr sz="2175" b="0">
                <a:solidFill>
                  <a:srgbClr val="424751"/>
                </a:solidFill>
                <a:latin typeface="Noto Sans"/>
                <a:ea typeface="Noto Sans"/>
                <a:cs typeface="Noto Sans"/>
              </a:defRPr>
            </a:lvl7pPr>
            <a:lvl8pPr>
              <a:defRPr sz="2175" b="0">
                <a:solidFill>
                  <a:srgbClr val="424751"/>
                </a:solidFill>
                <a:latin typeface="Noto Sans"/>
                <a:ea typeface="Noto Sans"/>
                <a:cs typeface="Noto Sans"/>
              </a:defRPr>
            </a:lvl8pPr>
            <a:lvl9pPr>
              <a:defRPr sz="2175" b="0">
                <a:solidFill>
                  <a:srgbClr val="424751"/>
                </a:solidFill>
                <a:latin typeface="Noto Sans"/>
                <a:ea typeface="Noto Sans"/>
                <a:cs typeface="Noto Sans"/>
              </a:defRPr>
            </a:lvl9pPr>
          </a:lstStyle>
          <a:p xmlns:a="http://schemas.openxmlformats.org/drawingml/2006/main">
            <a:pPr>
              <a:defRPr sz="2175" b="0">
                <a:solidFill>
                  <a:srgbClr val="424751"/>
                </a:solidFill>
                <a:latin typeface="Noto Sans"/>
                <a:ea typeface="Noto Sans"/>
                <a:cs typeface="Noto Sans"/>
              </a:defRPr>
            </a:pPr>
            <a:r>
              <a:rPr sz="2175" b="0">
                <a:solidFill>
                  <a:srgbClr val="424751"/>
                </a:solidFill>
                <a:latin typeface="Noto Sans"/>
                <a:ea typeface="Noto Sans"/>
                <a:cs typeface="Noto Sans"/>
              </a:rPr>
              <a:t>Bước tiếp theo: kiểm tra quyền Figma, tập demo và thử với người dùng.</a:t>
            </a:r>
          </a:p>
        </p:txBody>
      </p:sp>
    </p:spTree>
    <p:extLst>
      <p:ext uri="{BB962C8B-B14F-4D97-AF65-F5344CB8AC3E}">
        <p14:creationId xmlns:p14="http://schemas.microsoft.com/office/powerpoint/2010/main" val="206417452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2026-10-26T20:16:04.0520000Z</dcterms:created>
  <dcterms:modified xsi:type="dcterms:W3CDTF">2026-10-26T20:16:04.0520000Z</dcterms:modified>
</coreProperties>
</file>