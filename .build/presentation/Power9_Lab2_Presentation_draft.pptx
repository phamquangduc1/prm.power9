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svg" ContentType="image/svg+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b9ffdefd1004007" /><Relationship Type="http://schemas.openxmlformats.org/officeDocument/2006/relationships/extended-properties" Target="/docProps/app.xml" Id="R7abdd040861b4b89" /><Relationship Type="http://schemas.openxmlformats.org/officeDocument/2006/relationships/officeDocument" Target="/ppt/presentation.xml" Id="R4548fa2ad31e47f8"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e45ed64ed3b0474b"/>
  </p:sldMasterIdLst>
  <p:notesMasterIdLst>
    <p:notesMasterId xmlns:r="http://schemas.openxmlformats.org/officeDocument/2006/relationships" r:id="R03b2f1e47a0f4562"/>
  </p:notesMasterIdLst>
  <p:sldIdLst>
    <p:sldId xmlns:r="http://schemas.openxmlformats.org/officeDocument/2006/relationships" id="256" r:id="R7d997c619e1d4798"/>
    <p:sldId xmlns:r="http://schemas.openxmlformats.org/officeDocument/2006/relationships" id="257" r:id="Re607080a6ac34d0b"/>
    <p:sldId xmlns:r="http://schemas.openxmlformats.org/officeDocument/2006/relationships" id="258" r:id="R0eea05d0e5f84490"/>
    <p:sldId xmlns:r="http://schemas.openxmlformats.org/officeDocument/2006/relationships" id="259" r:id="Rdcb802a82d7c4ffb"/>
    <p:sldId xmlns:r="http://schemas.openxmlformats.org/officeDocument/2006/relationships" id="260" r:id="R8fd4f718907946fb"/>
    <p:sldId xmlns:r="http://schemas.openxmlformats.org/officeDocument/2006/relationships" id="261" r:id="Re457f484e66a4fb3"/>
    <p:sldId xmlns:r="http://schemas.openxmlformats.org/officeDocument/2006/relationships" id="262" r:id="R97a51e5f7644470b"/>
    <p:sldId xmlns:r="http://schemas.openxmlformats.org/officeDocument/2006/relationships" id="263" r:id="R0d1f864669f64c91"/>
    <p:sldId xmlns:r="http://schemas.openxmlformats.org/officeDocument/2006/relationships" id="264" r:id="R23d5b739dc2f4583"/>
    <p:sldId xmlns:r="http://schemas.openxmlformats.org/officeDocument/2006/relationships" id="265" r:id="R18908e120aea437b"/>
    <p:sldId xmlns:r="http://schemas.openxmlformats.org/officeDocument/2006/relationships" id="266" r:id="Rc63320028d77492c"/>
    <p:sldId xmlns:r="http://schemas.openxmlformats.org/officeDocument/2006/relationships" id="267" r:id="R5fb2d609538940c7"/>
  </p:sldIdLst>
  <p:sldSz cx="18288000" cy="10287000"/>
  <p:notesSz cx="6858000" cy="9144000"/>
  <p:embeddedFontLst>
    <p:embeddedFont>
      <p:font typeface="Poppins"/>
      <p:regular xmlns:r="http://schemas.openxmlformats.org/officeDocument/2006/relationships" r:id="R636e5954943e40f4"/>
    </p:embeddedFont>
    <p:embeddedFont>
      <p:font typeface="Poppins Bold"/>
      <p:regular xmlns:r="http://schemas.openxmlformats.org/officeDocument/2006/relationships" r:id="R9fdc8a11c0c8424f"/>
    </p:embeddedFont>
    <p:embeddedFont>
      <p:font typeface="Noto Sans Bold"/>
      <p:regular xmlns:r="http://schemas.openxmlformats.org/officeDocument/2006/relationships" r:id="R6963a062b3d34949"/>
    </p:embeddedFont>
    <p:embeddedFont>
      <p:font typeface="Noto Sans"/>
      <p:regular xmlns:r="http://schemas.openxmlformats.org/officeDocument/2006/relationships" r:id="R380b32ba5dd345b9"/>
    </p:embeddedFont>
  </p:embeddedFontLst>
  <p:defaultTextStyle>
    <a:defPPr xmlns:a="http://schemas.openxmlformats.org/drawingml/2006/main">
      <a:buNone/>
    </a:defPPr>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618daf95d4974f84" /><Relationship Type="http://schemas.openxmlformats.org/officeDocument/2006/relationships/slideMaster" Target="/ppt/slideMasters/slideMaster1.xml" Id="Re45ed64ed3b0474b" /><Relationship Type="http://schemas.openxmlformats.org/officeDocument/2006/relationships/notesMaster" Target="/ppt/notesMasters/notesMaster1.xml" Id="R03b2f1e47a0f4562" /><Relationship Type="http://schemas.openxmlformats.org/officeDocument/2006/relationships/presProps" Target="/ppt/presProps.xml" Id="R76398da233954578" /><Relationship Type="http://schemas.openxmlformats.org/officeDocument/2006/relationships/viewProps" Target="/ppt/viewProps.xml" Id="R86c68091433d441a" /><Relationship Type="http://schemas.openxmlformats.org/officeDocument/2006/relationships/tableStyles" Target="/ppt/tableStyles.xml" Id="R4a249f7ced09473a" /><Relationship Type="http://schemas.openxmlformats.org/officeDocument/2006/relationships/font" Target="/ppt/fonts/font.dat" Id="R636e5954943e40f4" /><Relationship Type="http://schemas.openxmlformats.org/officeDocument/2006/relationships/font" Target="/ppt/fonts/font2.dat" Id="R9fdc8a11c0c8424f" /><Relationship Type="http://schemas.openxmlformats.org/officeDocument/2006/relationships/font" Target="/ppt/fonts/font3.dat" Id="R6963a062b3d34949" /><Relationship Type="http://schemas.openxmlformats.org/officeDocument/2006/relationships/font" Target="/ppt/fonts/font4.dat" Id="R380b32ba5dd345b9" /><Relationship Type="http://schemas.openxmlformats.org/officeDocument/2006/relationships/slide" Target="/ppt/slides/slide1.xml" Id="R7d997c619e1d4798" /><Relationship Type="http://schemas.openxmlformats.org/officeDocument/2006/relationships/slide" Target="/ppt/slides/slide2.xml" Id="Re607080a6ac34d0b" /><Relationship Type="http://schemas.openxmlformats.org/officeDocument/2006/relationships/slide" Target="/ppt/slides/slide3.xml" Id="R0eea05d0e5f84490" /><Relationship Type="http://schemas.openxmlformats.org/officeDocument/2006/relationships/slide" Target="/ppt/slides/slide4.xml" Id="Rdcb802a82d7c4ffb" /><Relationship Type="http://schemas.openxmlformats.org/officeDocument/2006/relationships/slide" Target="/ppt/slides/slide5.xml" Id="R8fd4f718907946fb" /><Relationship Type="http://schemas.openxmlformats.org/officeDocument/2006/relationships/slide" Target="/ppt/slides/slide6.xml" Id="Re457f484e66a4fb3" /><Relationship Type="http://schemas.openxmlformats.org/officeDocument/2006/relationships/slide" Target="/ppt/slides/slide7.xml" Id="R97a51e5f7644470b" /><Relationship Type="http://schemas.openxmlformats.org/officeDocument/2006/relationships/slide" Target="/ppt/slides/slide8.xml" Id="R0d1f864669f64c91" /><Relationship Type="http://schemas.openxmlformats.org/officeDocument/2006/relationships/slide" Target="/ppt/slides/slide9.xml" Id="R23d5b739dc2f4583" /><Relationship Type="http://schemas.openxmlformats.org/officeDocument/2006/relationships/slide" Target="/ppt/slides/slide10.xml" Id="R18908e120aea437b" /><Relationship Type="http://schemas.openxmlformats.org/officeDocument/2006/relationships/slide" Target="/ppt/slides/slide11.xml" Id="Rc63320028d77492c" /><Relationship Type="http://schemas.openxmlformats.org/officeDocument/2006/relationships/slide" Target="/ppt/slides/slide12.xml" Id="R5fb2d609538940c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c61992f006545e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17cebb1ebf04df8" /><Relationship Type="http://schemas.openxmlformats.org/officeDocument/2006/relationships/notesMaster" Target="/ppt/notesMasters/notesMaster1.xml" Id="Ra9020d740a0a40a0" /></Relationships>
</file>

<file path=ppt/notesSlides/_rels/notesSlide2.xml.rels>&#65279;<?xml version="1.0" encoding="utf-8"?><Relationships xmlns="http://schemas.openxmlformats.org/package/2006/relationships"><Relationship Type="http://schemas.openxmlformats.org/officeDocument/2006/relationships/slide" Target="/ppt/slides/slide2.xml" Id="R9ae68cafde8a4b09" /><Relationship Type="http://schemas.openxmlformats.org/officeDocument/2006/relationships/notesMaster" Target="/ppt/notesMasters/notesMaster1.xml" Id="Rab312a7eba4e4edb" /></Relationships>
</file>

<file path=ppt/notesSlides/_rels/notesSlide3.xml.rels>&#65279;<?xml version="1.0" encoding="utf-8"?><Relationships xmlns="http://schemas.openxmlformats.org/package/2006/relationships"><Relationship Type="http://schemas.openxmlformats.org/officeDocument/2006/relationships/slide" Target="/ppt/slides/slide3.xml" Id="Ra0cc0d7861134030" /><Relationship Type="http://schemas.openxmlformats.org/officeDocument/2006/relationships/notesMaster" Target="/ppt/notesMasters/notesMaster1.xml" Id="R3c647e58ecca422d" /></Relationships>
</file>

<file path=ppt/notesSlides/_rels/notesSlide4.xml.rels>&#65279;<?xml version="1.0" encoding="utf-8"?><Relationships xmlns="http://schemas.openxmlformats.org/package/2006/relationships"><Relationship Type="http://schemas.openxmlformats.org/officeDocument/2006/relationships/slide" Target="/ppt/slides/slide4.xml" Id="Rc7006d0a213d40ab" /><Relationship Type="http://schemas.openxmlformats.org/officeDocument/2006/relationships/notesMaster" Target="/ppt/notesMasters/notesMaster1.xml" Id="R28d6cea6bffd4700" /></Relationships>
</file>

<file path=ppt/notesSlides/_rels/notesSlide5.xml.rels>&#65279;<?xml version="1.0" encoding="utf-8"?><Relationships xmlns="http://schemas.openxmlformats.org/package/2006/relationships"><Relationship Type="http://schemas.openxmlformats.org/officeDocument/2006/relationships/slide" Target="/ppt/slides/slide5.xml" Id="Rc0e5eabffee94a8c" /><Relationship Type="http://schemas.openxmlformats.org/officeDocument/2006/relationships/notesMaster" Target="/ppt/notesMasters/notesMaster1.xml" Id="Rb009562b7be74a06" /></Relationships>
</file>

<file path=ppt/notesSlides/_rels/notesSlide6.xml.rels>&#65279;<?xml version="1.0" encoding="utf-8"?><Relationships xmlns="http://schemas.openxmlformats.org/package/2006/relationships"><Relationship Type="http://schemas.openxmlformats.org/officeDocument/2006/relationships/slide" Target="/ppt/slides/slide6.xml" Id="R9c1768ed3be7400d" /><Relationship Type="http://schemas.openxmlformats.org/officeDocument/2006/relationships/notesMaster" Target="/ppt/notesMasters/notesMaster1.xml" Id="R37e9f4e6d3ed42d8" /></Relationships>
</file>

<file path=ppt/notesSlides/_rels/notesSlide7.xml.rels>&#65279;<?xml version="1.0" encoding="utf-8"?><Relationships xmlns="http://schemas.openxmlformats.org/package/2006/relationships"><Relationship Type="http://schemas.openxmlformats.org/officeDocument/2006/relationships/slide" Target="/ppt/slides/slide7.xml" Id="R540c3df61108412f" /><Relationship Type="http://schemas.openxmlformats.org/officeDocument/2006/relationships/notesMaster" Target="/ppt/notesMasters/notesMaster1.xml" Id="R54b4295ec2a243a8" /></Relationships>
</file>

<file path=ppt/notesSlides/_rels/notesSlide8.xml.rels>&#65279;<?xml version="1.0" encoding="utf-8"?><Relationships xmlns="http://schemas.openxmlformats.org/package/2006/relationships"><Relationship Type="http://schemas.openxmlformats.org/officeDocument/2006/relationships/slide" Target="/ppt/slides/slide8.xml" Id="R5e8f0ab673ef4b52" /><Relationship Type="http://schemas.openxmlformats.org/officeDocument/2006/relationships/notesMaster" Target="/ppt/notesMasters/notesMaster1.xml" Id="R1fbb262be15a434f" /></Relationships>
</file>

<file path=ppt/notesSlides/_rels/notesSlide9.xml.rels>&#65279;<?xml version="1.0" encoding="utf-8"?><Relationships xmlns="http://schemas.openxmlformats.org/package/2006/relationships"><Relationship Type="http://schemas.openxmlformats.org/officeDocument/2006/relationships/slide" Target="/ppt/slides/slide9.xml" Id="R3a25e07cb9a64340" /><Relationship Type="http://schemas.openxmlformats.org/officeDocument/2006/relationships/notesMaster" Target="/ppt/notesMasters/notesMaster1.xml" Id="R085f5cea0fb44bf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2c08203b4664fb9" /><Relationship Type="http://schemas.openxmlformats.org/officeDocument/2006/relationships/notesMaster" Target="/ppt/notesMasters/notesMaster1.xml" Id="Rf2ad538c6ce348d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e5895788ec847cb" /><Relationship Type="http://schemas.openxmlformats.org/officeDocument/2006/relationships/notesMaster" Target="/ppt/notesMasters/notesMaster1.xml" Id="R6e5e91735a68457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0f09b1f7422494b" /><Relationship Type="http://schemas.openxmlformats.org/officeDocument/2006/relationships/notesMaster" Target="/ppt/notesMasters/notesMaster1.xml" Id="R8d402c14ae8e4f7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57660aae2c143b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6ddf650c733476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2b1bca880d74a8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62dfffe21e9407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bc29f3b350e46a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558af2b973f448e"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c0e19e23ae1c4632"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c73ed06344804017"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fd92694f476e4d31"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903f26d80c1942e2"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f05fbfabf08a4b71"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DFB7193-14B5-41F7-B5A5-483D606FF7B7}"/>
              </a:ext>
            </a:extLst>
          </p:cNvPr>
          <p:cNvSpPr>
            <a:spLocks xmlns:a="http://schemas.openxmlformats.org/drawingml/2006/main" noGrp="1"/>
          </p:cNvSpPr>
          <p:nvPr>
            <p:ph type="ctrTitle" idx="0"/>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Subtitle 2">
            <a:extLst xmlns:a="http://schemas.openxmlformats.org/drawingml/2006/main">
              <a:ext uri="{FF2B5EF4-FFF2-40B4-BE49-F238E27FC236}">
                <a16:creationId xmlns:a16="http://schemas.microsoft.com/office/drawing/2014/main" id="{9953FD33-99BA-44FC-AF90-ECE75A3D5FE9}"/>
              </a:ext>
            </a:extLst>
          </p:cNvPr>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endParaRPr/>
          </a:p>
        </p:txBody>
      </p:sp>
      <p:sp>
        <p:nvSpPr>
          <p:cNvPr id="4" name="Date Placeholder 3">
            <a:extLst xmlns:a="http://schemas.openxmlformats.org/drawingml/2006/main">
              <a:ext uri="{FF2B5EF4-FFF2-40B4-BE49-F238E27FC236}">
                <a16:creationId xmlns:a16="http://schemas.microsoft.com/office/drawing/2014/main" id="{0C6F0921-7FF7-4661-8FCF-3D188393FBE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5" name="Footer Placeholder 4">
            <a:extLst xmlns:a="http://schemas.openxmlformats.org/drawingml/2006/main">
              <a:ext uri="{FF2B5EF4-FFF2-40B4-BE49-F238E27FC236}">
                <a16:creationId xmlns:a16="http://schemas.microsoft.com/office/drawing/2014/main" id="{5EAE1C41-67A6-4669-AD9A-429E96DB9EC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80619DD3-229A-4999-9D01-6B190E8AFA7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459324D-FEDA-4454-B615-70297BA77DAA}"/>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BE684992-24FA-4A7E-8DD3-90EC09FCC9DB}"/>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FC4CF98C-009E-49E9-9220-3E5E57D739E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5" name="Footer Placeholder 4">
            <a:extLst xmlns:a="http://schemas.openxmlformats.org/drawingml/2006/main">
              <a:ext uri="{FF2B5EF4-FFF2-40B4-BE49-F238E27FC236}">
                <a16:creationId xmlns:a16="http://schemas.microsoft.com/office/drawing/2014/main" id="{C30D466D-D3D2-4CBD-8A26-77F482F1D74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C6AAF3E2-AD75-41E4-B163-7F5779DCB8E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E2085C5-BF19-483D-968D-55C93072CDB9}"/>
              </a:ext>
            </a:extLst>
          </p:cNvPr>
          <p:cNvSpPr>
            <a:spLocks xmlns:a="http://schemas.openxmlformats.org/drawingml/2006/main" noGrp="1"/>
          </p:cNvSpPr>
          <p:nvPr>
            <p:ph type="title" idx="0"/>
          </p:nvPr>
        </p:nvSpPr>
        <p:spPr>
          <a:xfrm xmlns:a="http://schemas.openxmlformats.org/drawingml/2006/main">
            <a:off x="722313" y="4406900"/>
            <a:ext cx="77724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F912C7FD-3131-460E-9EC2-749A95A9F793}"/>
              </a:ext>
            </a:extLst>
          </p:cNvPr>
          <p:cNvSpPr>
            <a:spLocks xmlns:a="http://schemas.openxmlformats.org/drawingml/2006/main" noGrp="1"/>
          </p:cNvSpPr>
          <p:nvPr>
            <p:ph type="body" idx="1"/>
          </p:nvPr>
        </p:nvSpPr>
        <p:spPr>
          <a:xfrm xmlns:a="http://schemas.openxmlformats.org/drawingml/2006/main">
            <a:off x="722313" y="2906713"/>
            <a:ext cx="77724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6035B5AF-F27C-4D73-A3D8-6173A07935D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5" name="Footer Placeholder 4">
            <a:extLst xmlns:a="http://schemas.openxmlformats.org/drawingml/2006/main">
              <a:ext uri="{FF2B5EF4-FFF2-40B4-BE49-F238E27FC236}">
                <a16:creationId xmlns:a16="http://schemas.microsoft.com/office/drawing/2014/main" id="{AEB9B8F8-6465-421A-8703-2043A893769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566A61C9-B5EA-4270-8472-D37DD309D42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4224F11-DDB2-43C6-B82B-92BDF094711C}"/>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451ABDCA-1654-4280-8137-E0F0E6FA229E}"/>
              </a:ext>
            </a:extLst>
          </p:cNvPr>
          <p:cNvSpPr>
            <a:spLocks xmlns:a="http://schemas.openxmlformats.org/drawingml/2006/main" noGrp="1"/>
          </p:cNvSpPr>
          <p:nvPr>
            <p:ph idx="1"/>
          </p:nvPr>
        </p:nvSpPr>
        <p:spPr>
          <a:xfrm xmlns:a="http://schemas.openxmlformats.org/drawingml/2006/main">
            <a:off x="457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Content Placeholder 3">
            <a:extLst xmlns:a="http://schemas.openxmlformats.org/drawingml/2006/main">
              <a:ext uri="{FF2B5EF4-FFF2-40B4-BE49-F238E27FC236}">
                <a16:creationId xmlns:a16="http://schemas.microsoft.com/office/drawing/2014/main" id="{87AD7CD1-2328-4CD7-ADF6-74052C8C8243}"/>
              </a:ext>
            </a:extLst>
          </p:cNvPr>
          <p:cNvSpPr>
            <a:spLocks xmlns:a="http://schemas.openxmlformats.org/drawingml/2006/main" noGrp="1"/>
          </p:cNvSpPr>
          <p:nvPr>
            <p:ph idx="2"/>
          </p:nvPr>
        </p:nvSpPr>
        <p:spPr>
          <a:xfrm xmlns:a="http://schemas.openxmlformats.org/drawingml/2006/main">
            <a:off x="4648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Date Placeholder 4">
            <a:extLst xmlns:a="http://schemas.openxmlformats.org/drawingml/2006/main">
              <a:ext uri="{FF2B5EF4-FFF2-40B4-BE49-F238E27FC236}">
                <a16:creationId xmlns:a16="http://schemas.microsoft.com/office/drawing/2014/main" id="{A9EB099A-3571-4186-A9D9-29E91D56240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6" name="Footer Placeholder 5">
            <a:extLst xmlns:a="http://schemas.openxmlformats.org/drawingml/2006/main">
              <a:ext uri="{FF2B5EF4-FFF2-40B4-BE49-F238E27FC236}">
                <a16:creationId xmlns:a16="http://schemas.microsoft.com/office/drawing/2014/main" id="{798103C3-90DD-4240-A681-4581BF85C33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A8851A32-6E18-4C4E-A156-0C34D8A3442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6E6549E-1328-4162-8AB5-5BEC9481A136}"/>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4D4631F5-ACE9-4BF1-8795-014C7807396B}"/>
              </a:ext>
            </a:extLst>
          </p:cNvPr>
          <p:cNvSpPr>
            <a:spLocks xmlns:a="http://schemas.openxmlformats.org/drawingml/2006/main" noGrp="1"/>
          </p:cNvSpPr>
          <p:nvPr>
            <p:ph type="body" idx="1"/>
          </p:nvPr>
        </p:nvSpPr>
        <p:spPr>
          <a:xfrm xmlns:a="http://schemas.openxmlformats.org/drawingml/2006/main">
            <a:off x="457200" y="1535113"/>
            <a:ext cx="4040188"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735BF3A0-F81F-49AA-A2F9-4D4AF8AA46AA}"/>
              </a:ext>
            </a:extLst>
          </p:cNvPr>
          <p:cNvSpPr>
            <a:spLocks xmlns:a="http://schemas.openxmlformats.org/drawingml/2006/main" noGrp="1"/>
          </p:cNvSpPr>
          <p:nvPr>
            <p:ph idx="2"/>
          </p:nvPr>
        </p:nvSpPr>
        <p:spPr>
          <a:xfrm xmlns:a="http://schemas.openxmlformats.org/drawingml/2006/main">
            <a:off x="457200" y="2174875"/>
            <a:ext cx="4040188"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Text Placeholder 4">
            <a:extLst xmlns:a="http://schemas.openxmlformats.org/drawingml/2006/main">
              <a:ext uri="{FF2B5EF4-FFF2-40B4-BE49-F238E27FC236}">
                <a16:creationId xmlns:a16="http://schemas.microsoft.com/office/drawing/2014/main" id="{ED548C24-8092-4491-9C48-E01D837EAF0B}"/>
              </a:ext>
            </a:extLst>
          </p:cNvPr>
          <p:cNvSpPr>
            <a:spLocks xmlns:a="http://schemas.openxmlformats.org/drawingml/2006/main" noGrp="1"/>
          </p:cNvSpPr>
          <p:nvPr>
            <p:ph type="body" idx="3"/>
          </p:nvPr>
        </p:nvSpPr>
        <p:spPr>
          <a:xfrm xmlns:a="http://schemas.openxmlformats.org/drawingml/2006/main">
            <a:off x="4645025" y="1535113"/>
            <a:ext cx="4041775"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1E72C086-A735-473F-A874-4D9EA06EA0BC}"/>
              </a:ext>
            </a:extLst>
          </p:cNvPr>
          <p:cNvSpPr>
            <a:spLocks xmlns:a="http://schemas.openxmlformats.org/drawingml/2006/main" noGrp="1"/>
          </p:cNvSpPr>
          <p:nvPr>
            <p:ph idx="4"/>
          </p:nvPr>
        </p:nvSpPr>
        <p:spPr>
          <a:xfrm xmlns:a="http://schemas.openxmlformats.org/drawingml/2006/main">
            <a:off x="4645025" y="2174875"/>
            <a:ext cx="4041775"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7" name="Date Placeholder 6">
            <a:extLst xmlns:a="http://schemas.openxmlformats.org/drawingml/2006/main">
              <a:ext uri="{FF2B5EF4-FFF2-40B4-BE49-F238E27FC236}">
                <a16:creationId xmlns:a16="http://schemas.microsoft.com/office/drawing/2014/main" id="{57AD23EB-F87D-4625-B266-8979EF06383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8" name="Footer Placeholder 7">
            <a:extLst xmlns:a="http://schemas.openxmlformats.org/drawingml/2006/main">
              <a:ext uri="{FF2B5EF4-FFF2-40B4-BE49-F238E27FC236}">
                <a16:creationId xmlns:a16="http://schemas.microsoft.com/office/drawing/2014/main" id="{77B33B5F-B88A-4BFC-8967-6C0F10C0EBB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3EF721EC-DB53-4C9C-8E6E-E4FABEE7B9E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A5DC26A-164A-42FD-8037-99DE3C8E31D6}"/>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Date Placeholder 2">
            <a:extLst xmlns:a="http://schemas.openxmlformats.org/drawingml/2006/main">
              <a:ext uri="{FF2B5EF4-FFF2-40B4-BE49-F238E27FC236}">
                <a16:creationId xmlns:a16="http://schemas.microsoft.com/office/drawing/2014/main" id="{4F5A6297-80B0-4225-88C7-4E3FC484694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4" name="Footer Placeholder 3">
            <a:extLst xmlns:a="http://schemas.openxmlformats.org/drawingml/2006/main">
              <a:ext uri="{FF2B5EF4-FFF2-40B4-BE49-F238E27FC236}">
                <a16:creationId xmlns:a16="http://schemas.microsoft.com/office/drawing/2014/main" id="{E7EEF336-B6E2-44D8-830D-31184BEC9F1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5849DEC9-5174-4397-A1CA-8CEACFC1192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4305BED9-273F-4050-AF1E-3CB627817BD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3" name="Footer Placeholder 2">
            <a:extLst xmlns:a="http://schemas.openxmlformats.org/drawingml/2006/main">
              <a:ext uri="{FF2B5EF4-FFF2-40B4-BE49-F238E27FC236}">
                <a16:creationId xmlns:a16="http://schemas.microsoft.com/office/drawing/2014/main" id="{812FCAE5-45FE-419E-B35E-86723D04A67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04A4BBAE-B082-442C-B0FA-0B063648FAB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12BDF29-25FF-4B26-A022-24F630910DC6}"/>
              </a:ext>
            </a:extLst>
          </p:cNvPr>
          <p:cNvSpPr>
            <a:spLocks xmlns:a="http://schemas.openxmlformats.org/drawingml/2006/main" noGrp="1"/>
          </p:cNvSpPr>
          <p:nvPr>
            <p:ph type="title" idx="0"/>
          </p:nvPr>
        </p:nvSpPr>
        <p:spPr>
          <a:xfrm xmlns:a="http://schemas.openxmlformats.org/drawingml/2006/main">
            <a:off x="457200" y="273050"/>
            <a:ext cx="3008313"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B48875C8-9969-4743-BAC4-05159D2CC74E}"/>
              </a:ext>
            </a:extLst>
          </p:cNvPr>
          <p:cNvSpPr>
            <a:spLocks xmlns:a="http://schemas.openxmlformats.org/drawingml/2006/main" noGrp="1"/>
          </p:cNvSpPr>
          <p:nvPr>
            <p:ph idx="1"/>
          </p:nvPr>
        </p:nvSpPr>
        <p:spPr>
          <a:xfrm xmlns:a="http://schemas.openxmlformats.org/drawingml/2006/main">
            <a:off x="3575050" y="273050"/>
            <a:ext cx="5111750"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Text Placeholder 3">
            <a:extLst xmlns:a="http://schemas.openxmlformats.org/drawingml/2006/main">
              <a:ext uri="{FF2B5EF4-FFF2-40B4-BE49-F238E27FC236}">
                <a16:creationId xmlns:a16="http://schemas.microsoft.com/office/drawing/2014/main" id="{4E9877A3-318A-4A3A-9BB6-3C5AEB8300EB}"/>
              </a:ext>
            </a:extLst>
          </p:cNvPr>
          <p:cNvSpPr>
            <a:spLocks xmlns:a="http://schemas.openxmlformats.org/drawingml/2006/main" noGrp="1"/>
          </p:cNvSpPr>
          <p:nvPr>
            <p:ph type="body" idx="2"/>
          </p:nvPr>
        </p:nvSpPr>
        <p:spPr>
          <a:xfrm xmlns:a="http://schemas.openxmlformats.org/drawingml/2006/main">
            <a:off x="457200" y="1435100"/>
            <a:ext cx="3008313"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E03BFCAD-47C8-4F18-B7C7-43FBF4A1716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6" name="Footer Placeholder 5">
            <a:extLst xmlns:a="http://schemas.openxmlformats.org/drawingml/2006/main">
              <a:ext uri="{FF2B5EF4-FFF2-40B4-BE49-F238E27FC236}">
                <a16:creationId xmlns:a16="http://schemas.microsoft.com/office/drawing/2014/main" id="{625F08E6-86FD-49E5-9D07-6CE10CEAD4C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B2377588-CC4D-490D-B036-A0940D6E0E5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673BE7C-E273-4D6C-9A73-CCDB1B0D2448}"/>
              </a:ext>
            </a:extLst>
          </p:cNvPr>
          <p:cNvSpPr>
            <a:spLocks xmlns:a="http://schemas.openxmlformats.org/drawingml/2006/main" noGrp="1"/>
          </p:cNvSpPr>
          <p:nvPr>
            <p:ph type="title" idx="0"/>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Picture Placeholder 2">
            <a:extLst xmlns:a="http://schemas.openxmlformats.org/drawingml/2006/main">
              <a:ext uri="{FF2B5EF4-FFF2-40B4-BE49-F238E27FC236}">
                <a16:creationId xmlns:a16="http://schemas.microsoft.com/office/drawing/2014/main" id="{5829FF6E-D626-47A1-9CED-96085EC47E70}"/>
              </a:ext>
            </a:extLst>
          </p:cNvPr>
          <p:cNvSpPr>
            <a:spLocks xmlns:a="http://schemas.openxmlformats.org/drawingml/2006/main" noGrp="1"/>
          </p:cNvSpPr>
          <p:nvPr>
            <p:ph type="pic" idx="1"/>
          </p:nvPr>
        </p:nvSpPr>
        <p:spPr>
          <a:xfrm xmlns:a="http://schemas.openxmlformats.org/drawingml/2006/main">
            <a:off x="1792288" y="612775"/>
            <a:ext cx="5486400" cy="4114800"/>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BA7DBC24-9297-439C-86D5-58AADF8BA7FD}"/>
              </a:ext>
            </a:extLst>
          </p:cNvPr>
          <p:cNvSpPr>
            <a:spLocks xmlns:a="http://schemas.openxmlformats.org/drawingml/2006/main" noGrp="1"/>
          </p:cNvSpPr>
          <p:nvPr>
            <p:ph type="body"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0F560B21-0C90-4BA5-8B26-A87B5102065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6" name="Footer Placeholder 5">
            <a:extLst xmlns:a="http://schemas.openxmlformats.org/drawingml/2006/main">
              <a:ext uri="{FF2B5EF4-FFF2-40B4-BE49-F238E27FC236}">
                <a16:creationId xmlns:a16="http://schemas.microsoft.com/office/drawing/2014/main" id="{9E75E65D-9C05-4AD8-8CF3-C66E8DB1C98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7273C379-04A6-4D1F-A254-64ADBDC7E3D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783DE77-3425-46E2-A557-CBB8872F1627}"/>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F31F4CF0-55BA-4F05-AF2F-9FDB2058CC3F}"/>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B6FD38FB-AA17-4122-BE01-A53C9824BE8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5" name="Footer Placeholder 4">
            <a:extLst xmlns:a="http://schemas.openxmlformats.org/drawingml/2006/main">
              <a:ext uri="{FF2B5EF4-FFF2-40B4-BE49-F238E27FC236}">
                <a16:creationId xmlns:a16="http://schemas.microsoft.com/office/drawing/2014/main" id="{08D34D13-B697-4B07-A544-D98988FBB2D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EF64FF51-B3DE-4CA7-A46F-A187A7D2863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AD09E7C7-D1D0-44C6-AAA9-90723A34772F}"/>
              </a:ext>
            </a:extLst>
          </p:cNvPr>
          <p:cNvSpPr>
            <a:spLocks xmlns:a="http://schemas.openxmlformats.org/drawingml/2006/main" noGrp="1"/>
          </p:cNvSpPr>
          <p:nvPr>
            <p:ph type="title" idx="0"/>
          </p:nvPr>
        </p:nvSpPr>
        <p:spPr>
          <a:xfrm xmlns:a="http://schemas.openxmlformats.org/drawingml/2006/main">
            <a:off x="6629400" y="274638"/>
            <a:ext cx="2057400" cy="5851525"/>
          </a:xfrm>
        </p:spPr>
        <p:txBody>
          <a:bodyPr xmlns:a="http://schemas.openxmlformats.org/drawingml/2006/main" vert="eaVert"/>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A2C99338-5A93-43C4-82C7-10218AAD877F}"/>
              </a:ext>
            </a:extLst>
          </p:cNvPr>
          <p:cNvSpPr>
            <a:spLocks xmlns:a="http://schemas.openxmlformats.org/drawingml/2006/main" noGrp="1"/>
          </p:cNvSpPr>
          <p:nvPr>
            <p:ph type="body" idx="1"/>
          </p:nvPr>
        </p:nvSpPr>
        <p:spPr>
          <a:xfrm xmlns:a="http://schemas.openxmlformats.org/drawingml/2006/main">
            <a:off x="457200" y="274638"/>
            <a:ext cx="60198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9C29FAF4-9ECE-4FD3-905F-9E63EAEA66E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5" name="Footer Placeholder 4">
            <a:extLst xmlns:a="http://schemas.openxmlformats.org/drawingml/2006/main">
              <a:ext uri="{FF2B5EF4-FFF2-40B4-BE49-F238E27FC236}">
                <a16:creationId xmlns:a16="http://schemas.microsoft.com/office/drawing/2014/main" id="{7DF63A07-0B34-4E8C-A5BC-9A32CDCF2EF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19B1372F-390B-43BE-BC04-6A6ABF481EB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d0f4b90fde84aa3" /><Relationship Type="http://schemas.openxmlformats.org/officeDocument/2006/relationships/slideLayout" Target="/ppt/slideLayouts/slideLayout1.xml" Id="R3d1a36f2bbf24096" /><Relationship Type="http://schemas.openxmlformats.org/officeDocument/2006/relationships/slideLayout" Target="/ppt/slideLayouts/slideLayout2.xml" Id="R5032db80a6914945" /><Relationship Type="http://schemas.openxmlformats.org/officeDocument/2006/relationships/slideLayout" Target="/ppt/slideLayouts/slideLayout3.xml" Id="Rc0e8955fcc8441da" /><Relationship Type="http://schemas.openxmlformats.org/officeDocument/2006/relationships/slideLayout" Target="/ppt/slideLayouts/slideLayout4.xml" Id="R3643ce79c41a4a0e" /><Relationship Type="http://schemas.openxmlformats.org/officeDocument/2006/relationships/slideLayout" Target="/ppt/slideLayouts/slideLayout5.xml" Id="Rc3dbde55ceb44a35" /><Relationship Type="http://schemas.openxmlformats.org/officeDocument/2006/relationships/slideLayout" Target="/ppt/slideLayouts/slideLayout6.xml" Id="R7cb9f7675f434ab2" /><Relationship Type="http://schemas.openxmlformats.org/officeDocument/2006/relationships/slideLayout" Target="/ppt/slideLayouts/slideLayout7.xml" Id="Ra6380859263d4f73" /><Relationship Type="http://schemas.openxmlformats.org/officeDocument/2006/relationships/slideLayout" Target="/ppt/slideLayouts/slideLayout8.xml" Id="Rd4c88e6101f741e6" /><Relationship Type="http://schemas.openxmlformats.org/officeDocument/2006/relationships/slideLayout" Target="/ppt/slideLayouts/slideLayout9.xml" Id="R34167c6abae94639" /><Relationship Type="http://schemas.openxmlformats.org/officeDocument/2006/relationships/slideLayout" Target="/ppt/slideLayouts/slideLayout10.xml" Id="Rfc75238f7fed4217" /><Relationship Type="http://schemas.openxmlformats.org/officeDocument/2006/relationships/slideLayout" Target="/ppt/slideLayouts/slideLayout11.xml" Id="Re7fa5c567d39489e"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2CA71E88-1580-4469-9BFA-1EA920019E67}"/>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610F0680-CFA3-4103-94E4-4B4AEA5E3EE3}"/>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0DCFC7E9-7CF5-47D9-BCFB-E41474A4330E}"/>
              </a:ext>
            </a:extLst>
          </p:cNvPr>
          <p:cNvSpPr>
            <a:spLocks xmlns:a="http://schemas.openxmlformats.org/drawingml/2006/main" noGrp="1"/>
          </p:cNvSpPr>
          <p:nvPr>
            <p:ph type="dt" idx="2"/>
          </p:nvPr>
        </p:nvSpPr>
        <p:spPr>
          <a:xfrm xmlns:a="http://schemas.openxmlformats.org/drawingml/2006/main">
            <a:off x="457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1D8BD707-D9CF-40AE-B4C6-C98DA3205C09}" type="datetimeFigureOut">
              <a:t>8/1/2011</a:t>
            </a:fld>
            <a:endParaRPr/>
          </a:p>
        </p:txBody>
      </p:sp>
      <p:sp>
        <p:nvSpPr>
          <p:cNvPr id="5" name="Footer Placeholder 4">
            <a:extLst xmlns:a="http://schemas.openxmlformats.org/drawingml/2006/main">
              <a:ext uri="{FF2B5EF4-FFF2-40B4-BE49-F238E27FC236}">
                <a16:creationId xmlns:a16="http://schemas.microsoft.com/office/drawing/2014/main" id="{508162A3-7D0F-423F-BEB6-9EB6652EE389}"/>
              </a:ext>
            </a:extLst>
          </p:cNvPr>
          <p:cNvSpPr>
            <a:spLocks xmlns:a="http://schemas.openxmlformats.org/drawingml/2006/main" noGrp="1"/>
          </p:cNvSpPr>
          <p:nvPr>
            <p:ph type="ftr" idx="3"/>
          </p:nvPr>
        </p:nvSpPr>
        <p:spPr>
          <a:xfrm xmlns:a="http://schemas.openxmlformats.org/drawingml/2006/main">
            <a:off x="3124200" y="6356350"/>
            <a:ext cx="2895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A96024FA-0C73-4C67-930C-4CC089A98BB6}"/>
              </a:ext>
            </a:extLst>
          </p:cNvPr>
          <p:cNvSpPr>
            <a:spLocks xmlns:a="http://schemas.openxmlformats.org/drawingml/2006/main" noGrp="1"/>
          </p:cNvSpPr>
          <p:nvPr>
            <p:ph type="sldNum" idx="4"/>
          </p:nvPr>
        </p:nvSpPr>
        <p:spPr>
          <a:xfrm xmlns:a="http://schemas.openxmlformats.org/drawingml/2006/main">
            <a:off x="6553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d1a36f2bbf24096"/>
    <p:sldLayoutId xmlns:r="http://schemas.openxmlformats.org/officeDocument/2006/relationships" id="2147483650" r:id="R5032db80a6914945"/>
    <p:sldLayoutId xmlns:r="http://schemas.openxmlformats.org/officeDocument/2006/relationships" id="2147483651" r:id="Rc0e8955fcc8441da"/>
    <p:sldLayoutId xmlns:r="http://schemas.openxmlformats.org/officeDocument/2006/relationships" id="2147483652" r:id="R3643ce79c41a4a0e"/>
    <p:sldLayoutId xmlns:r="http://schemas.openxmlformats.org/officeDocument/2006/relationships" id="2147483653" r:id="Rc3dbde55ceb44a35"/>
    <p:sldLayoutId xmlns:r="http://schemas.openxmlformats.org/officeDocument/2006/relationships" id="2147483654" r:id="R7cb9f7675f434ab2"/>
    <p:sldLayoutId xmlns:r="http://schemas.openxmlformats.org/officeDocument/2006/relationships" id="2147483655" r:id="Ra6380859263d4f73"/>
    <p:sldLayoutId xmlns:r="http://schemas.openxmlformats.org/officeDocument/2006/relationships" id="2147483656" r:id="Rd4c88e6101f741e6"/>
    <p:sldLayoutId xmlns:r="http://schemas.openxmlformats.org/officeDocument/2006/relationships" id="2147483657" r:id="R34167c6abae94639"/>
    <p:sldLayoutId xmlns:r="http://schemas.openxmlformats.org/officeDocument/2006/relationships" id="2147483658" r:id="Rfc75238f7fed4217"/>
    <p:sldLayoutId xmlns:r="http://schemas.openxmlformats.org/officeDocument/2006/relationships" id="2147483659" r:id="Re7fa5c567d39489e"/>
  </p:sldLayoutIdLst>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7.xml" Id="Rd539b050fb974dd4" /><Relationship Type="http://schemas.openxmlformats.org/officeDocument/2006/relationships/image" Target="/ppt/media/image.png" Id="Re85e6712a12541a0" /><Relationship Type="http://schemas.openxmlformats.org/officeDocument/2006/relationships/image" Target="/ppt/media/image.svg" Id="R4ab396bdec7449bb" /><Relationship Type="http://schemas.openxmlformats.org/officeDocument/2006/relationships/image" Target="/ppt/media/image2.png" Id="Rb65bcacaf7b047ec" /><Relationship Type="http://schemas.openxmlformats.org/officeDocument/2006/relationships/image" Target="/ppt/media/image2.svg" Id="R834abd9578e14b1c" /><Relationship Type="http://schemas.openxmlformats.org/officeDocument/2006/relationships/hyperlink" Target="https://www.figma.com/design/xqBod46IwxD7E9thJZLWqr/Untitled?node-id=0-1&amp;t=NwSDJv0Ra4xso7qx-1" TargetMode="External" Id="R870e03a189154d51" /><Relationship Type="http://schemas.openxmlformats.org/officeDocument/2006/relationships/hyperlink" Target="https://github.com/PhamQuangDuc1/PRM.POWER9.git" TargetMode="External" Id="Rb452d7efe7e84181" /><Relationship Type="http://schemas.openxmlformats.org/officeDocument/2006/relationships/notesSlide" Target="/ppt/notesSlides/notesSlide1.xml" Id="R4132b4fac6fe41b7" /></Relationships>
</file>

<file path=ppt/slides/_rels/slide2.xml.rels>&#65279;<?xml version="1.0" encoding="utf-8"?><Relationships xmlns="http://schemas.openxmlformats.org/package/2006/relationships"><Relationship Type="http://schemas.openxmlformats.org/officeDocument/2006/relationships/slideLayout" Target="/ppt/slideLayouts/slideLayout7.xml" Id="Rf8759e2b3165410d" /><Relationship Type="http://schemas.openxmlformats.org/officeDocument/2006/relationships/image" Target="/ppt/media/image3.png" Id="R739a0befb8f94fe9" /><Relationship Type="http://schemas.openxmlformats.org/officeDocument/2006/relationships/image" Target="/ppt/media/image3.svg" Id="Ra7a870e22baa4eb4" /><Relationship Type="http://schemas.openxmlformats.org/officeDocument/2006/relationships/image" Target="/ppt/media/image4.png" Id="Raf437f613826420f" /><Relationship Type="http://schemas.openxmlformats.org/officeDocument/2006/relationships/notesSlide" Target="/ppt/notesSlides/notesSlide2.xml" Id="Rcac94a0def0644f9" /></Relationships>
</file>

<file path=ppt/slides/_rels/slide3.xml.rels>&#65279;<?xml version="1.0" encoding="utf-8"?><Relationships xmlns="http://schemas.openxmlformats.org/package/2006/relationships"><Relationship Type="http://schemas.openxmlformats.org/officeDocument/2006/relationships/slideLayout" Target="/ppt/slideLayouts/slideLayout7.xml" Id="Rcc77a9e2d798463d" /><Relationship Type="http://schemas.openxmlformats.org/officeDocument/2006/relationships/image" Target="/ppt/media/image.jpeg" Id="R21a31ebcb97044c5" /><Relationship Type="http://schemas.openxmlformats.org/officeDocument/2006/relationships/image" Target="/ppt/media/image5.png" Id="Rf2d1b999aac94b65" /><Relationship Type="http://schemas.openxmlformats.org/officeDocument/2006/relationships/image" Target="/ppt/media/image4.svg" Id="R1f4ced4f48874d75" /><Relationship Type="http://schemas.openxmlformats.org/officeDocument/2006/relationships/notesSlide" Target="/ppt/notesSlides/notesSlide3.xml" Id="Re4dabf73ee3842e7" /></Relationships>
</file>

<file path=ppt/slides/_rels/slide4.xml.rels>&#65279;<?xml version="1.0" encoding="utf-8"?><Relationships xmlns="http://schemas.openxmlformats.org/package/2006/relationships"><Relationship Type="http://schemas.openxmlformats.org/officeDocument/2006/relationships/slideLayout" Target="/ppt/slideLayouts/slideLayout7.xml" Id="R555b8fd8fd9b430c" /><Relationship Type="http://schemas.openxmlformats.org/officeDocument/2006/relationships/image" Target="/ppt/media/image2.jpeg" Id="R3e0e8bf8d89c4913" /><Relationship Type="http://schemas.openxmlformats.org/officeDocument/2006/relationships/image" Target="/ppt/media/image6.png" Id="Rd98a2f84032c4979" /><Relationship Type="http://schemas.openxmlformats.org/officeDocument/2006/relationships/image" Target="/ppt/media/image5.svg" Id="R4de20e75de36470c" /><Relationship Type="http://schemas.openxmlformats.org/officeDocument/2006/relationships/notesSlide" Target="/ppt/notesSlides/notesSlide4.xml" Id="R5a18931dfe8e4d49" /></Relationships>
</file>

<file path=ppt/slides/_rels/slide5.xml.rels>&#65279;<?xml version="1.0" encoding="utf-8"?><Relationships xmlns="http://schemas.openxmlformats.org/package/2006/relationships"><Relationship Type="http://schemas.openxmlformats.org/officeDocument/2006/relationships/slideLayout" Target="/ppt/slideLayouts/slideLayout7.xml" Id="R4860c8d600eb46c0" /><Relationship Type="http://schemas.openxmlformats.org/officeDocument/2006/relationships/image" Target="/ppt/media/image2.jpeg" Id="R4dda6da0dc504111" /><Relationship Type="http://schemas.openxmlformats.org/officeDocument/2006/relationships/image" Target="/ppt/media/image6.png" Id="R59acbd87c49044a0" /><Relationship Type="http://schemas.openxmlformats.org/officeDocument/2006/relationships/image" Target="/ppt/media/image5.svg" Id="R9bb69ca863c248c2" /><Relationship Type="http://schemas.openxmlformats.org/officeDocument/2006/relationships/image" Target="/ppt/media/image7.png" Id="Rdd50f648940d4390" /><Relationship Type="http://schemas.openxmlformats.org/officeDocument/2006/relationships/notesSlide" Target="/ppt/notesSlides/notesSlide5.xml" Id="Rf99995c83d5a4810" /></Relationships>
</file>

<file path=ppt/slides/_rels/slide6.xml.rels>&#65279;<?xml version="1.0" encoding="utf-8"?><Relationships xmlns="http://schemas.openxmlformats.org/package/2006/relationships"><Relationship Type="http://schemas.openxmlformats.org/officeDocument/2006/relationships/slideLayout" Target="/ppt/slideLayouts/slideLayout7.xml" Id="R675917f4df404293" /><Relationship Type="http://schemas.openxmlformats.org/officeDocument/2006/relationships/image" Target="/ppt/media/image3.png" Id="R1166af4b09e54637" /><Relationship Type="http://schemas.openxmlformats.org/officeDocument/2006/relationships/image" Target="/ppt/media/image3.svg" Id="R881792b23a724f67" /><Relationship Type="http://schemas.openxmlformats.org/officeDocument/2006/relationships/image" Target="/ppt/media/image3.jpeg" Id="R5b87ca13a63b471a" /><Relationship Type="http://schemas.openxmlformats.org/officeDocument/2006/relationships/notesSlide" Target="/ppt/notesSlides/notesSlide6.xml" Id="R4ce63f0c581e451b" /></Relationships>
</file>

<file path=ppt/slides/_rels/slide7.xml.rels>&#65279;<?xml version="1.0" encoding="utf-8"?><Relationships xmlns="http://schemas.openxmlformats.org/package/2006/relationships"><Relationship Type="http://schemas.openxmlformats.org/officeDocument/2006/relationships/slideLayout" Target="/ppt/slideLayouts/slideLayout7.xml" Id="Rdf8914ab05bf4200" /><Relationship Type="http://schemas.openxmlformats.org/officeDocument/2006/relationships/image" Target="/ppt/media/image4.jpeg" Id="Rdf13e9125cb4478e" /><Relationship Type="http://schemas.openxmlformats.org/officeDocument/2006/relationships/image" Target="/ppt/media/image8.png" Id="R68f4fde3a25d4ccf" /><Relationship Type="http://schemas.openxmlformats.org/officeDocument/2006/relationships/image" Target="/ppt/media/image6.svg" Id="Rf87a646075c24434" /><Relationship Type="http://schemas.openxmlformats.org/officeDocument/2006/relationships/notesSlide" Target="/ppt/notesSlides/notesSlide7.xml" Id="Rfffba6370cde4071" /></Relationships>
</file>

<file path=ppt/slides/_rels/slide8.xml.rels>&#65279;<?xml version="1.0" encoding="utf-8"?><Relationships xmlns="http://schemas.openxmlformats.org/package/2006/relationships"><Relationship Type="http://schemas.openxmlformats.org/officeDocument/2006/relationships/slideLayout" Target="/ppt/slideLayouts/slideLayout7.xml" Id="Re6fce9f81cb149c0" /><Relationship Type="http://schemas.openxmlformats.org/officeDocument/2006/relationships/image" Target="/ppt/media/image5.jpeg" Id="R1df66bfca1164bfd" /><Relationship Type="http://schemas.openxmlformats.org/officeDocument/2006/relationships/image" Target="/ppt/media/image5.png" Id="Reefd3fc86ee34d8a" /><Relationship Type="http://schemas.openxmlformats.org/officeDocument/2006/relationships/image" Target="/ppt/media/image4.svg" Id="R32e3cc72b43841e8" /><Relationship Type="http://schemas.openxmlformats.org/officeDocument/2006/relationships/image" Target="/ppt/media/image9.png" Id="R76da574afed04d1f" /><Relationship Type="http://schemas.openxmlformats.org/officeDocument/2006/relationships/image" Target="/ppt/media/image10.png" Id="Rf76ba6142e5b4e79" /><Relationship Type="http://schemas.openxmlformats.org/officeDocument/2006/relationships/notesSlide" Target="/ppt/notesSlides/notesSlide8.xml" Id="R85906df890ae4ff2" /></Relationships>
</file>

<file path=ppt/slides/_rels/slide9.xml.rels>&#65279;<?xml version="1.0" encoding="utf-8"?><Relationships xmlns="http://schemas.openxmlformats.org/package/2006/relationships"><Relationship Type="http://schemas.openxmlformats.org/officeDocument/2006/relationships/slideLayout" Target="/ppt/slideLayouts/slideLayout7.xml" Id="R898393ca54124e69" /><Relationship Type="http://schemas.openxmlformats.org/officeDocument/2006/relationships/image" Target="/ppt/media/image5.jpeg" Id="Refc05a8d31514570" /><Relationship Type="http://schemas.openxmlformats.org/officeDocument/2006/relationships/image" Target="/ppt/media/image5.png" Id="Rce5016c2c11444fc" /><Relationship Type="http://schemas.openxmlformats.org/officeDocument/2006/relationships/image" Target="/ppt/media/image4.svg" Id="R0367a0a919024a88" /><Relationship Type="http://schemas.openxmlformats.org/officeDocument/2006/relationships/notesSlide" Target="/ppt/notesSlides/notesSlide9.xml" Id="R09ad9080f20048b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7.xml" Id="R2cc5f47822d94556" /><Relationship Type="http://schemas.openxmlformats.org/officeDocument/2006/relationships/image" Target="/ppt/media/image.jpeg" Id="Rcae1913f1fea4d08" /><Relationship Type="http://schemas.openxmlformats.org/officeDocument/2006/relationships/image" Target="/ppt/media/image5.png" Id="Rf2ab2eccda7641ed" /><Relationship Type="http://schemas.openxmlformats.org/officeDocument/2006/relationships/image" Target="/ppt/media/image4.svg" Id="R553da6da19a34edb" /><Relationship Type="http://schemas.openxmlformats.org/officeDocument/2006/relationships/notesSlide" Target="/ppt/notesSlides/notesSlide10.xml" Id="Rfde6d06b81134a6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7.xml" Id="R5f9c54cf933c46a6" /><Relationship Type="http://schemas.openxmlformats.org/officeDocument/2006/relationships/image" Target="/ppt/media/image11.png" Id="R8875bf014a7a4c0d" /><Relationship Type="http://schemas.openxmlformats.org/officeDocument/2006/relationships/image" Target="/ppt/media/image7.svg" Id="Rf1b98c9e92a64ad2" /><Relationship Type="http://schemas.openxmlformats.org/officeDocument/2006/relationships/image" Target="/ppt/media/image6.jpeg" Id="Rb853f6ba7b3e4e3c" /><Relationship Type="http://schemas.openxmlformats.org/officeDocument/2006/relationships/image" Target="/ppt/media/image7.jpeg" Id="Radfdb0224f7d4a55" /><Relationship Type="http://schemas.openxmlformats.org/officeDocument/2006/relationships/image" Target="/ppt/media/image8.jpeg" Id="R413c3fc514ef4f41" /><Relationship Type="http://schemas.openxmlformats.org/officeDocument/2006/relationships/notesSlide" Target="/ppt/notesSlides/notesSlide11.xml" Id="R0d8a86eee06d417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7.xml" Id="R322965fb9e784c6d" /><Relationship Type="http://schemas.openxmlformats.org/officeDocument/2006/relationships/image" Target="/ppt/media/image9.jpeg" Id="R8570913d31fc4565" /><Relationship Type="http://schemas.openxmlformats.org/officeDocument/2006/relationships/image" Target="/ppt/media/image3.png" Id="R63d3d92ffd2b49a4" /><Relationship Type="http://schemas.openxmlformats.org/officeDocument/2006/relationships/image" Target="/ppt/media/image3.svg" Id="R08ecf2fc43114204" /><Relationship Type="http://schemas.openxmlformats.org/officeDocument/2006/relationships/notesSlide" Target="/ppt/notesSlides/notesSlide12.xml" Id="Rae8447b89ece4914"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E7C9ADA7-E092-4038-A1FB-DA4193FF3742}"/>
              </a:ext>
            </a:extLst>
          </p:cNvPr>
          <p:cNvSpPr>
            <a:spLocks xmlns:a="http://schemas.openxmlformats.org/drawingml/2006/main" noGrp="1"/>
          </p:cNvSpPr>
          <p:nvPr/>
        </p:nvSpPr>
        <p:spPr>
          <a:xfrm xmlns:a="http://schemas.openxmlformats.org/drawingml/2006/main" rot="5473912" flipH="0" flipV="0">
            <a:off x="-88989" y="-355270"/>
            <a:ext cx="2595032" cy="2595032"/>
          </a:xfrm>
          <a:custGeom xmlns:a="http://schemas.openxmlformats.org/drawingml/2006/main">
            <a:rect l="l" t="t" r="r" b="b"/>
            <a:pathLst>
              <a:path w="2595032" h="2595032">
                <a:moveTo>
                  <a:pt x="0" y="0"/>
                </a:moveTo>
                <a:lnTo>
                  <a:pt x="2595032" y="0"/>
                </a:lnTo>
                <a:lnTo>
                  <a:pt x="2595032" y="2595032"/>
                </a:lnTo>
                <a:lnTo>
                  <a:pt x="0" y="2595032"/>
                </a:lnTo>
                <a:lnTo>
                  <a:pt x="0" y="0"/>
                </a:lnTo>
                <a:close/>
              </a:path>
            </a:pathLst>
          </a:custGeom>
          <a:blipFill xmlns:a="http://schemas.openxmlformats.org/drawingml/2006/main">
            <a:blip xmlns:r="http://schemas.openxmlformats.org/officeDocument/2006/relationships" r:embed="Re85e6712a12541a0">
              <a:extLst>
                <a:ext uri="{96DAC541-7B7A-43D3-8B79-37D633B846F1}">
                  <asvg:svgBlip xmlns:asvg="http://schemas.microsoft.com/office/drawing/2016/SVG/main" r:embed="R4ab396bdec7449bb"/>
                </a:ext>
              </a:extLst>
            </a:blip>
            <a:stretch>
              <a:fillRect l="0" t="0" r="0" b="0"/>
            </a:stretch>
          </a:blipFill>
        </p:spPr>
      </p:sp>
      <p:sp>
        <p:nvSpPr>
          <p:cNvPr id="3" name="Freeform 3">
            <a:extLst xmlns:a="http://schemas.openxmlformats.org/drawingml/2006/main">
              <a:ext uri="{FF2B5EF4-FFF2-40B4-BE49-F238E27FC236}">
                <a16:creationId xmlns:a16="http://schemas.microsoft.com/office/drawing/2014/main" id="{DFEA7247-24AB-4FAE-AD14-3F881AA27E65}"/>
              </a:ext>
            </a:extLst>
          </p:cNvPr>
          <p:cNvSpPr>
            <a:spLocks xmlns:a="http://schemas.openxmlformats.org/drawingml/2006/main" noGrp="1"/>
          </p:cNvSpPr>
          <p:nvPr/>
        </p:nvSpPr>
        <p:spPr>
          <a:xfrm xmlns:a="http://schemas.openxmlformats.org/drawingml/2006/main" rot="5479675" flipH="1" flipV="0">
            <a:off x="-268816" y="7818037"/>
            <a:ext cx="2595032" cy="2595032"/>
          </a:xfrm>
          <a:custGeom xmlns:a="http://schemas.openxmlformats.org/drawingml/2006/main">
            <a:rect l="l" t="t" r="r" b="b"/>
            <a:pathLst>
              <a:path w="2595032" h="2595032">
                <a:moveTo>
                  <a:pt x="2595032" y="0"/>
                </a:moveTo>
                <a:lnTo>
                  <a:pt x="0" y="0"/>
                </a:lnTo>
                <a:lnTo>
                  <a:pt x="0" y="2595031"/>
                </a:lnTo>
                <a:lnTo>
                  <a:pt x="2595032" y="2595031"/>
                </a:lnTo>
                <a:lnTo>
                  <a:pt x="2595032" y="0"/>
                </a:lnTo>
                <a:close/>
              </a:path>
            </a:pathLst>
          </a:custGeom>
          <a:blipFill xmlns:a="http://schemas.openxmlformats.org/drawingml/2006/main">
            <a:blip xmlns:r="http://schemas.openxmlformats.org/officeDocument/2006/relationships" r:embed="Rb65bcacaf7b047ec">
              <a:extLst>
                <a:ext uri="{96DAC541-7B7A-43D3-8B79-37D633B846F1}">
                  <asvg:svgBlip xmlns:asvg="http://schemas.microsoft.com/office/drawing/2016/SVG/main" r:embed="R834abd9578e14b1c"/>
                </a:ext>
              </a:extLst>
            </a:blip>
            <a:stretch>
              <a:fillRect l="0" t="0" r="0" b="0"/>
            </a:stretch>
          </a:blipFill>
        </p:spPr>
      </p:sp>
      <p:sp>
        <p:nvSpPr>
          <p:cNvPr id="4" name="TextBox 4">
            <a:extLst xmlns:a="http://schemas.openxmlformats.org/drawingml/2006/main">
              <a:ext uri="{FF2B5EF4-FFF2-40B4-BE49-F238E27FC236}">
                <a16:creationId xmlns:a16="http://schemas.microsoft.com/office/drawing/2014/main" id="{ADBB89B1-98FC-4284-9BDC-8B69444AF767}"/>
              </a:ext>
            </a:extLst>
          </p:cNvPr>
          <p:cNvSpPr>
            <a:spLocks xmlns:a="http://schemas.openxmlformats.org/drawingml/2006/main" noGrp="1"/>
          </p:cNvSpPr>
          <p:nvPr/>
        </p:nvSpPr>
        <p:spPr>
          <a:xfrm xmlns:a="http://schemas.openxmlformats.org/drawingml/2006/main" rot="0">
            <a:off x="4212009" y="9153525"/>
            <a:ext cx="1276796" cy="604393"/>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4759"/>
              </a:lnSpc>
              <a:buNone/>
            </a:pPr>
            <a:r>
              <a:rPr sz="3399" u="sng">
                <a:solidFill>
                  <a:srgbClr val="545454"/>
                </a:solidFill>
                <a:latin typeface="Poppins"/>
                <a:ea typeface="Poppins"/>
                <a:cs typeface="Poppins"/>
                <a:hlinkClick xmlns:r="http://schemas.openxmlformats.org/officeDocument/2006/relationships" r:id="R870e03a189154d51"/>
              </a:rPr>
              <a:t/>
            </a:r>
          </a:p>
        </p:txBody>
      </p:sp>
      <p:sp>
        <p:nvSpPr>
          <p:cNvPr id="5" name="TextBox 5">
            <a:extLst xmlns:a="http://schemas.openxmlformats.org/drawingml/2006/main">
              <a:ext uri="{FF2B5EF4-FFF2-40B4-BE49-F238E27FC236}">
                <a16:creationId xmlns:a16="http://schemas.microsoft.com/office/drawing/2014/main" id="{0576F90A-EA15-4B28-A4A5-6458513BBC25}"/>
              </a:ext>
            </a:extLst>
          </p:cNvPr>
          <p:cNvSpPr>
            <a:spLocks xmlns:a="http://schemas.openxmlformats.org/drawingml/2006/main" noGrp="1"/>
          </p:cNvSpPr>
          <p:nvPr/>
        </p:nvSpPr>
        <p:spPr>
          <a:xfrm xmlns:a="http://schemas.openxmlformats.org/drawingml/2006/main" rot="0">
            <a:off x="2503724" y="9153525"/>
            <a:ext cx="1399877" cy="604393"/>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4759"/>
              </a:lnSpc>
              <a:buNone/>
            </a:pPr>
            <a:r>
              <a:rPr sz="3399" u="sng">
                <a:solidFill>
                  <a:srgbClr val="545454"/>
                </a:solidFill>
                <a:latin typeface="Poppins"/>
                <a:ea typeface="Poppins"/>
                <a:cs typeface="Poppins"/>
                <a:hlinkClick xmlns:r="http://schemas.openxmlformats.org/officeDocument/2006/relationships" r:id="Rb452d7efe7e84181"/>
              </a:rPr>
              <a:t/>
            </a:r>
          </a:p>
        </p:txBody>
      </p:sp>
      <p:sp>
        <p:nvSpPr>
          <p:cNvPr id="6" name="TextBox 6">
            <a:extLst xmlns:a="http://schemas.openxmlformats.org/drawingml/2006/main">
              <a:ext uri="{FF2B5EF4-FFF2-40B4-BE49-F238E27FC236}">
                <a16:creationId xmlns:a16="http://schemas.microsoft.com/office/drawing/2014/main" id="{482BE1EC-50AA-472B-88E3-AD2B472391E3}"/>
              </a:ext>
            </a:extLst>
          </p:cNvPr>
          <p:cNvSpPr>
            <a:spLocks xmlns:a="http://schemas.openxmlformats.org/drawingml/2006/main" noGrp="1"/>
          </p:cNvSpPr>
          <p:nvPr/>
        </p:nvSpPr>
        <p:spPr>
          <a:xfrm xmlns:a="http://schemas.openxmlformats.org/drawingml/2006/main" rot="0">
            <a:off x="300563" y="711234"/>
            <a:ext cx="13920671" cy="1277239"/>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10057"/>
              </a:lnSpc>
              <a:buNone/>
            </a:pPr>
            <a:r>
              <a:rPr sz="8900" b="1">
                <a:solidFill>
                  <a:srgbClr val="548CA8"/>
                </a:solidFill>
                <a:latin typeface="Poppins Bold"/>
                <a:ea typeface="Poppins Bold"/>
                <a:cs typeface="Poppins Bold"/>
              </a:rPr>
              <a:t/>
            </a:r>
          </a:p>
        </p:txBody>
      </p:sp>
      <p:sp>
        <p:nvSpPr>
          <p:cNvPr id="7" name="TextBox 7">
            <a:extLst xmlns:a="http://schemas.openxmlformats.org/drawingml/2006/main">
              <a:ext uri="{FF2B5EF4-FFF2-40B4-BE49-F238E27FC236}">
                <a16:creationId xmlns:a16="http://schemas.microsoft.com/office/drawing/2014/main" id="{495D38CC-8BEE-4777-83AB-85501AE4F3C5}"/>
              </a:ext>
            </a:extLst>
          </p:cNvPr>
          <p:cNvSpPr>
            <a:spLocks xmlns:a="http://schemas.openxmlformats.org/drawingml/2006/main" noGrp="1"/>
          </p:cNvSpPr>
          <p:nvPr/>
        </p:nvSpPr>
        <p:spPr>
          <a:xfrm xmlns:a="http://schemas.openxmlformats.org/drawingml/2006/main" rot="0">
            <a:off x="1459657" y="1828583"/>
            <a:ext cx="4278511" cy="163576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12880"/>
              </a:lnSpc>
              <a:buNone/>
            </a:pPr>
            <a:r>
              <a:rPr sz="9200">
                <a:solidFill>
                  <a:srgbClr val="000000"/>
                </a:solidFill>
                <a:latin typeface="Poppins"/>
                <a:ea typeface="Poppins"/>
                <a:cs typeface="Poppins"/>
              </a:rPr>
              <a:t/>
            </a:r>
          </a:p>
        </p:txBody>
      </p:sp>
      <p:sp>
        <p:nvSpPr>
          <p:cNvPr id="8" name="TextBox 8">
            <a:extLst xmlns:a="http://schemas.openxmlformats.org/drawingml/2006/main">
              <a:ext uri="{FF2B5EF4-FFF2-40B4-BE49-F238E27FC236}">
                <a16:creationId xmlns:a16="http://schemas.microsoft.com/office/drawing/2014/main" id="{7ADD6DFF-ED21-4613-8D7D-873B14A85D19}"/>
              </a:ext>
            </a:extLst>
          </p:cNvPr>
          <p:cNvSpPr>
            <a:spLocks xmlns:a="http://schemas.openxmlformats.org/drawingml/2006/main" noGrp="1"/>
          </p:cNvSpPr>
          <p:nvPr/>
        </p:nvSpPr>
        <p:spPr>
          <a:xfrm xmlns:a="http://schemas.openxmlformats.org/drawingml/2006/main" rot="0">
            <a:off x="1259929" y="3780937"/>
            <a:ext cx="3445073" cy="85344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6720"/>
              </a:lnSpc>
              <a:buNone/>
            </a:pPr>
            <a:r>
              <a:rPr sz="4800" b="1">
                <a:solidFill>
                  <a:srgbClr val="000000"/>
                </a:solidFill>
                <a:latin typeface="Noto Sans Bold"/>
                <a:ea typeface="Noto Sans Bold"/>
                <a:cs typeface="Noto Sans Bold"/>
              </a:rPr>
              <a:t/>
            </a:r>
          </a:p>
        </p:txBody>
      </p:sp>
      <p:sp>
        <p:nvSpPr>
          <p:cNvPr id="9" name="TextBox 9">
            <a:extLst xmlns:a="http://schemas.openxmlformats.org/drawingml/2006/main">
              <a:ext uri="{FF2B5EF4-FFF2-40B4-BE49-F238E27FC236}">
                <a16:creationId xmlns:a16="http://schemas.microsoft.com/office/drawing/2014/main" id="{15E86FAD-C75E-4852-B990-ED71E42A9B21}"/>
              </a:ext>
            </a:extLst>
          </p:cNvPr>
          <p:cNvSpPr>
            <a:spLocks xmlns:a="http://schemas.openxmlformats.org/drawingml/2006/main" noGrp="1"/>
          </p:cNvSpPr>
          <p:nvPr/>
        </p:nvSpPr>
        <p:spPr>
          <a:xfrm xmlns:a="http://schemas.openxmlformats.org/drawingml/2006/main" rot="0">
            <a:off x="12195184" y="6941649"/>
            <a:ext cx="2474565" cy="69342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5460"/>
              </a:lnSpc>
              <a:buNone/>
            </a:pPr>
            <a:r>
              <a:rPr sz="3900" b="1">
                <a:solidFill>
                  <a:srgbClr val="000000"/>
                </a:solidFill>
                <a:latin typeface="Noto Sans Bold"/>
                <a:ea typeface="Noto Sans Bold"/>
                <a:cs typeface="Noto Sans Bold"/>
              </a:rPr>
              <a:t/>
            </a:r>
          </a:p>
        </p:txBody>
      </p:sp>
      <p:sp>
        <p:nvSpPr>
          <p:cNvPr id="10" name="TextBox 10">
            <a:extLst xmlns:a="http://schemas.openxmlformats.org/drawingml/2006/main">
              <a:ext uri="{FF2B5EF4-FFF2-40B4-BE49-F238E27FC236}">
                <a16:creationId xmlns:a16="http://schemas.microsoft.com/office/drawing/2014/main" id="{6170C33C-E68E-4D65-9E14-065E9D60E23E}"/>
              </a:ext>
            </a:extLst>
          </p:cNvPr>
          <p:cNvSpPr>
            <a:spLocks xmlns:a="http://schemas.openxmlformats.org/drawingml/2006/main" noGrp="1"/>
          </p:cNvSpPr>
          <p:nvPr/>
        </p:nvSpPr>
        <p:spPr>
          <a:xfrm xmlns:a="http://schemas.openxmlformats.org/drawingml/2006/main" rot="0">
            <a:off x="1459657" y="5407700"/>
            <a:ext cx="5773341" cy="604393"/>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4759"/>
              </a:lnSpc>
              <a:buNone/>
            </a:pPr>
            <a:r>
              <a:rPr sz="3399">
                <a:solidFill>
                  <a:srgbClr val="000000"/>
                </a:solidFill>
                <a:latin typeface="Noto Sans"/>
                <a:ea typeface="Noto Sans"/>
                <a:cs typeface="Noto Sans"/>
              </a:rPr>
              <a:t/>
            </a:r>
          </a:p>
        </p:txBody>
      </p:sp>
      <p:sp>
        <p:nvSpPr>
          <p:cNvPr id="11" name="TextBox 11">
            <a:extLst xmlns:a="http://schemas.openxmlformats.org/drawingml/2006/main">
              <a:ext uri="{FF2B5EF4-FFF2-40B4-BE49-F238E27FC236}">
                <a16:creationId xmlns:a16="http://schemas.microsoft.com/office/drawing/2014/main" id="{B81290A3-6D13-4E8C-9BFE-E25015617AA1}"/>
              </a:ext>
            </a:extLst>
          </p:cNvPr>
          <p:cNvSpPr>
            <a:spLocks xmlns:a="http://schemas.openxmlformats.org/drawingml/2006/main" noGrp="1"/>
          </p:cNvSpPr>
          <p:nvPr/>
        </p:nvSpPr>
        <p:spPr>
          <a:xfrm xmlns:a="http://schemas.openxmlformats.org/drawingml/2006/main" rot="0">
            <a:off x="12298842" y="3790462"/>
            <a:ext cx="1649164" cy="69342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5460"/>
              </a:lnSpc>
              <a:buNone/>
            </a:pPr>
            <a:r>
              <a:rPr sz="3900" b="1">
                <a:solidFill>
                  <a:srgbClr val="000000"/>
                </a:solidFill>
                <a:latin typeface="Noto Sans Bold"/>
                <a:ea typeface="Noto Sans Bold"/>
                <a:cs typeface="Noto Sans Bold"/>
              </a:rPr>
              <a:t/>
            </a:r>
          </a:p>
        </p:txBody>
      </p:sp>
      <p:sp>
        <p:nvSpPr>
          <p:cNvPr id="12" name="TextBox 12">
            <a:extLst xmlns:a="http://schemas.openxmlformats.org/drawingml/2006/main">
              <a:ext uri="{FF2B5EF4-FFF2-40B4-BE49-F238E27FC236}">
                <a16:creationId xmlns:a16="http://schemas.microsoft.com/office/drawing/2014/main" id="{578A9002-BF55-4CC9-A006-958654FA3A4F}"/>
              </a:ext>
            </a:extLst>
          </p:cNvPr>
          <p:cNvSpPr>
            <a:spLocks xmlns:a="http://schemas.openxmlformats.org/drawingml/2006/main" noGrp="1"/>
          </p:cNvSpPr>
          <p:nvPr/>
        </p:nvSpPr>
        <p:spPr>
          <a:xfrm xmlns:a="http://schemas.openxmlformats.org/drawingml/2006/main" rot="0">
            <a:off x="12298842" y="4945108"/>
            <a:ext cx="4960458" cy="368808"/>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2904"/>
              </a:lnSpc>
              <a:buNone/>
            </a:pPr>
            <a:r>
              <a:rPr sz="2074">
                <a:solidFill>
                  <a:srgbClr val="000000"/>
                </a:solidFill>
                <a:latin typeface="Noto Sans"/>
                <a:ea typeface="Noto Sans"/>
                <a:cs typeface="Noto Sans"/>
              </a:rPr>
              <a:t/>
            </a:r>
          </a:p>
        </p:txBody>
      </p:sp>
      <p:sp>
        <p:nvSpPr>
          <p:cNvPr id="13" name="TextBox 13">
            <a:extLst xmlns:a="http://schemas.openxmlformats.org/drawingml/2006/main">
              <a:ext uri="{FF2B5EF4-FFF2-40B4-BE49-F238E27FC236}">
                <a16:creationId xmlns:a16="http://schemas.microsoft.com/office/drawing/2014/main" id="{BE375851-A6C5-4BBB-ADBB-D58E08331FD0}"/>
              </a:ext>
            </a:extLst>
          </p:cNvPr>
          <p:cNvSpPr>
            <a:spLocks xmlns:a="http://schemas.openxmlformats.org/drawingml/2006/main" noGrp="1"/>
          </p:cNvSpPr>
          <p:nvPr/>
        </p:nvSpPr>
        <p:spPr>
          <a:xfrm xmlns:a="http://schemas.openxmlformats.org/drawingml/2006/main" rot="0">
            <a:off x="12195184" y="8187054"/>
            <a:ext cx="4960458" cy="368808"/>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2904"/>
              </a:lnSpc>
              <a:buNone/>
            </a:pPr>
            <a:r>
              <a:rPr sz="2074">
                <a:solidFill>
                  <a:srgbClr val="000000"/>
                </a:solidFill>
                <a:latin typeface="Noto Sans"/>
                <a:ea typeface="Noto Sans"/>
                <a:cs typeface="Noto Sans"/>
              </a:rPr>
              <a:t/>
            </a:r>
          </a:p>
        </p:txBody>
      </p:sp>
      <p:sp>
        <p:nvSpPr>
          <p:cNvPr id="14" name="">
            <a:extLst xmlns:a="http://schemas.openxmlformats.org/drawingml/2006/main">
              <a:ext uri="{FF2B5EF4-FFF2-40B4-BE49-F238E27FC236}">
                <a16:creationId xmlns:a16="http://schemas.microsoft.com/office/drawing/2014/main" id="{E059E41A-BF78-4415-A2FC-A40E4B78FAF2}"/>
              </a:ext>
            </a:extLst>
          </p:cNvPr>
          <p:cNvSpPr>
            <a:spLocks xmlns:a="http://schemas.openxmlformats.org/drawingml/2006/main" noGrp="1"/>
          </p:cNvSpPr>
          <p:nvPr/>
        </p:nvSpPr>
        <p:spPr>
          <a:xfrm xmlns:a="http://schemas.openxmlformats.org/drawingml/2006/main">
            <a:off x="685800" y="2333625"/>
            <a:ext cx="15859125" cy="62865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15" name="">
            <a:extLst xmlns:a="http://schemas.openxmlformats.org/drawingml/2006/main">
              <a:ext uri="{FF2B5EF4-FFF2-40B4-BE49-F238E27FC236}">
                <a16:creationId xmlns:a16="http://schemas.microsoft.com/office/drawing/2014/main" id="{DA21B5E4-1EEA-46CF-8503-4DAFB5C65A97}"/>
              </a:ext>
            </a:extLst>
          </p:cNvPr>
          <p:cNvSpPr>
            <a:spLocks xmlns:a="http://schemas.openxmlformats.org/drawingml/2006/main" noGrp="1"/>
          </p:cNvSpPr>
          <p:nvPr/>
        </p:nvSpPr>
        <p:spPr>
          <a:xfrm xmlns:a="http://schemas.openxmlformats.org/drawingml/2006/main">
            <a:off x="1047750" y="647700"/>
            <a:ext cx="762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1">
                <a:solidFill>
                  <a:srgbClr val="2686C5"/>
                </a:solidFill>
              </a:defRPr>
            </a:defPPr>
            <a:lvl1pPr>
              <a:defRPr sz="1200" b="1">
                <a:solidFill>
                  <a:srgbClr val="2686C5"/>
                </a:solidFill>
              </a:defRPr>
            </a:lvl1pPr>
            <a:lvl2pPr>
              <a:defRPr sz="1200" b="1">
                <a:solidFill>
                  <a:srgbClr val="2686C5"/>
                </a:solidFill>
              </a:defRPr>
            </a:lvl2pPr>
            <a:lvl3pPr>
              <a:defRPr sz="1200" b="1">
                <a:solidFill>
                  <a:srgbClr val="2686C5"/>
                </a:solidFill>
              </a:defRPr>
            </a:lvl3pPr>
            <a:lvl4pPr>
              <a:defRPr sz="1200" b="1">
                <a:solidFill>
                  <a:srgbClr val="2686C5"/>
                </a:solidFill>
              </a:defRPr>
            </a:lvl4pPr>
            <a:lvl5pPr>
              <a:defRPr sz="1200" b="1">
                <a:solidFill>
                  <a:srgbClr val="2686C5"/>
                </a:solidFill>
              </a:defRPr>
            </a:lvl5pPr>
            <a:lvl6pPr>
              <a:defRPr sz="1200" b="1">
                <a:solidFill>
                  <a:srgbClr val="2686C5"/>
                </a:solidFill>
              </a:defRPr>
            </a:lvl6pPr>
            <a:lvl7pPr>
              <a:defRPr sz="1200" b="1">
                <a:solidFill>
                  <a:srgbClr val="2686C5"/>
                </a:solidFill>
              </a:defRPr>
            </a:lvl7pPr>
            <a:lvl8pPr>
              <a:defRPr sz="1200" b="1">
                <a:solidFill>
                  <a:srgbClr val="2686C5"/>
                </a:solidFill>
              </a:defRPr>
            </a:lvl8pPr>
            <a:lvl9pPr>
              <a:defRPr sz="1200" b="1">
                <a:solidFill>
                  <a:srgbClr val="2686C5"/>
                </a:solidFill>
              </a:defRPr>
            </a:lvl9pPr>
          </a:lstStyle>
          <a:p xmlns:a="http://schemas.openxmlformats.org/drawingml/2006/main">
            <a:pPr>
              <a:defRPr sz="1200" b="1">
                <a:solidFill>
                  <a:srgbClr val="2686C5"/>
                </a:solidFill>
              </a:defRPr>
            </a:pPr>
            <a:r>
              <a:rPr sz="1200" b="1">
                <a:solidFill>
                  <a:srgbClr val="2686C5"/>
                </a:solidFill>
              </a:rPr>
              <a:t>01</a:t>
            </a:r>
          </a:p>
        </p:txBody>
      </p:sp>
      <p:sp>
        <p:nvSpPr>
          <p:cNvPr id="16" name="">
            <a:extLst xmlns:a="http://schemas.openxmlformats.org/drawingml/2006/main">
              <a:ext uri="{FF2B5EF4-FFF2-40B4-BE49-F238E27FC236}">
                <a16:creationId xmlns:a16="http://schemas.microsoft.com/office/drawing/2014/main" id="{4118D2A8-4019-4CA5-9ACD-6EFDC175558F}"/>
              </a:ext>
            </a:extLst>
          </p:cNvPr>
          <p:cNvSpPr>
            <a:spLocks xmlns:a="http://schemas.openxmlformats.org/drawingml/2006/main" noGrp="1"/>
          </p:cNvSpPr>
          <p:nvPr/>
        </p:nvSpPr>
        <p:spPr>
          <a:xfrm xmlns:a="http://schemas.openxmlformats.org/drawingml/2006/main">
            <a:off x="1047750" y="990600"/>
            <a:ext cx="15240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750" b="1">
                <a:solidFill>
                  <a:srgbClr val="1E5AA8"/>
                </a:solidFill>
              </a:defRPr>
            </a:defPPr>
            <a:lvl1pPr>
              <a:defRPr sz="3750" b="1">
                <a:solidFill>
                  <a:srgbClr val="1E5AA8"/>
                </a:solidFill>
              </a:defRPr>
            </a:lvl1pPr>
            <a:lvl2pPr>
              <a:defRPr sz="3750" b="1">
                <a:solidFill>
                  <a:srgbClr val="1E5AA8"/>
                </a:solidFill>
              </a:defRPr>
            </a:lvl2pPr>
            <a:lvl3pPr>
              <a:defRPr sz="3750" b="1">
                <a:solidFill>
                  <a:srgbClr val="1E5AA8"/>
                </a:solidFill>
              </a:defRPr>
            </a:lvl3pPr>
            <a:lvl4pPr>
              <a:defRPr sz="3750" b="1">
                <a:solidFill>
                  <a:srgbClr val="1E5AA8"/>
                </a:solidFill>
              </a:defRPr>
            </a:lvl4pPr>
            <a:lvl5pPr>
              <a:defRPr sz="3750" b="1">
                <a:solidFill>
                  <a:srgbClr val="1E5AA8"/>
                </a:solidFill>
              </a:defRPr>
            </a:lvl5pPr>
            <a:lvl6pPr>
              <a:defRPr sz="3750" b="1">
                <a:solidFill>
                  <a:srgbClr val="1E5AA8"/>
                </a:solidFill>
              </a:defRPr>
            </a:lvl6pPr>
            <a:lvl7pPr>
              <a:defRPr sz="3750" b="1">
                <a:solidFill>
                  <a:srgbClr val="1E5AA8"/>
                </a:solidFill>
              </a:defRPr>
            </a:lvl7pPr>
            <a:lvl8pPr>
              <a:defRPr sz="3750" b="1">
                <a:solidFill>
                  <a:srgbClr val="1E5AA8"/>
                </a:solidFill>
              </a:defRPr>
            </a:lvl8pPr>
            <a:lvl9pPr>
              <a:defRPr sz="3750" b="1">
                <a:solidFill>
                  <a:srgbClr val="1E5AA8"/>
                </a:solidFill>
              </a:defRPr>
            </a:lvl9pPr>
          </a:lstStyle>
          <a:p xmlns:a="http://schemas.openxmlformats.org/drawingml/2006/main">
            <a:pPr>
              <a:defRPr sz="3750" b="1">
                <a:solidFill>
                  <a:srgbClr val="1E5AA8"/>
                </a:solidFill>
              </a:defRPr>
            </a:pPr>
            <a:r>
              <a:rPr sz="3750" b="1">
                <a:solidFill>
                  <a:srgbClr val="1E5AA8"/>
                </a:solidFill>
              </a:rPr>
              <a:t>Power9 Family Routine</a:t>
            </a:r>
          </a:p>
        </p:txBody>
      </p:sp>
      <p:sp>
        <p:nvSpPr>
          <p:cNvPr id="17" name="">
            <a:extLst xmlns:a="http://schemas.openxmlformats.org/drawingml/2006/main">
              <a:ext uri="{FF2B5EF4-FFF2-40B4-BE49-F238E27FC236}">
                <a16:creationId xmlns:a16="http://schemas.microsoft.com/office/drawing/2014/main" id="{96188B72-8873-4F16-9AAD-9C8849743F03}"/>
              </a:ext>
            </a:extLst>
          </p:cNvPr>
          <p:cNvSpPr>
            <a:spLocks xmlns:a="http://schemas.openxmlformats.org/drawingml/2006/main" noGrp="1"/>
          </p:cNvSpPr>
          <p:nvPr/>
        </p:nvSpPr>
        <p:spPr>
          <a:xfrm xmlns:a="http://schemas.openxmlformats.org/drawingml/2006/main">
            <a:off x="1066800" y="1866900"/>
            <a:ext cx="14287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a:solidFill>
                  <a:srgbClr val="536878"/>
                </a:solidFill>
              </a:defRPr>
            </a:defPPr>
            <a:lvl1pPr>
              <a:defRPr sz="1575">
                <a:solidFill>
                  <a:srgbClr val="536878"/>
                </a:solidFill>
              </a:defRPr>
            </a:lvl1pPr>
            <a:lvl2pPr>
              <a:defRPr sz="1575">
                <a:solidFill>
                  <a:srgbClr val="536878"/>
                </a:solidFill>
              </a:defRPr>
            </a:lvl2pPr>
            <a:lvl3pPr>
              <a:defRPr sz="1575">
                <a:solidFill>
                  <a:srgbClr val="536878"/>
                </a:solidFill>
              </a:defRPr>
            </a:lvl3pPr>
            <a:lvl4pPr>
              <a:defRPr sz="1575">
                <a:solidFill>
                  <a:srgbClr val="536878"/>
                </a:solidFill>
              </a:defRPr>
            </a:lvl4pPr>
            <a:lvl5pPr>
              <a:defRPr sz="1575">
                <a:solidFill>
                  <a:srgbClr val="536878"/>
                </a:solidFill>
              </a:defRPr>
            </a:lvl5pPr>
            <a:lvl6pPr>
              <a:defRPr sz="1575">
                <a:solidFill>
                  <a:srgbClr val="536878"/>
                </a:solidFill>
              </a:defRPr>
            </a:lvl6pPr>
            <a:lvl7pPr>
              <a:defRPr sz="1575">
                <a:solidFill>
                  <a:srgbClr val="536878"/>
                </a:solidFill>
              </a:defRPr>
            </a:lvl7pPr>
            <a:lvl8pPr>
              <a:defRPr sz="1575">
                <a:solidFill>
                  <a:srgbClr val="536878"/>
                </a:solidFill>
              </a:defRPr>
            </a:lvl8pPr>
            <a:lvl9pPr>
              <a:defRPr sz="1575">
                <a:solidFill>
                  <a:srgbClr val="536878"/>
                </a:solidFill>
              </a:defRPr>
            </a:lvl9pPr>
          </a:lstStyle>
          <a:p xmlns:a="http://schemas.openxmlformats.org/drawingml/2006/main">
            <a:pPr>
              <a:defRPr sz="1575">
                <a:solidFill>
                  <a:srgbClr val="536878"/>
                </a:solidFill>
              </a:defRPr>
            </a:pPr>
            <a:r>
              <a:rPr sz="1575">
                <a:solidFill>
                  <a:srgbClr val="536878"/>
                </a:solidFill>
              </a:rPr>
              <a:t>Lab 2 · Thiết kế UI/UX có hỗ trợ AI: Google Stitch → Figma</a:t>
            </a:r>
          </a:p>
        </p:txBody>
      </p:sp>
      <p:sp>
        <p:nvSpPr>
          <p:cNvPr id="18" name="">
            <a:extLst xmlns:a="http://schemas.openxmlformats.org/drawingml/2006/main">
              <a:ext uri="{FF2B5EF4-FFF2-40B4-BE49-F238E27FC236}">
                <a16:creationId xmlns:a16="http://schemas.microsoft.com/office/drawing/2014/main" id="{7DFF7641-EA31-4334-8561-E32CF471CE22}"/>
              </a:ext>
            </a:extLst>
          </p:cNvPr>
          <p:cNvSpPr>
            <a:spLocks xmlns:a="http://schemas.openxmlformats.org/drawingml/2006/main" noGrp="1"/>
          </p:cNvSpPr>
          <p:nvPr/>
        </p:nvSpPr>
        <p:spPr>
          <a:xfrm xmlns:a="http://schemas.openxmlformats.org/drawingml/2006/main">
            <a:off x="1428750" y="2619375"/>
            <a:ext cx="8191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111827"/>
                </a:solidFill>
              </a:defRPr>
            </a:defPPr>
            <a:lvl1pPr>
              <a:defRPr sz="2250" b="1">
                <a:solidFill>
                  <a:srgbClr val="111827"/>
                </a:solidFill>
              </a:defRPr>
            </a:lvl1pPr>
            <a:lvl2pPr>
              <a:defRPr sz="2250" b="1">
                <a:solidFill>
                  <a:srgbClr val="111827"/>
                </a:solidFill>
              </a:defRPr>
            </a:lvl2pPr>
            <a:lvl3pPr>
              <a:defRPr sz="2250" b="1">
                <a:solidFill>
                  <a:srgbClr val="111827"/>
                </a:solidFill>
              </a:defRPr>
            </a:lvl3pPr>
            <a:lvl4pPr>
              <a:defRPr sz="2250" b="1">
                <a:solidFill>
                  <a:srgbClr val="111827"/>
                </a:solidFill>
              </a:defRPr>
            </a:lvl4pPr>
            <a:lvl5pPr>
              <a:defRPr sz="2250" b="1">
                <a:solidFill>
                  <a:srgbClr val="111827"/>
                </a:solidFill>
              </a:defRPr>
            </a:lvl5pPr>
            <a:lvl6pPr>
              <a:defRPr sz="2250" b="1">
                <a:solidFill>
                  <a:srgbClr val="111827"/>
                </a:solidFill>
              </a:defRPr>
            </a:lvl6pPr>
            <a:lvl7pPr>
              <a:defRPr sz="2250" b="1">
                <a:solidFill>
                  <a:srgbClr val="111827"/>
                </a:solidFill>
              </a:defRPr>
            </a:lvl7pPr>
            <a:lvl8pPr>
              <a:defRPr sz="2250" b="1">
                <a:solidFill>
                  <a:srgbClr val="111827"/>
                </a:solidFill>
              </a:defRPr>
            </a:lvl8pPr>
            <a:lvl9pPr>
              <a:defRPr sz="2250" b="1">
                <a:solidFill>
                  <a:srgbClr val="111827"/>
                </a:solidFill>
              </a:defRPr>
            </a:lvl9pPr>
          </a:lstStyle>
          <a:p xmlns:a="http://schemas.openxmlformats.org/drawingml/2006/main">
            <a:pPr>
              <a:defRPr sz="2250" b="1">
                <a:solidFill>
                  <a:srgbClr val="111827"/>
                </a:solidFill>
              </a:defRPr>
            </a:pPr>
            <a:r>
              <a:rPr sz="2250" b="1">
                <a:solidFill>
                  <a:srgbClr val="111827"/>
                </a:solidFill>
              </a:rPr>
              <a:t>Ứng dụng hỗ trợ phụ huynh duy trì những thói quen nhỏ giữa nhịp sống gia đình.</a:t>
            </a:r>
          </a:p>
        </p:txBody>
      </p:sp>
      <p:sp>
        <p:nvSpPr>
          <p:cNvPr id="19" name="">
            <a:extLst xmlns:a="http://schemas.openxmlformats.org/drawingml/2006/main">
              <a:ext uri="{FF2B5EF4-FFF2-40B4-BE49-F238E27FC236}">
                <a16:creationId xmlns:a16="http://schemas.microsoft.com/office/drawing/2014/main" id="{A4E97DC1-545F-4D0F-98C4-2EE367F2A7AB}"/>
              </a:ext>
            </a:extLst>
          </p:cNvPr>
          <p:cNvSpPr>
            <a:spLocks xmlns:a="http://schemas.openxmlformats.org/drawingml/2006/main" noGrp="1"/>
          </p:cNvSpPr>
          <p:nvPr/>
        </p:nvSpPr>
        <p:spPr>
          <a:xfrm xmlns:a="http://schemas.openxmlformats.org/drawingml/2006/main">
            <a:off x="1428750" y="4000500"/>
            <a:ext cx="4000500" cy="2000250"/>
          </a:xfrm>
          <a:prstGeom xmlns:a="http://schemas.openxmlformats.org/drawingml/2006/main" prst="roundRect">
            <a:avLst>
              <a:gd name="adj" fmla="val 5714"/>
            </a:avLst>
          </a:prstGeom>
          <a:solidFill xmlns:a="http://schemas.openxmlformats.org/drawingml/2006/main">
            <a:srgbClr val="FFFFFF"/>
          </a:solidFill>
          <a:ln xmlns:a="http://schemas.openxmlformats.org/drawingml/2006/main" w="9525">
            <a:solidFill>
              <a:srgbClr val="D6E3ED"/>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0" name="">
            <a:extLst xmlns:a="http://schemas.openxmlformats.org/drawingml/2006/main">
              <a:ext uri="{FF2B5EF4-FFF2-40B4-BE49-F238E27FC236}">
                <a16:creationId xmlns:a16="http://schemas.microsoft.com/office/drawing/2014/main" id="{EDCA55C6-8707-4F7E-BE5D-CF7DA20E99F8}"/>
              </a:ext>
            </a:extLst>
          </p:cNvPr>
          <p:cNvSpPr>
            <a:spLocks xmlns:a="http://schemas.openxmlformats.org/drawingml/2006/main" noGrp="1"/>
          </p:cNvSpPr>
          <p:nvPr/>
        </p:nvSpPr>
        <p:spPr>
          <a:xfrm xmlns:a="http://schemas.openxmlformats.org/drawingml/2006/main">
            <a:off x="1428750" y="4000500"/>
            <a:ext cx="95250" cy="2000250"/>
          </a:xfrm>
          <a:prstGeom xmlns:a="http://schemas.openxmlformats.org/drawingml/2006/main" prst="rect">
            <a:avLst/>
          </a:prstGeom>
          <a:solidFill xmlns:a="http://schemas.openxmlformats.org/drawingml/2006/main">
            <a:srgbClr val="2686C5"/>
          </a:solidFill>
          <a:ln xmlns:a="http://schemas.openxmlformats.org/drawingml/2006/main" w="0">
            <a:solidFill>
              <a:srgbClr val="2686C5"/>
            </a:solidFill>
            <a:prstDash val="solid"/>
          </a:ln>
        </p:spPr>
      </p:sp>
      <p:sp>
        <p:nvSpPr>
          <p:cNvPr id="21" name="">
            <a:extLst xmlns:a="http://schemas.openxmlformats.org/drawingml/2006/main">
              <a:ext uri="{FF2B5EF4-FFF2-40B4-BE49-F238E27FC236}">
                <a16:creationId xmlns:a16="http://schemas.microsoft.com/office/drawing/2014/main" id="{B08BA776-33CA-48FF-B58C-C5E3785CDDB0}"/>
              </a:ext>
            </a:extLst>
          </p:cNvPr>
          <p:cNvSpPr>
            <a:spLocks xmlns:a="http://schemas.openxmlformats.org/drawingml/2006/main" noGrp="1"/>
          </p:cNvSpPr>
          <p:nvPr/>
        </p:nvSpPr>
        <p:spPr>
          <a:xfrm xmlns:a="http://schemas.openxmlformats.org/drawingml/2006/main">
            <a:off x="1714500" y="4210050"/>
            <a:ext cx="3467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1E5AA8"/>
                </a:solidFill>
              </a:defRPr>
            </a:defPPr>
            <a:lvl1pPr>
              <a:defRPr sz="2025" b="1">
                <a:solidFill>
                  <a:srgbClr val="1E5AA8"/>
                </a:solidFill>
              </a:defRPr>
            </a:lvl1pPr>
            <a:lvl2pPr>
              <a:defRPr sz="2025" b="1">
                <a:solidFill>
                  <a:srgbClr val="1E5AA8"/>
                </a:solidFill>
              </a:defRPr>
            </a:lvl2pPr>
            <a:lvl3pPr>
              <a:defRPr sz="2025" b="1">
                <a:solidFill>
                  <a:srgbClr val="1E5AA8"/>
                </a:solidFill>
              </a:defRPr>
            </a:lvl3pPr>
            <a:lvl4pPr>
              <a:defRPr sz="2025" b="1">
                <a:solidFill>
                  <a:srgbClr val="1E5AA8"/>
                </a:solidFill>
              </a:defRPr>
            </a:lvl4pPr>
            <a:lvl5pPr>
              <a:defRPr sz="2025" b="1">
                <a:solidFill>
                  <a:srgbClr val="1E5AA8"/>
                </a:solidFill>
              </a:defRPr>
            </a:lvl5pPr>
            <a:lvl6pPr>
              <a:defRPr sz="2025" b="1">
                <a:solidFill>
                  <a:srgbClr val="1E5AA8"/>
                </a:solidFill>
              </a:defRPr>
            </a:lvl6pPr>
            <a:lvl7pPr>
              <a:defRPr sz="2025" b="1">
                <a:solidFill>
                  <a:srgbClr val="1E5AA8"/>
                </a:solidFill>
              </a:defRPr>
            </a:lvl7pPr>
            <a:lvl8pPr>
              <a:defRPr sz="2025" b="1">
                <a:solidFill>
                  <a:srgbClr val="1E5AA8"/>
                </a:solidFill>
              </a:defRPr>
            </a:lvl8pPr>
            <a:lvl9pPr>
              <a:defRPr sz="2025" b="1">
                <a:solidFill>
                  <a:srgbClr val="1E5AA8"/>
                </a:solidFill>
              </a:defRPr>
            </a:lvl9pPr>
          </a:lstStyle>
          <a:p xmlns:a="http://schemas.openxmlformats.org/drawingml/2006/main">
            <a:pPr>
              <a:defRPr sz="2025" b="1">
                <a:solidFill>
                  <a:srgbClr val="1E5AA8"/>
                </a:solidFill>
              </a:defRPr>
            </a:pPr>
            <a:r>
              <a:rPr sz="2025" b="1">
                <a:solidFill>
                  <a:srgbClr val="1E5AA8"/>
                </a:solidFill>
              </a:rPr>
              <a:t>Vấn đề</a:t>
            </a:r>
          </a:p>
        </p:txBody>
      </p:sp>
      <p:sp>
        <p:nvSpPr>
          <p:cNvPr id="22" name="">
            <a:extLst xmlns:a="http://schemas.openxmlformats.org/drawingml/2006/main">
              <a:ext uri="{FF2B5EF4-FFF2-40B4-BE49-F238E27FC236}">
                <a16:creationId xmlns:a16="http://schemas.microsoft.com/office/drawing/2014/main" id="{97D5F242-CD16-4C74-8F06-60822C8AB8D1}"/>
              </a:ext>
            </a:extLst>
          </p:cNvPr>
          <p:cNvSpPr>
            <a:spLocks xmlns:a="http://schemas.openxmlformats.org/drawingml/2006/main" noGrp="1"/>
          </p:cNvSpPr>
          <p:nvPr/>
        </p:nvSpPr>
        <p:spPr>
          <a:xfrm xmlns:a="http://schemas.openxmlformats.org/drawingml/2006/main">
            <a:off x="1714500" y="4743450"/>
            <a:ext cx="346710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a:solidFill>
                  <a:srgbClr val="334155"/>
                </a:solidFill>
              </a:defRPr>
            </a:defPPr>
            <a:lvl1pPr>
              <a:defRPr sz="1500">
                <a:solidFill>
                  <a:srgbClr val="334155"/>
                </a:solidFill>
              </a:defRPr>
            </a:lvl1pPr>
            <a:lvl2pPr>
              <a:defRPr sz="1500">
                <a:solidFill>
                  <a:srgbClr val="334155"/>
                </a:solidFill>
              </a:defRPr>
            </a:lvl2pPr>
            <a:lvl3pPr>
              <a:defRPr sz="1500">
                <a:solidFill>
                  <a:srgbClr val="334155"/>
                </a:solidFill>
              </a:defRPr>
            </a:lvl3pPr>
            <a:lvl4pPr>
              <a:defRPr sz="1500">
                <a:solidFill>
                  <a:srgbClr val="334155"/>
                </a:solidFill>
              </a:defRPr>
            </a:lvl4pPr>
            <a:lvl5pPr>
              <a:defRPr sz="1500">
                <a:solidFill>
                  <a:srgbClr val="334155"/>
                </a:solidFill>
              </a:defRPr>
            </a:lvl5pPr>
            <a:lvl6pPr>
              <a:defRPr sz="1500">
                <a:solidFill>
                  <a:srgbClr val="334155"/>
                </a:solidFill>
              </a:defRPr>
            </a:lvl6pPr>
            <a:lvl7pPr>
              <a:defRPr sz="1500">
                <a:solidFill>
                  <a:srgbClr val="334155"/>
                </a:solidFill>
              </a:defRPr>
            </a:lvl7pPr>
            <a:lvl8pPr>
              <a:defRPr sz="1500">
                <a:solidFill>
                  <a:srgbClr val="334155"/>
                </a:solidFill>
              </a:defRPr>
            </a:lvl8pPr>
            <a:lvl9pPr>
              <a:defRPr sz="1500">
                <a:solidFill>
                  <a:srgbClr val="334155"/>
                </a:solidFill>
              </a:defRPr>
            </a:lvl9pPr>
          </a:lstStyle>
          <a:p xmlns:a="http://schemas.openxmlformats.org/drawingml/2006/main">
            <a:pPr>
              <a:defRPr sz="1500">
                <a:solidFill>
                  <a:srgbClr val="334155"/>
                </a:solidFill>
              </a:defRPr>
            </a:pPr>
            <a:r>
              <a:rPr sz="1500">
                <a:solidFill>
                  <a:srgbClr val="334155"/>
                </a:solidFill>
              </a:rPr>
              <a:t>Thời gian bị chia nhỏ; kế hoạch dài khó duy trì; khó chọn hoạt động phù hợp với khoảng rảnh hiện có.</a:t>
            </a:r>
          </a:p>
        </p:txBody>
      </p:sp>
      <p:sp>
        <p:nvSpPr>
          <p:cNvPr id="23" name="">
            <a:extLst xmlns:a="http://schemas.openxmlformats.org/drawingml/2006/main">
              <a:ext uri="{FF2B5EF4-FFF2-40B4-BE49-F238E27FC236}">
                <a16:creationId xmlns:a16="http://schemas.microsoft.com/office/drawing/2014/main" id="{E46DA09E-5BE7-460E-98D1-9E6E78782F28}"/>
              </a:ext>
            </a:extLst>
          </p:cNvPr>
          <p:cNvSpPr>
            <a:spLocks xmlns:a="http://schemas.openxmlformats.org/drawingml/2006/main" noGrp="1"/>
          </p:cNvSpPr>
          <p:nvPr/>
        </p:nvSpPr>
        <p:spPr>
          <a:xfrm xmlns:a="http://schemas.openxmlformats.org/drawingml/2006/main">
            <a:off x="5905500" y="4000500"/>
            <a:ext cx="4000500" cy="2000250"/>
          </a:xfrm>
          <a:prstGeom xmlns:a="http://schemas.openxmlformats.org/drawingml/2006/main" prst="roundRect">
            <a:avLst>
              <a:gd name="adj" fmla="val 5714"/>
            </a:avLst>
          </a:prstGeom>
          <a:solidFill xmlns:a="http://schemas.openxmlformats.org/drawingml/2006/main">
            <a:srgbClr val="FFFFFF"/>
          </a:solidFill>
          <a:ln xmlns:a="http://schemas.openxmlformats.org/drawingml/2006/main" w="9525">
            <a:solidFill>
              <a:srgbClr val="D6E3ED"/>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4" name="">
            <a:extLst xmlns:a="http://schemas.openxmlformats.org/drawingml/2006/main">
              <a:ext uri="{FF2B5EF4-FFF2-40B4-BE49-F238E27FC236}">
                <a16:creationId xmlns:a16="http://schemas.microsoft.com/office/drawing/2014/main" id="{EF584AFA-7BE2-431A-850E-93AFD5A63723}"/>
              </a:ext>
            </a:extLst>
          </p:cNvPr>
          <p:cNvSpPr>
            <a:spLocks xmlns:a="http://schemas.openxmlformats.org/drawingml/2006/main" noGrp="1"/>
          </p:cNvSpPr>
          <p:nvPr/>
        </p:nvSpPr>
        <p:spPr>
          <a:xfrm xmlns:a="http://schemas.openxmlformats.org/drawingml/2006/main">
            <a:off x="5905500" y="4000500"/>
            <a:ext cx="95250" cy="2000250"/>
          </a:xfrm>
          <a:prstGeom xmlns:a="http://schemas.openxmlformats.org/drawingml/2006/main" prst="rect">
            <a:avLst/>
          </a:prstGeom>
          <a:solidFill xmlns:a="http://schemas.openxmlformats.org/drawingml/2006/main">
            <a:srgbClr val="2686C5"/>
          </a:solidFill>
          <a:ln xmlns:a="http://schemas.openxmlformats.org/drawingml/2006/main" w="0">
            <a:solidFill>
              <a:srgbClr val="2686C5"/>
            </a:solidFill>
            <a:prstDash val="solid"/>
          </a:ln>
        </p:spPr>
      </p:sp>
      <p:sp>
        <p:nvSpPr>
          <p:cNvPr id="25" name="">
            <a:extLst xmlns:a="http://schemas.openxmlformats.org/drawingml/2006/main">
              <a:ext uri="{FF2B5EF4-FFF2-40B4-BE49-F238E27FC236}">
                <a16:creationId xmlns:a16="http://schemas.microsoft.com/office/drawing/2014/main" id="{41173EE2-D603-435E-B73D-7808F578C000}"/>
              </a:ext>
            </a:extLst>
          </p:cNvPr>
          <p:cNvSpPr>
            <a:spLocks xmlns:a="http://schemas.openxmlformats.org/drawingml/2006/main" noGrp="1"/>
          </p:cNvSpPr>
          <p:nvPr/>
        </p:nvSpPr>
        <p:spPr>
          <a:xfrm xmlns:a="http://schemas.openxmlformats.org/drawingml/2006/main">
            <a:off x="6191250" y="4210050"/>
            <a:ext cx="3467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1E5AA8"/>
                </a:solidFill>
              </a:defRPr>
            </a:defPPr>
            <a:lvl1pPr>
              <a:defRPr sz="2025" b="1">
                <a:solidFill>
                  <a:srgbClr val="1E5AA8"/>
                </a:solidFill>
              </a:defRPr>
            </a:lvl1pPr>
            <a:lvl2pPr>
              <a:defRPr sz="2025" b="1">
                <a:solidFill>
                  <a:srgbClr val="1E5AA8"/>
                </a:solidFill>
              </a:defRPr>
            </a:lvl2pPr>
            <a:lvl3pPr>
              <a:defRPr sz="2025" b="1">
                <a:solidFill>
                  <a:srgbClr val="1E5AA8"/>
                </a:solidFill>
              </a:defRPr>
            </a:lvl3pPr>
            <a:lvl4pPr>
              <a:defRPr sz="2025" b="1">
                <a:solidFill>
                  <a:srgbClr val="1E5AA8"/>
                </a:solidFill>
              </a:defRPr>
            </a:lvl4pPr>
            <a:lvl5pPr>
              <a:defRPr sz="2025" b="1">
                <a:solidFill>
                  <a:srgbClr val="1E5AA8"/>
                </a:solidFill>
              </a:defRPr>
            </a:lvl5pPr>
            <a:lvl6pPr>
              <a:defRPr sz="2025" b="1">
                <a:solidFill>
                  <a:srgbClr val="1E5AA8"/>
                </a:solidFill>
              </a:defRPr>
            </a:lvl6pPr>
            <a:lvl7pPr>
              <a:defRPr sz="2025" b="1">
                <a:solidFill>
                  <a:srgbClr val="1E5AA8"/>
                </a:solidFill>
              </a:defRPr>
            </a:lvl7pPr>
            <a:lvl8pPr>
              <a:defRPr sz="2025" b="1">
                <a:solidFill>
                  <a:srgbClr val="1E5AA8"/>
                </a:solidFill>
              </a:defRPr>
            </a:lvl8pPr>
            <a:lvl9pPr>
              <a:defRPr sz="2025" b="1">
                <a:solidFill>
                  <a:srgbClr val="1E5AA8"/>
                </a:solidFill>
              </a:defRPr>
            </a:lvl9pPr>
          </a:lstStyle>
          <a:p xmlns:a="http://schemas.openxmlformats.org/drawingml/2006/main">
            <a:pPr>
              <a:defRPr sz="2025" b="1">
                <a:solidFill>
                  <a:srgbClr val="1E5AA8"/>
                </a:solidFill>
              </a:defRPr>
            </a:pPr>
            <a:r>
              <a:rPr sz="2025" b="1">
                <a:solidFill>
                  <a:srgbClr val="1E5AA8"/>
                </a:solidFill>
              </a:rPr>
              <a:t>Hướng giải pháp</a:t>
            </a:r>
          </a:p>
        </p:txBody>
      </p:sp>
      <p:sp>
        <p:nvSpPr>
          <p:cNvPr id="26" name="">
            <a:extLst xmlns:a="http://schemas.openxmlformats.org/drawingml/2006/main">
              <a:ext uri="{FF2B5EF4-FFF2-40B4-BE49-F238E27FC236}">
                <a16:creationId xmlns:a16="http://schemas.microsoft.com/office/drawing/2014/main" id="{A6E93931-6D36-4925-9432-3B7308302E57}"/>
              </a:ext>
            </a:extLst>
          </p:cNvPr>
          <p:cNvSpPr>
            <a:spLocks xmlns:a="http://schemas.openxmlformats.org/drawingml/2006/main" noGrp="1"/>
          </p:cNvSpPr>
          <p:nvPr/>
        </p:nvSpPr>
        <p:spPr>
          <a:xfrm xmlns:a="http://schemas.openxmlformats.org/drawingml/2006/main">
            <a:off x="6191250" y="4743450"/>
            <a:ext cx="346710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a:solidFill>
                  <a:srgbClr val="334155"/>
                </a:solidFill>
              </a:defRPr>
            </a:defPPr>
            <a:lvl1pPr>
              <a:defRPr sz="1500">
                <a:solidFill>
                  <a:srgbClr val="334155"/>
                </a:solidFill>
              </a:defRPr>
            </a:lvl1pPr>
            <a:lvl2pPr>
              <a:defRPr sz="1500">
                <a:solidFill>
                  <a:srgbClr val="334155"/>
                </a:solidFill>
              </a:defRPr>
            </a:lvl2pPr>
            <a:lvl3pPr>
              <a:defRPr sz="1500">
                <a:solidFill>
                  <a:srgbClr val="334155"/>
                </a:solidFill>
              </a:defRPr>
            </a:lvl3pPr>
            <a:lvl4pPr>
              <a:defRPr sz="1500">
                <a:solidFill>
                  <a:srgbClr val="334155"/>
                </a:solidFill>
              </a:defRPr>
            </a:lvl4pPr>
            <a:lvl5pPr>
              <a:defRPr sz="1500">
                <a:solidFill>
                  <a:srgbClr val="334155"/>
                </a:solidFill>
              </a:defRPr>
            </a:lvl5pPr>
            <a:lvl6pPr>
              <a:defRPr sz="1500">
                <a:solidFill>
                  <a:srgbClr val="334155"/>
                </a:solidFill>
              </a:defRPr>
            </a:lvl6pPr>
            <a:lvl7pPr>
              <a:defRPr sz="1500">
                <a:solidFill>
                  <a:srgbClr val="334155"/>
                </a:solidFill>
              </a:defRPr>
            </a:lvl7pPr>
            <a:lvl8pPr>
              <a:defRPr sz="1500">
                <a:solidFill>
                  <a:srgbClr val="334155"/>
                </a:solidFill>
              </a:defRPr>
            </a:lvl8pPr>
            <a:lvl9pPr>
              <a:defRPr sz="1500">
                <a:solidFill>
                  <a:srgbClr val="334155"/>
                </a:solidFill>
              </a:defRPr>
            </a:lvl9pPr>
          </a:lstStyle>
          <a:p xmlns:a="http://schemas.openxmlformats.org/drawingml/2006/main">
            <a:pPr>
              <a:defRPr sz="1500">
                <a:solidFill>
                  <a:srgbClr val="334155"/>
                </a:solidFill>
              </a:defRPr>
            </a:pPr>
            <a:r>
              <a:rPr sz="1500">
                <a:solidFill>
                  <a:srgbClr val="334155"/>
                </a:solidFill>
              </a:rPr>
              <a:t>Gợi ý thói quen 3–10 phút, hiển thị thời lượng rõ và cho phép đánh dấu hoàn thành nhanh.</a:t>
            </a:r>
          </a:p>
        </p:txBody>
      </p:sp>
      <p:sp>
        <p:nvSpPr>
          <p:cNvPr id="27" name="">
            <a:extLst xmlns:a="http://schemas.openxmlformats.org/drawingml/2006/main">
              <a:ext uri="{FF2B5EF4-FFF2-40B4-BE49-F238E27FC236}">
                <a16:creationId xmlns:a16="http://schemas.microsoft.com/office/drawing/2014/main" id="{97631E94-06D3-4FAB-9273-A6C6C51C37E7}"/>
              </a:ext>
            </a:extLst>
          </p:cNvPr>
          <p:cNvSpPr>
            <a:spLocks xmlns:a="http://schemas.openxmlformats.org/drawingml/2006/main" noGrp="1"/>
          </p:cNvSpPr>
          <p:nvPr/>
        </p:nvSpPr>
        <p:spPr>
          <a:xfrm xmlns:a="http://schemas.openxmlformats.org/drawingml/2006/main">
            <a:off x="1428750" y="7905750"/>
            <a:ext cx="1428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a:solidFill>
                  <a:srgbClr val="334155"/>
                </a:solidFill>
              </a:defRPr>
            </a:defPPr>
            <a:lvl1pPr>
              <a:defRPr sz="1200">
                <a:solidFill>
                  <a:srgbClr val="334155"/>
                </a:solidFill>
              </a:defRPr>
            </a:lvl1pPr>
            <a:lvl2pPr>
              <a:defRPr sz="1200">
                <a:solidFill>
                  <a:srgbClr val="334155"/>
                </a:solidFill>
              </a:defRPr>
            </a:lvl2pPr>
            <a:lvl3pPr>
              <a:defRPr sz="1200">
                <a:solidFill>
                  <a:srgbClr val="334155"/>
                </a:solidFill>
              </a:defRPr>
            </a:lvl3pPr>
            <a:lvl4pPr>
              <a:defRPr sz="1200">
                <a:solidFill>
                  <a:srgbClr val="334155"/>
                </a:solidFill>
              </a:defRPr>
            </a:lvl4pPr>
            <a:lvl5pPr>
              <a:defRPr sz="1200">
                <a:solidFill>
                  <a:srgbClr val="334155"/>
                </a:solidFill>
              </a:defRPr>
            </a:lvl5pPr>
            <a:lvl6pPr>
              <a:defRPr sz="1200">
                <a:solidFill>
                  <a:srgbClr val="334155"/>
                </a:solidFill>
              </a:defRPr>
            </a:lvl6pPr>
            <a:lvl7pPr>
              <a:defRPr sz="1200">
                <a:solidFill>
                  <a:srgbClr val="334155"/>
                </a:solidFill>
              </a:defRPr>
            </a:lvl7pPr>
            <a:lvl8pPr>
              <a:defRPr sz="1200">
                <a:solidFill>
                  <a:srgbClr val="334155"/>
                </a:solidFill>
              </a:defRPr>
            </a:lvl8pPr>
            <a:lvl9pPr>
              <a:defRPr sz="1200">
                <a:solidFill>
                  <a:srgbClr val="334155"/>
                </a:solidFill>
              </a:defRPr>
            </a:lvl9pPr>
          </a:lstStyle>
          <a:p xmlns:a="http://schemas.openxmlformats.org/drawingml/2006/main">
            <a:pPr>
              <a:defRPr sz="1200">
                <a:solidFill>
                  <a:srgbClr val="334155"/>
                </a:solidFill>
              </a:defRPr>
            </a:pPr>
            <a:r>
              <a:rPr sz="1200">
                <a:solidFill>
                  <a:srgbClr val="334155"/>
                </a:solidFill>
              </a:rPr>
              <a:t>Nhóm thực hiện: Phạm Quang Đức · Văn Quang Duy · Nguyễn Tống Khánh Vĩnh · Đặng Đình Long</a:t>
            </a:r>
          </a:p>
        </p:txBody>
      </p:sp>
      <p:sp>
        <p:nvSpPr>
          <p:cNvPr id="28" name="">
            <a:extLst xmlns:a="http://schemas.openxmlformats.org/drawingml/2006/main">
              <a:ext uri="{FF2B5EF4-FFF2-40B4-BE49-F238E27FC236}">
                <a16:creationId xmlns:a16="http://schemas.microsoft.com/office/drawing/2014/main" id="{AD233E1E-7E2A-4E1C-9496-D95C58851462}"/>
              </a:ext>
            </a:extLst>
          </p:cNvPr>
          <p:cNvSpPr>
            <a:spLocks xmlns:a="http://schemas.openxmlformats.org/drawingml/2006/main" noGrp="1"/>
          </p:cNvSpPr>
          <p:nvPr/>
        </p:nvSpPr>
        <p:spPr>
          <a:xfrm xmlns:a="http://schemas.openxmlformats.org/drawingml/2006/main">
            <a:off x="1428750" y="8572500"/>
            <a:ext cx="1238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a:solidFill>
                  <a:srgbClr val="536878"/>
                </a:solidFill>
              </a:defRPr>
            </a:defPPr>
            <a:lvl1pPr>
              <a:defRPr sz="1125">
                <a:solidFill>
                  <a:srgbClr val="536878"/>
                </a:solidFill>
              </a:defRPr>
            </a:lvl1pPr>
            <a:lvl2pPr>
              <a:defRPr sz="1125">
                <a:solidFill>
                  <a:srgbClr val="536878"/>
                </a:solidFill>
              </a:defRPr>
            </a:lvl2pPr>
            <a:lvl3pPr>
              <a:defRPr sz="1125">
                <a:solidFill>
                  <a:srgbClr val="536878"/>
                </a:solidFill>
              </a:defRPr>
            </a:lvl3pPr>
            <a:lvl4pPr>
              <a:defRPr sz="1125">
                <a:solidFill>
                  <a:srgbClr val="536878"/>
                </a:solidFill>
              </a:defRPr>
            </a:lvl4pPr>
            <a:lvl5pPr>
              <a:defRPr sz="1125">
                <a:solidFill>
                  <a:srgbClr val="536878"/>
                </a:solidFill>
              </a:defRPr>
            </a:lvl5pPr>
            <a:lvl6pPr>
              <a:defRPr sz="1125">
                <a:solidFill>
                  <a:srgbClr val="536878"/>
                </a:solidFill>
              </a:defRPr>
            </a:lvl6pPr>
            <a:lvl7pPr>
              <a:defRPr sz="1125">
                <a:solidFill>
                  <a:srgbClr val="536878"/>
                </a:solidFill>
              </a:defRPr>
            </a:lvl7pPr>
            <a:lvl8pPr>
              <a:defRPr sz="1125">
                <a:solidFill>
                  <a:srgbClr val="536878"/>
                </a:solidFill>
              </a:defRPr>
            </a:lvl8pPr>
            <a:lvl9pPr>
              <a:defRPr sz="1125">
                <a:solidFill>
                  <a:srgbClr val="536878"/>
                </a:solidFill>
              </a:defRPr>
            </a:lvl9pPr>
          </a:lstStyle>
          <a:p xmlns:a="http://schemas.openxmlformats.org/drawingml/2006/main">
            <a:pPr>
              <a:defRPr sz="1125">
                <a:solidFill>
                  <a:srgbClr val="536878"/>
                </a:solidFill>
              </a:defRPr>
            </a:pPr>
            <a:r>
              <a:rPr sz="1125">
                <a:solidFill>
                  <a:srgbClr val="536878"/>
                </a:solidFill>
              </a:rPr>
              <a:t>Bằng chứng: repository · Figma · ảnh xuất từ Google Stitch</a:t>
            </a:r>
          </a:p>
        </p:txBody>
      </p:sp>
    </p:spTree>
    <p:extLst>
      <p:ext uri="{BB962C8B-B14F-4D97-AF65-F5344CB8AC3E}">
        <p14:creationId xmlns:p14="http://schemas.microsoft.com/office/powerpoint/2010/main" val="64357175"/>
      </p:ext>
    </p:extLst>
  </p:cSld>
</p:sld>
</file>

<file path=ppt/slides/slide2.xml><?xml version="1.0" encoding="utf-8"?>
<p:sld xmlns:p="http://schemas.openxmlformats.org/presentationml/2006/main">
  <p:cSld>
    <p:bg>
      <p:bgPr>
        <a:solidFill xmlns:a="http://schemas.openxmlformats.org/drawingml/2006/main">
          <a:srgbClr val="EEEEEE"/>
        </a:solidFill>
      </p:bgPr>
    </p:bg>
    <p:spTree>
      <p:nvGrpSpPr>
        <p:cNvPr id="1" name=""/>
        <p:cNvGrpSpPr/>
        <p:nvPr/>
      </p:nvGrpSpPr>
      <p:grpSpPr>
        <a:xfrm xmlns:a="http://schemas.openxmlformats.org/drawingml/2006/main"/>
      </p:grpSpPr>
      <p:sp>
        <p:nvSpPr>
          <p:cNvPr id="2" name="TextBox 2">
            <a:extLst xmlns:a="http://schemas.openxmlformats.org/drawingml/2006/main">
              <a:ext uri="{FF2B5EF4-FFF2-40B4-BE49-F238E27FC236}">
                <a16:creationId xmlns:a16="http://schemas.microsoft.com/office/drawing/2014/main" id="{7CD16566-4646-4009-A16B-125B92261BF4}"/>
              </a:ext>
            </a:extLst>
          </p:cNvPr>
          <p:cNvSpPr>
            <a:spLocks xmlns:a="http://schemas.openxmlformats.org/drawingml/2006/main" noGrp="1"/>
          </p:cNvSpPr>
          <p:nvPr/>
        </p:nvSpPr>
        <p:spPr>
          <a:xfrm xmlns:a="http://schemas.openxmlformats.org/drawingml/2006/main" rot="0">
            <a:off x="1627052" y="128584"/>
            <a:ext cx="7310912" cy="1434973"/>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11299"/>
              </a:lnSpc>
              <a:buNone/>
            </a:pPr>
            <a:r>
              <a:rPr sz="9999" b="1">
                <a:solidFill>
                  <a:srgbClr val="548CA8"/>
                </a:solidFill>
                <a:latin typeface="Poppins Bold"/>
                <a:ea typeface="Poppins Bold"/>
                <a:cs typeface="Poppins Bold"/>
              </a:rPr>
              <a:t/>
            </a:r>
          </a:p>
        </p:txBody>
      </p:sp>
      <p:sp>
        <p:nvSpPr>
          <p:cNvPr id="3" name="Freeform 3">
            <a:extLst xmlns:a="http://schemas.openxmlformats.org/drawingml/2006/main">
              <a:ext uri="{FF2B5EF4-FFF2-40B4-BE49-F238E27FC236}">
                <a16:creationId xmlns:a16="http://schemas.microsoft.com/office/drawing/2014/main" id="{EC26087B-5975-4425-AF36-3DE250E75503}"/>
              </a:ext>
            </a:extLst>
          </p:cNvPr>
          <p:cNvSpPr>
            <a:spLocks xmlns:a="http://schemas.openxmlformats.org/drawingml/2006/main" noGrp="1"/>
          </p:cNvSpPr>
          <p:nvPr/>
        </p:nvSpPr>
        <p:spPr>
          <a:xfrm xmlns:a="http://schemas.openxmlformats.org/drawingml/2006/main" rot="0" flipH="1" flipV="0">
            <a:off x="15961784" y="7960784"/>
            <a:ext cx="2595032" cy="2595032"/>
          </a:xfrm>
          <a:custGeom xmlns:a="http://schemas.openxmlformats.org/drawingml/2006/main">
            <a:rect l="l" t="t" r="r" b="b"/>
            <a:pathLst>
              <a:path w="2595032" h="2595032">
                <a:moveTo>
                  <a:pt x="2595032" y="0"/>
                </a:moveTo>
                <a:lnTo>
                  <a:pt x="0" y="0"/>
                </a:lnTo>
                <a:lnTo>
                  <a:pt x="0" y="2595032"/>
                </a:lnTo>
                <a:lnTo>
                  <a:pt x="2595032" y="2595032"/>
                </a:lnTo>
                <a:lnTo>
                  <a:pt x="2595032" y="0"/>
                </a:lnTo>
                <a:close/>
              </a:path>
            </a:pathLst>
          </a:custGeom>
          <a:blipFill xmlns:a="http://schemas.openxmlformats.org/drawingml/2006/main">
            <a:blip xmlns:r="http://schemas.openxmlformats.org/officeDocument/2006/relationships" r:embed="R739a0befb8f94fe9">
              <a:extLst>
                <a:ext uri="{96DAC541-7B7A-43D3-8B79-37D633B846F1}">
                  <asvg:svgBlip xmlns:asvg="http://schemas.microsoft.com/office/drawing/2016/SVG/main" r:embed="Ra7a870e22baa4eb4"/>
                </a:ext>
              </a:extLst>
            </a:blip>
            <a:stretch>
              <a:fillRect l="0" t="0" r="0" b="0"/>
            </a:stretch>
          </a:blipFill>
        </p:spPr>
      </p:sp>
      <p:sp>
        <p:nvSpPr>
          <p:cNvPr id="4" name="Freeform 4">
            <a:extLst xmlns:a="http://schemas.openxmlformats.org/drawingml/2006/main">
              <a:ext uri="{FF2B5EF4-FFF2-40B4-BE49-F238E27FC236}">
                <a16:creationId xmlns:a16="http://schemas.microsoft.com/office/drawing/2014/main" id="{991D2806-DFAF-48A5-98D9-610733AEF326}"/>
              </a:ext>
            </a:extLst>
          </p:cNvPr>
          <p:cNvSpPr>
            <a:spLocks xmlns:a="http://schemas.openxmlformats.org/drawingml/2006/main" noGrp="1"/>
          </p:cNvSpPr>
          <p:nvPr/>
        </p:nvSpPr>
        <p:spPr>
          <a:xfrm xmlns:a="http://schemas.openxmlformats.org/drawingml/2006/main" rot="-10800000" flipH="1" flipV="0">
            <a:off x="-140664" y="-125702"/>
            <a:ext cx="2595032" cy="2595032"/>
          </a:xfrm>
          <a:custGeom xmlns:a="http://schemas.openxmlformats.org/drawingml/2006/main">
            <a:rect l="l" t="t" r="r" b="b"/>
            <a:pathLst>
              <a:path w="2595032" h="2595032">
                <a:moveTo>
                  <a:pt x="2595032" y="0"/>
                </a:moveTo>
                <a:lnTo>
                  <a:pt x="0" y="0"/>
                </a:lnTo>
                <a:lnTo>
                  <a:pt x="0" y="2595032"/>
                </a:lnTo>
                <a:lnTo>
                  <a:pt x="2595032" y="2595032"/>
                </a:lnTo>
                <a:lnTo>
                  <a:pt x="2595032" y="0"/>
                </a:lnTo>
                <a:close/>
              </a:path>
            </a:pathLst>
          </a:custGeom>
          <a:blipFill xmlns:a="http://schemas.openxmlformats.org/drawingml/2006/main">
            <a:blip xmlns:r="http://schemas.openxmlformats.org/officeDocument/2006/relationships" r:embed="R739a0befb8f94fe9">
              <a:extLst>
                <a:ext uri="{96DAC541-7B7A-43D3-8B79-37D633B846F1}">
                  <asvg:svgBlip xmlns:asvg="http://schemas.microsoft.com/office/drawing/2016/SVG/main" r:embed="Ra7a870e22baa4eb4"/>
                </a:ext>
              </a:extLst>
            </a:blip>
            <a:stretch>
              <a:fillRect l="0" t="0" r="0" b="0"/>
            </a:stretch>
          </a:blipFill>
        </p:spPr>
      </p:sp>
      <p:pic>
        <p:nvPicPr>
          <p:cNvPr id="9001" name="Template worksheet preview">
            <a:extLst xmlns:a="http://schemas.openxmlformats.org/drawingml/2006/main">
              <a:ext uri="{FF2B5EF4-FFF2-40B4-BE49-F238E27FC236}">
                <a16:creationId xmlns:a16="http://schemas.microsoft.com/office/drawing/2014/main" id="{6F3CE7E3-DF38-4F75-9E8A-3AC7C6E96D98}"/>
              </a:ext>
            </a:extLst>
          </p:cNvPr>
          <p:cNvPicPr>
            <a:picLocks xmlns:a="http://schemas.openxmlformats.org/drawingml/2006/main" noChangeAspect="1"/>
          </p:cNvPicPr>
          <p:nvPr/>
        </p:nvPicPr>
        <p:blipFill>
          <a:blip xmlns:r="http://schemas.openxmlformats.org/officeDocument/2006/relationships" xmlns:a="http://schemas.openxmlformats.org/drawingml/2006/main" r:embed="Raf437f613826420f"/>
          <a:stretch xmlns:a="http://schemas.openxmlformats.org/drawingml/2006/main">
            <a:fillRect l="0" t="0" r="0" b="0"/>
          </a:stretch>
        </p:blipFill>
        <p:spPr>
          <a:xfrm xmlns:a="http://schemas.openxmlformats.org/drawingml/2006/main">
            <a:off x="822664" y="3343109"/>
            <a:ext cx="16230600" cy="5602274"/>
          </a:xfrm>
          <a:prstGeom xmlns:a="http://schemas.openxmlformats.org/drawingml/2006/main" prst="rect">
            <a:avLst/>
          </a:prstGeom>
        </p:spPr>
      </p:pic>
      <p:sp>
        <p:nvSpPr>
          <p:cNvPr id="6" name="TextBox 6">
            <a:extLst xmlns:a="http://schemas.openxmlformats.org/drawingml/2006/main">
              <a:ext uri="{FF2B5EF4-FFF2-40B4-BE49-F238E27FC236}">
                <a16:creationId xmlns:a16="http://schemas.microsoft.com/office/drawing/2014/main" id="{43E10E63-0F56-48F3-A3F0-6D64E14836A4}"/>
              </a:ext>
            </a:extLst>
          </p:cNvPr>
          <p:cNvSpPr>
            <a:spLocks xmlns:a="http://schemas.openxmlformats.org/drawingml/2006/main" noGrp="1"/>
          </p:cNvSpPr>
          <p:nvPr/>
        </p:nvSpPr>
        <p:spPr>
          <a:xfrm xmlns:a="http://schemas.openxmlformats.org/drawingml/2006/main" rot="0">
            <a:off x="9748984" y="705167"/>
            <a:ext cx="3911501" cy="604393"/>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4759"/>
              </a:lnSpc>
              <a:buNone/>
            </a:pPr>
            <a:r>
              <a:rPr sz="3399">
                <a:solidFill>
                  <a:srgbClr val="548CA8"/>
                </a:solidFill>
                <a:latin typeface="Noto Sans"/>
                <a:ea typeface="Noto Sans"/>
                <a:cs typeface="Noto Sans"/>
              </a:rPr>
              <a:t/>
            </a:r>
          </a:p>
        </p:txBody>
      </p:sp>
      <p:sp>
        <p:nvSpPr>
          <p:cNvPr id="7" name="TextBox 7">
            <a:extLst xmlns:a="http://schemas.openxmlformats.org/drawingml/2006/main">
              <a:ext uri="{FF2B5EF4-FFF2-40B4-BE49-F238E27FC236}">
                <a16:creationId xmlns:a16="http://schemas.microsoft.com/office/drawing/2014/main" id="{C0D19D91-3237-4B8D-99D2-319EDE8E634E}"/>
              </a:ext>
            </a:extLst>
          </p:cNvPr>
          <p:cNvSpPr>
            <a:spLocks xmlns:a="http://schemas.openxmlformats.org/drawingml/2006/main" noGrp="1"/>
          </p:cNvSpPr>
          <p:nvPr/>
        </p:nvSpPr>
        <p:spPr>
          <a:xfrm xmlns:a="http://schemas.openxmlformats.org/drawingml/2006/main" rot="0">
            <a:off x="9748984" y="1563684"/>
            <a:ext cx="6040481" cy="604393"/>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4759"/>
              </a:lnSpc>
              <a:buNone/>
            </a:pPr>
            <a:r>
              <a:rPr sz="3399">
                <a:solidFill>
                  <a:srgbClr val="548CA8"/>
                </a:solidFill>
                <a:latin typeface="Noto Sans"/>
                <a:ea typeface="Noto Sans"/>
                <a:cs typeface="Noto Sans"/>
              </a:rPr>
              <a:t/>
            </a:r>
          </a:p>
        </p:txBody>
      </p:sp>
      <p:sp>
        <p:nvSpPr>
          <p:cNvPr id="9002" name="">
            <a:extLst xmlns:a="http://schemas.openxmlformats.org/drawingml/2006/main">
              <a:ext uri="{FF2B5EF4-FFF2-40B4-BE49-F238E27FC236}">
                <a16:creationId xmlns:a16="http://schemas.microsoft.com/office/drawing/2014/main" id="{3E4A32AD-3A06-44AD-A9D1-6633D308133C}"/>
              </a:ext>
            </a:extLst>
          </p:cNvPr>
          <p:cNvSpPr>
            <a:spLocks xmlns:a="http://schemas.openxmlformats.org/drawingml/2006/main" noGrp="1"/>
          </p:cNvSpPr>
          <p:nvPr/>
        </p:nvSpPr>
        <p:spPr>
          <a:xfrm xmlns:a="http://schemas.openxmlformats.org/drawingml/2006/main">
            <a:off x="685800" y="2333625"/>
            <a:ext cx="15859125" cy="62865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9003" name="">
            <a:extLst xmlns:a="http://schemas.openxmlformats.org/drawingml/2006/main">
              <a:ext uri="{FF2B5EF4-FFF2-40B4-BE49-F238E27FC236}">
                <a16:creationId xmlns:a16="http://schemas.microsoft.com/office/drawing/2014/main" id="{4CF8D2D6-F79A-49E9-B033-0249562E6966}"/>
              </a:ext>
            </a:extLst>
          </p:cNvPr>
          <p:cNvSpPr>
            <a:spLocks xmlns:a="http://schemas.openxmlformats.org/drawingml/2006/main" noGrp="1"/>
          </p:cNvSpPr>
          <p:nvPr/>
        </p:nvSpPr>
        <p:spPr>
          <a:xfrm xmlns:a="http://schemas.openxmlformats.org/drawingml/2006/main">
            <a:off x="1047750" y="647700"/>
            <a:ext cx="762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1">
                <a:solidFill>
                  <a:srgbClr val="2686C5"/>
                </a:solidFill>
              </a:defRPr>
            </a:defPPr>
            <a:lvl1pPr>
              <a:defRPr sz="1200" b="1">
                <a:solidFill>
                  <a:srgbClr val="2686C5"/>
                </a:solidFill>
              </a:defRPr>
            </a:lvl1pPr>
            <a:lvl2pPr>
              <a:defRPr sz="1200" b="1">
                <a:solidFill>
                  <a:srgbClr val="2686C5"/>
                </a:solidFill>
              </a:defRPr>
            </a:lvl2pPr>
            <a:lvl3pPr>
              <a:defRPr sz="1200" b="1">
                <a:solidFill>
                  <a:srgbClr val="2686C5"/>
                </a:solidFill>
              </a:defRPr>
            </a:lvl3pPr>
            <a:lvl4pPr>
              <a:defRPr sz="1200" b="1">
                <a:solidFill>
                  <a:srgbClr val="2686C5"/>
                </a:solidFill>
              </a:defRPr>
            </a:lvl4pPr>
            <a:lvl5pPr>
              <a:defRPr sz="1200" b="1">
                <a:solidFill>
                  <a:srgbClr val="2686C5"/>
                </a:solidFill>
              </a:defRPr>
            </a:lvl5pPr>
            <a:lvl6pPr>
              <a:defRPr sz="1200" b="1">
                <a:solidFill>
                  <a:srgbClr val="2686C5"/>
                </a:solidFill>
              </a:defRPr>
            </a:lvl6pPr>
            <a:lvl7pPr>
              <a:defRPr sz="1200" b="1">
                <a:solidFill>
                  <a:srgbClr val="2686C5"/>
                </a:solidFill>
              </a:defRPr>
            </a:lvl7pPr>
            <a:lvl8pPr>
              <a:defRPr sz="1200" b="1">
                <a:solidFill>
                  <a:srgbClr val="2686C5"/>
                </a:solidFill>
              </a:defRPr>
            </a:lvl8pPr>
            <a:lvl9pPr>
              <a:defRPr sz="1200" b="1">
                <a:solidFill>
                  <a:srgbClr val="2686C5"/>
                </a:solidFill>
              </a:defRPr>
            </a:lvl9pPr>
          </a:lstStyle>
          <a:p xmlns:a="http://schemas.openxmlformats.org/drawingml/2006/main">
            <a:pPr>
              <a:defRPr sz="1200" b="1">
                <a:solidFill>
                  <a:srgbClr val="2686C5"/>
                </a:solidFill>
              </a:defRPr>
            </a:pPr>
            <a:r>
              <a:rPr sz="1200" b="1">
                <a:solidFill>
                  <a:srgbClr val="2686C5"/>
                </a:solidFill>
              </a:rPr>
              <a:t>02</a:t>
            </a:r>
          </a:p>
        </p:txBody>
      </p:sp>
      <p:sp>
        <p:nvSpPr>
          <p:cNvPr id="9004" name="">
            <a:extLst xmlns:a="http://schemas.openxmlformats.org/drawingml/2006/main">
              <a:ext uri="{FF2B5EF4-FFF2-40B4-BE49-F238E27FC236}">
                <a16:creationId xmlns:a16="http://schemas.microsoft.com/office/drawing/2014/main" id="{E1EB2ADC-56E8-4E0A-AD14-7D0633301F42}"/>
              </a:ext>
            </a:extLst>
          </p:cNvPr>
          <p:cNvSpPr>
            <a:spLocks xmlns:a="http://schemas.openxmlformats.org/drawingml/2006/main" noGrp="1"/>
          </p:cNvSpPr>
          <p:nvPr/>
        </p:nvSpPr>
        <p:spPr>
          <a:xfrm xmlns:a="http://schemas.openxmlformats.org/drawingml/2006/main">
            <a:off x="1047750" y="990600"/>
            <a:ext cx="15240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750" b="1">
                <a:solidFill>
                  <a:srgbClr val="1E5AA8"/>
                </a:solidFill>
              </a:defRPr>
            </a:defPPr>
            <a:lvl1pPr>
              <a:defRPr sz="3750" b="1">
                <a:solidFill>
                  <a:srgbClr val="1E5AA8"/>
                </a:solidFill>
              </a:defRPr>
            </a:lvl1pPr>
            <a:lvl2pPr>
              <a:defRPr sz="3750" b="1">
                <a:solidFill>
                  <a:srgbClr val="1E5AA8"/>
                </a:solidFill>
              </a:defRPr>
            </a:lvl2pPr>
            <a:lvl3pPr>
              <a:defRPr sz="3750" b="1">
                <a:solidFill>
                  <a:srgbClr val="1E5AA8"/>
                </a:solidFill>
              </a:defRPr>
            </a:lvl3pPr>
            <a:lvl4pPr>
              <a:defRPr sz="3750" b="1">
                <a:solidFill>
                  <a:srgbClr val="1E5AA8"/>
                </a:solidFill>
              </a:defRPr>
            </a:lvl4pPr>
            <a:lvl5pPr>
              <a:defRPr sz="3750" b="1">
                <a:solidFill>
                  <a:srgbClr val="1E5AA8"/>
                </a:solidFill>
              </a:defRPr>
            </a:lvl5pPr>
            <a:lvl6pPr>
              <a:defRPr sz="3750" b="1">
                <a:solidFill>
                  <a:srgbClr val="1E5AA8"/>
                </a:solidFill>
              </a:defRPr>
            </a:lvl6pPr>
            <a:lvl7pPr>
              <a:defRPr sz="3750" b="1">
                <a:solidFill>
                  <a:srgbClr val="1E5AA8"/>
                </a:solidFill>
              </a:defRPr>
            </a:lvl7pPr>
            <a:lvl8pPr>
              <a:defRPr sz="3750" b="1">
                <a:solidFill>
                  <a:srgbClr val="1E5AA8"/>
                </a:solidFill>
              </a:defRPr>
            </a:lvl8pPr>
            <a:lvl9pPr>
              <a:defRPr sz="3750" b="1">
                <a:solidFill>
                  <a:srgbClr val="1E5AA8"/>
                </a:solidFill>
              </a:defRPr>
            </a:lvl9pPr>
          </a:lstStyle>
          <a:p xmlns:a="http://schemas.openxmlformats.org/drawingml/2006/main">
            <a:pPr>
              <a:defRPr sz="3750" b="1">
                <a:solidFill>
                  <a:srgbClr val="1E5AA8"/>
                </a:solidFill>
              </a:defRPr>
            </a:pPr>
            <a:r>
              <a:rPr sz="3750" b="1">
                <a:solidFill>
                  <a:srgbClr val="1E5AA8"/>
                </a:solidFill>
              </a:rPr>
              <a:t>Persona và vấn đề trọng tâm</a:t>
            </a:r>
          </a:p>
        </p:txBody>
      </p:sp>
      <p:sp>
        <p:nvSpPr>
          <p:cNvPr id="9005" name="">
            <a:extLst xmlns:a="http://schemas.openxmlformats.org/drawingml/2006/main">
              <a:ext uri="{FF2B5EF4-FFF2-40B4-BE49-F238E27FC236}">
                <a16:creationId xmlns:a16="http://schemas.microsoft.com/office/drawing/2014/main" id="{05667B69-9424-4628-B9D8-73F2DE856663}"/>
              </a:ext>
            </a:extLst>
          </p:cNvPr>
          <p:cNvSpPr>
            <a:spLocks xmlns:a="http://schemas.openxmlformats.org/drawingml/2006/main" noGrp="1"/>
          </p:cNvSpPr>
          <p:nvPr/>
        </p:nvSpPr>
        <p:spPr>
          <a:xfrm xmlns:a="http://schemas.openxmlformats.org/drawingml/2006/main">
            <a:off x="1066800" y="1866900"/>
            <a:ext cx="14287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a:solidFill>
                  <a:srgbClr val="536878"/>
                </a:solidFill>
              </a:defRPr>
            </a:defPPr>
            <a:lvl1pPr>
              <a:defRPr sz="1575">
                <a:solidFill>
                  <a:srgbClr val="536878"/>
                </a:solidFill>
              </a:defRPr>
            </a:lvl1pPr>
            <a:lvl2pPr>
              <a:defRPr sz="1575">
                <a:solidFill>
                  <a:srgbClr val="536878"/>
                </a:solidFill>
              </a:defRPr>
            </a:lvl2pPr>
            <a:lvl3pPr>
              <a:defRPr sz="1575">
                <a:solidFill>
                  <a:srgbClr val="536878"/>
                </a:solidFill>
              </a:defRPr>
            </a:lvl3pPr>
            <a:lvl4pPr>
              <a:defRPr sz="1575">
                <a:solidFill>
                  <a:srgbClr val="536878"/>
                </a:solidFill>
              </a:defRPr>
            </a:lvl4pPr>
            <a:lvl5pPr>
              <a:defRPr sz="1575">
                <a:solidFill>
                  <a:srgbClr val="536878"/>
                </a:solidFill>
              </a:defRPr>
            </a:lvl5pPr>
            <a:lvl6pPr>
              <a:defRPr sz="1575">
                <a:solidFill>
                  <a:srgbClr val="536878"/>
                </a:solidFill>
              </a:defRPr>
            </a:lvl6pPr>
            <a:lvl7pPr>
              <a:defRPr sz="1575">
                <a:solidFill>
                  <a:srgbClr val="536878"/>
                </a:solidFill>
              </a:defRPr>
            </a:lvl7pPr>
            <a:lvl8pPr>
              <a:defRPr sz="1575">
                <a:solidFill>
                  <a:srgbClr val="536878"/>
                </a:solidFill>
              </a:defRPr>
            </a:lvl8pPr>
            <a:lvl9pPr>
              <a:defRPr sz="1575">
                <a:solidFill>
                  <a:srgbClr val="536878"/>
                </a:solidFill>
              </a:defRPr>
            </a:lvl9pPr>
          </a:lstStyle>
          <a:p xmlns:a="http://schemas.openxmlformats.org/drawingml/2006/main">
            <a:pPr>
              <a:defRPr sz="1575">
                <a:solidFill>
                  <a:srgbClr val="536878"/>
                </a:solidFill>
              </a:defRPr>
            </a:pPr>
            <a:r>
              <a:rPr sz="1575">
                <a:solidFill>
                  <a:srgbClr val="536878"/>
                </a:solidFill>
              </a:rPr>
              <a:t>Bốn persona là giả định phục vụ thảo luận thiết kế, chưa phải kết quả khảo sát.</a:t>
            </a:r>
          </a:p>
        </p:txBody>
      </p:sp>
      <p:sp>
        <p:nvSpPr>
          <p:cNvPr id="9006" name="">
            <a:extLst xmlns:a="http://schemas.openxmlformats.org/drawingml/2006/main">
              <a:ext uri="{FF2B5EF4-FFF2-40B4-BE49-F238E27FC236}">
                <a16:creationId xmlns:a16="http://schemas.microsoft.com/office/drawing/2014/main" id="{A5DB30CD-9044-4703-B388-C159BF37AB09}"/>
              </a:ext>
            </a:extLst>
          </p:cNvPr>
          <p:cNvSpPr>
            <a:spLocks xmlns:a="http://schemas.openxmlformats.org/drawingml/2006/main" noGrp="1"/>
          </p:cNvSpPr>
          <p:nvPr/>
        </p:nvSpPr>
        <p:spPr>
          <a:xfrm xmlns:a="http://schemas.openxmlformats.org/drawingml/2006/main">
            <a:off x="1143000" y="2714625"/>
            <a:ext cx="3619500" cy="1809750"/>
          </a:xfrm>
          <a:prstGeom xmlns:a="http://schemas.openxmlformats.org/drawingml/2006/main" prst="roundRect">
            <a:avLst>
              <a:gd name="adj" fmla="val 6316"/>
            </a:avLst>
          </a:prstGeom>
          <a:solidFill xmlns:a="http://schemas.openxmlformats.org/drawingml/2006/main">
            <a:srgbClr val="FFFFFF"/>
          </a:solidFill>
          <a:ln xmlns:a="http://schemas.openxmlformats.org/drawingml/2006/main" w="9525">
            <a:solidFill>
              <a:srgbClr val="D6E3ED"/>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007" name="">
            <a:extLst xmlns:a="http://schemas.openxmlformats.org/drawingml/2006/main">
              <a:ext uri="{FF2B5EF4-FFF2-40B4-BE49-F238E27FC236}">
                <a16:creationId xmlns:a16="http://schemas.microsoft.com/office/drawing/2014/main" id="{FD7C7265-EBA5-4245-BC8A-2D3FF26B3E7F}"/>
              </a:ext>
            </a:extLst>
          </p:cNvPr>
          <p:cNvSpPr>
            <a:spLocks xmlns:a="http://schemas.openxmlformats.org/drawingml/2006/main" noGrp="1"/>
          </p:cNvSpPr>
          <p:nvPr/>
        </p:nvSpPr>
        <p:spPr>
          <a:xfrm xmlns:a="http://schemas.openxmlformats.org/drawingml/2006/main">
            <a:off x="1143000" y="2714625"/>
            <a:ext cx="95250" cy="1809750"/>
          </a:xfrm>
          <a:prstGeom xmlns:a="http://schemas.openxmlformats.org/drawingml/2006/main" prst="rect">
            <a:avLst/>
          </a:prstGeom>
          <a:solidFill xmlns:a="http://schemas.openxmlformats.org/drawingml/2006/main">
            <a:srgbClr val="1E5AA8"/>
          </a:solidFill>
          <a:ln xmlns:a="http://schemas.openxmlformats.org/drawingml/2006/main" w="0">
            <a:solidFill>
              <a:srgbClr val="1E5AA8"/>
            </a:solidFill>
            <a:prstDash val="solid"/>
          </a:ln>
        </p:spPr>
      </p:sp>
      <p:sp>
        <p:nvSpPr>
          <p:cNvPr id="9008" name="">
            <a:extLst xmlns:a="http://schemas.openxmlformats.org/drawingml/2006/main">
              <a:ext uri="{FF2B5EF4-FFF2-40B4-BE49-F238E27FC236}">
                <a16:creationId xmlns:a16="http://schemas.microsoft.com/office/drawing/2014/main" id="{D827AEC6-9A1D-4CF7-B46A-267A4FFFBB89}"/>
              </a:ext>
            </a:extLst>
          </p:cNvPr>
          <p:cNvSpPr>
            <a:spLocks xmlns:a="http://schemas.openxmlformats.org/drawingml/2006/main" noGrp="1"/>
          </p:cNvSpPr>
          <p:nvPr/>
        </p:nvSpPr>
        <p:spPr>
          <a:xfrm xmlns:a="http://schemas.openxmlformats.org/drawingml/2006/main">
            <a:off x="1428750" y="2924175"/>
            <a:ext cx="3086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1E5AA8"/>
                </a:solidFill>
              </a:defRPr>
            </a:defPPr>
            <a:lvl1pPr>
              <a:defRPr sz="2025" b="1">
                <a:solidFill>
                  <a:srgbClr val="1E5AA8"/>
                </a:solidFill>
              </a:defRPr>
            </a:lvl1pPr>
            <a:lvl2pPr>
              <a:defRPr sz="2025" b="1">
                <a:solidFill>
                  <a:srgbClr val="1E5AA8"/>
                </a:solidFill>
              </a:defRPr>
            </a:lvl2pPr>
            <a:lvl3pPr>
              <a:defRPr sz="2025" b="1">
                <a:solidFill>
                  <a:srgbClr val="1E5AA8"/>
                </a:solidFill>
              </a:defRPr>
            </a:lvl3pPr>
            <a:lvl4pPr>
              <a:defRPr sz="2025" b="1">
                <a:solidFill>
                  <a:srgbClr val="1E5AA8"/>
                </a:solidFill>
              </a:defRPr>
            </a:lvl4pPr>
            <a:lvl5pPr>
              <a:defRPr sz="2025" b="1">
                <a:solidFill>
                  <a:srgbClr val="1E5AA8"/>
                </a:solidFill>
              </a:defRPr>
            </a:lvl5pPr>
            <a:lvl6pPr>
              <a:defRPr sz="2025" b="1">
                <a:solidFill>
                  <a:srgbClr val="1E5AA8"/>
                </a:solidFill>
              </a:defRPr>
            </a:lvl6pPr>
            <a:lvl7pPr>
              <a:defRPr sz="2025" b="1">
                <a:solidFill>
                  <a:srgbClr val="1E5AA8"/>
                </a:solidFill>
              </a:defRPr>
            </a:lvl7pPr>
            <a:lvl8pPr>
              <a:defRPr sz="2025" b="1">
                <a:solidFill>
                  <a:srgbClr val="1E5AA8"/>
                </a:solidFill>
              </a:defRPr>
            </a:lvl8pPr>
            <a:lvl9pPr>
              <a:defRPr sz="2025" b="1">
                <a:solidFill>
                  <a:srgbClr val="1E5AA8"/>
                </a:solidFill>
              </a:defRPr>
            </a:lvl9pPr>
          </a:lstStyle>
          <a:p xmlns:a="http://schemas.openxmlformats.org/drawingml/2006/main">
            <a:pPr>
              <a:defRPr sz="2025" b="1">
                <a:solidFill>
                  <a:srgbClr val="1E5AA8"/>
                </a:solidFill>
              </a:defRPr>
            </a:pPr>
            <a:r>
              <a:rPr sz="2025" b="1">
                <a:solidFill>
                  <a:srgbClr val="1E5AA8"/>
                </a:solidFill>
              </a:rPr>
              <a:t>Linh — persona chính</a:t>
            </a:r>
          </a:p>
        </p:txBody>
      </p:sp>
      <p:sp>
        <p:nvSpPr>
          <p:cNvPr id="9009" name="">
            <a:extLst xmlns:a="http://schemas.openxmlformats.org/drawingml/2006/main">
              <a:ext uri="{FF2B5EF4-FFF2-40B4-BE49-F238E27FC236}">
                <a16:creationId xmlns:a16="http://schemas.microsoft.com/office/drawing/2014/main" id="{C7E655BE-6876-4C6F-AF76-5318AF584AF7}"/>
              </a:ext>
            </a:extLst>
          </p:cNvPr>
          <p:cNvSpPr>
            <a:spLocks xmlns:a="http://schemas.openxmlformats.org/drawingml/2006/main" noGrp="1"/>
          </p:cNvSpPr>
          <p:nvPr/>
        </p:nvSpPr>
        <p:spPr>
          <a:xfrm xmlns:a="http://schemas.openxmlformats.org/drawingml/2006/main">
            <a:off x="1428750" y="3457575"/>
            <a:ext cx="30861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a:solidFill>
                  <a:srgbClr val="334155"/>
                </a:solidFill>
              </a:defRPr>
            </a:defPPr>
            <a:lvl1pPr>
              <a:defRPr sz="1500">
                <a:solidFill>
                  <a:srgbClr val="334155"/>
                </a:solidFill>
              </a:defRPr>
            </a:lvl1pPr>
            <a:lvl2pPr>
              <a:defRPr sz="1500">
                <a:solidFill>
                  <a:srgbClr val="334155"/>
                </a:solidFill>
              </a:defRPr>
            </a:lvl2pPr>
            <a:lvl3pPr>
              <a:defRPr sz="1500">
                <a:solidFill>
                  <a:srgbClr val="334155"/>
                </a:solidFill>
              </a:defRPr>
            </a:lvl3pPr>
            <a:lvl4pPr>
              <a:defRPr sz="1500">
                <a:solidFill>
                  <a:srgbClr val="334155"/>
                </a:solidFill>
              </a:defRPr>
            </a:lvl4pPr>
            <a:lvl5pPr>
              <a:defRPr sz="1500">
                <a:solidFill>
                  <a:srgbClr val="334155"/>
                </a:solidFill>
              </a:defRPr>
            </a:lvl5pPr>
            <a:lvl6pPr>
              <a:defRPr sz="1500">
                <a:solidFill>
                  <a:srgbClr val="334155"/>
                </a:solidFill>
              </a:defRPr>
            </a:lvl6pPr>
            <a:lvl7pPr>
              <a:defRPr sz="1500">
                <a:solidFill>
                  <a:srgbClr val="334155"/>
                </a:solidFill>
              </a:defRPr>
            </a:lvl7pPr>
            <a:lvl8pPr>
              <a:defRPr sz="1500">
                <a:solidFill>
                  <a:srgbClr val="334155"/>
                </a:solidFill>
              </a:defRPr>
            </a:lvl8pPr>
            <a:lvl9pPr>
              <a:defRPr sz="1500">
                <a:solidFill>
                  <a:srgbClr val="334155"/>
                </a:solidFill>
              </a:defRPr>
            </a:lvl9pPr>
          </a:lstStyle>
          <a:p xmlns:a="http://schemas.openxmlformats.org/drawingml/2006/main">
            <a:pPr>
              <a:defRPr sz="1500">
                <a:solidFill>
                  <a:srgbClr val="334155"/>
                </a:solidFill>
              </a:defRPr>
            </a:pPr>
            <a:r>
              <a:rPr sz="1500">
                <a:solidFill>
                  <a:srgbClr val="334155"/>
                </a:solidFill>
              </a:rPr>
              <a:t>36 tuổi · phụ huynh có con nhỏ</a:t>
            </a:r>
          </a:p>
          <a:p xmlns:a="http://schemas.openxmlformats.org/drawingml/2006/main">
            <a:pPr>
              <a:defRPr sz="1500">
                <a:solidFill>
                  <a:srgbClr val="334155"/>
                </a:solidFill>
              </a:defRPr>
            </a:pPr>
            <a:r>
              <a:rPr sz="1500">
                <a:solidFill>
                  <a:srgbClr val="334155"/>
                </a:solidFill>
              </a:rPr>
              <a:t>Chọn/thực hiện thói quen ngắn giữa các lần bị gián đoạn.</a:t>
            </a:r>
          </a:p>
          <a:p xmlns:a="http://schemas.openxmlformats.org/drawingml/2006/main">
            <a:pPr>
              <a:defRPr sz="1500">
                <a:solidFill>
                  <a:srgbClr val="334155"/>
                </a:solidFill>
              </a:defRPr>
            </a:pPr>
            <a:r>
              <a:rPr sz="1500">
                <a:solidFill>
                  <a:srgbClr val="334155"/>
                </a:solidFill>
              </a:rPr>
              <a:t>Mục tiêu: thêm thói quen &lt;60 giây.</a:t>
            </a:r>
          </a:p>
        </p:txBody>
      </p:sp>
      <p:sp>
        <p:nvSpPr>
          <p:cNvPr id="9010" name="">
            <a:extLst xmlns:a="http://schemas.openxmlformats.org/drawingml/2006/main">
              <a:ext uri="{FF2B5EF4-FFF2-40B4-BE49-F238E27FC236}">
                <a16:creationId xmlns:a16="http://schemas.microsoft.com/office/drawing/2014/main" id="{4B425BF1-6B40-4766-B292-F787D6B3ADBB}"/>
              </a:ext>
            </a:extLst>
          </p:cNvPr>
          <p:cNvSpPr>
            <a:spLocks xmlns:a="http://schemas.openxmlformats.org/drawingml/2006/main" noGrp="1"/>
          </p:cNvSpPr>
          <p:nvPr/>
        </p:nvSpPr>
        <p:spPr>
          <a:xfrm xmlns:a="http://schemas.openxmlformats.org/drawingml/2006/main">
            <a:off x="5191125" y="2714625"/>
            <a:ext cx="3048000" cy="1809750"/>
          </a:xfrm>
          <a:prstGeom xmlns:a="http://schemas.openxmlformats.org/drawingml/2006/main" prst="roundRect">
            <a:avLst>
              <a:gd name="adj" fmla="val 6316"/>
            </a:avLst>
          </a:prstGeom>
          <a:solidFill xmlns:a="http://schemas.openxmlformats.org/drawingml/2006/main">
            <a:srgbClr val="FFFFFF"/>
          </a:solidFill>
          <a:ln xmlns:a="http://schemas.openxmlformats.org/drawingml/2006/main" w="9525">
            <a:solidFill>
              <a:srgbClr val="D6E3ED"/>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011" name="">
            <a:extLst xmlns:a="http://schemas.openxmlformats.org/drawingml/2006/main">
              <a:ext uri="{FF2B5EF4-FFF2-40B4-BE49-F238E27FC236}">
                <a16:creationId xmlns:a16="http://schemas.microsoft.com/office/drawing/2014/main" id="{ABC5E1FD-91B5-4AA1-8F70-686D7D059DBD}"/>
              </a:ext>
            </a:extLst>
          </p:cNvPr>
          <p:cNvSpPr>
            <a:spLocks xmlns:a="http://schemas.openxmlformats.org/drawingml/2006/main" noGrp="1"/>
          </p:cNvSpPr>
          <p:nvPr/>
        </p:nvSpPr>
        <p:spPr>
          <a:xfrm xmlns:a="http://schemas.openxmlformats.org/drawingml/2006/main">
            <a:off x="5191125" y="2714625"/>
            <a:ext cx="95250" cy="1809750"/>
          </a:xfrm>
          <a:prstGeom xmlns:a="http://schemas.openxmlformats.org/drawingml/2006/main" prst="rect">
            <a:avLst/>
          </a:prstGeom>
          <a:solidFill xmlns:a="http://schemas.openxmlformats.org/drawingml/2006/main">
            <a:srgbClr val="2686C5"/>
          </a:solidFill>
          <a:ln xmlns:a="http://schemas.openxmlformats.org/drawingml/2006/main" w="0">
            <a:solidFill>
              <a:srgbClr val="2686C5"/>
            </a:solidFill>
            <a:prstDash val="solid"/>
          </a:ln>
        </p:spPr>
      </p:sp>
      <p:sp>
        <p:nvSpPr>
          <p:cNvPr id="9012" name="">
            <a:extLst xmlns:a="http://schemas.openxmlformats.org/drawingml/2006/main">
              <a:ext uri="{FF2B5EF4-FFF2-40B4-BE49-F238E27FC236}">
                <a16:creationId xmlns:a16="http://schemas.microsoft.com/office/drawing/2014/main" id="{F5660D62-3B47-4031-BED5-4FB08AEF9727}"/>
              </a:ext>
            </a:extLst>
          </p:cNvPr>
          <p:cNvSpPr>
            <a:spLocks xmlns:a="http://schemas.openxmlformats.org/drawingml/2006/main" noGrp="1"/>
          </p:cNvSpPr>
          <p:nvPr/>
        </p:nvSpPr>
        <p:spPr>
          <a:xfrm xmlns:a="http://schemas.openxmlformats.org/drawingml/2006/main">
            <a:off x="5476875" y="2924175"/>
            <a:ext cx="2514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1E5AA8"/>
                </a:solidFill>
              </a:defRPr>
            </a:defPPr>
            <a:lvl1pPr>
              <a:defRPr sz="2025" b="1">
                <a:solidFill>
                  <a:srgbClr val="1E5AA8"/>
                </a:solidFill>
              </a:defRPr>
            </a:lvl1pPr>
            <a:lvl2pPr>
              <a:defRPr sz="2025" b="1">
                <a:solidFill>
                  <a:srgbClr val="1E5AA8"/>
                </a:solidFill>
              </a:defRPr>
            </a:lvl2pPr>
            <a:lvl3pPr>
              <a:defRPr sz="2025" b="1">
                <a:solidFill>
                  <a:srgbClr val="1E5AA8"/>
                </a:solidFill>
              </a:defRPr>
            </a:lvl3pPr>
            <a:lvl4pPr>
              <a:defRPr sz="2025" b="1">
                <a:solidFill>
                  <a:srgbClr val="1E5AA8"/>
                </a:solidFill>
              </a:defRPr>
            </a:lvl4pPr>
            <a:lvl5pPr>
              <a:defRPr sz="2025" b="1">
                <a:solidFill>
                  <a:srgbClr val="1E5AA8"/>
                </a:solidFill>
              </a:defRPr>
            </a:lvl5pPr>
            <a:lvl6pPr>
              <a:defRPr sz="2025" b="1">
                <a:solidFill>
                  <a:srgbClr val="1E5AA8"/>
                </a:solidFill>
              </a:defRPr>
            </a:lvl6pPr>
            <a:lvl7pPr>
              <a:defRPr sz="2025" b="1">
                <a:solidFill>
                  <a:srgbClr val="1E5AA8"/>
                </a:solidFill>
              </a:defRPr>
            </a:lvl7pPr>
            <a:lvl8pPr>
              <a:defRPr sz="2025" b="1">
                <a:solidFill>
                  <a:srgbClr val="1E5AA8"/>
                </a:solidFill>
              </a:defRPr>
            </a:lvl8pPr>
            <a:lvl9pPr>
              <a:defRPr sz="2025" b="1">
                <a:solidFill>
                  <a:srgbClr val="1E5AA8"/>
                </a:solidFill>
              </a:defRPr>
            </a:lvl9pPr>
          </a:lstStyle>
          <a:p xmlns:a="http://schemas.openxmlformats.org/drawingml/2006/main">
            <a:pPr>
              <a:defRPr sz="2025" b="1">
                <a:solidFill>
                  <a:srgbClr val="1E5AA8"/>
                </a:solidFill>
              </a:defRPr>
            </a:pPr>
            <a:r>
              <a:rPr sz="2025" b="1">
                <a:solidFill>
                  <a:srgbClr val="1E5AA8"/>
                </a:solidFill>
              </a:rPr>
              <a:t>Minh</a:t>
            </a:r>
          </a:p>
        </p:txBody>
      </p:sp>
      <p:sp>
        <p:nvSpPr>
          <p:cNvPr id="9013" name="">
            <a:extLst xmlns:a="http://schemas.openxmlformats.org/drawingml/2006/main">
              <a:ext uri="{FF2B5EF4-FFF2-40B4-BE49-F238E27FC236}">
                <a16:creationId xmlns:a16="http://schemas.microsoft.com/office/drawing/2014/main" id="{2A3EA997-A618-4978-8236-F3A62A2B9636}"/>
              </a:ext>
            </a:extLst>
          </p:cNvPr>
          <p:cNvSpPr>
            <a:spLocks xmlns:a="http://schemas.openxmlformats.org/drawingml/2006/main" noGrp="1"/>
          </p:cNvSpPr>
          <p:nvPr/>
        </p:nvSpPr>
        <p:spPr>
          <a:xfrm xmlns:a="http://schemas.openxmlformats.org/drawingml/2006/main">
            <a:off x="5476875" y="3457575"/>
            <a:ext cx="25146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a:solidFill>
                  <a:srgbClr val="334155"/>
                </a:solidFill>
              </a:defRPr>
            </a:defPPr>
            <a:lvl1pPr>
              <a:defRPr sz="1500">
                <a:solidFill>
                  <a:srgbClr val="334155"/>
                </a:solidFill>
              </a:defRPr>
            </a:lvl1pPr>
            <a:lvl2pPr>
              <a:defRPr sz="1500">
                <a:solidFill>
                  <a:srgbClr val="334155"/>
                </a:solidFill>
              </a:defRPr>
            </a:lvl2pPr>
            <a:lvl3pPr>
              <a:defRPr sz="1500">
                <a:solidFill>
                  <a:srgbClr val="334155"/>
                </a:solidFill>
              </a:defRPr>
            </a:lvl3pPr>
            <a:lvl4pPr>
              <a:defRPr sz="1500">
                <a:solidFill>
                  <a:srgbClr val="334155"/>
                </a:solidFill>
              </a:defRPr>
            </a:lvl4pPr>
            <a:lvl5pPr>
              <a:defRPr sz="1500">
                <a:solidFill>
                  <a:srgbClr val="334155"/>
                </a:solidFill>
              </a:defRPr>
            </a:lvl5pPr>
            <a:lvl6pPr>
              <a:defRPr sz="1500">
                <a:solidFill>
                  <a:srgbClr val="334155"/>
                </a:solidFill>
              </a:defRPr>
            </a:lvl6pPr>
            <a:lvl7pPr>
              <a:defRPr sz="1500">
                <a:solidFill>
                  <a:srgbClr val="334155"/>
                </a:solidFill>
              </a:defRPr>
            </a:lvl7pPr>
            <a:lvl8pPr>
              <a:defRPr sz="1500">
                <a:solidFill>
                  <a:srgbClr val="334155"/>
                </a:solidFill>
              </a:defRPr>
            </a:lvl8pPr>
            <a:lvl9pPr>
              <a:defRPr sz="1500">
                <a:solidFill>
                  <a:srgbClr val="334155"/>
                </a:solidFill>
              </a:defRPr>
            </a:lvl9pPr>
          </a:lstStyle>
          <a:p xmlns:a="http://schemas.openxmlformats.org/drawingml/2006/main">
            <a:pPr>
              <a:defRPr sz="1500">
                <a:solidFill>
                  <a:srgbClr val="334155"/>
                </a:solidFill>
              </a:defRPr>
            </a:pPr>
            <a:r>
              <a:rPr sz="1500">
                <a:solidFill>
                  <a:srgbClr val="334155"/>
                </a:solidFill>
              </a:rPr>
              <a:t>Sinh viên</a:t>
            </a:r>
          </a:p>
          <a:p xmlns:a="http://schemas.openxmlformats.org/drawingml/2006/main">
            <a:pPr>
              <a:defRPr sz="1500">
                <a:solidFill>
                  <a:srgbClr val="334155"/>
                </a:solidFill>
              </a:defRPr>
            </a:pPr>
            <a:r>
              <a:rPr sz="1500">
                <a:solidFill>
                  <a:srgbClr val="334155"/>
                </a:solidFill>
              </a:rPr>
              <a:t>Check-in từ Home ≤3 thao tác.</a:t>
            </a:r>
          </a:p>
        </p:txBody>
      </p:sp>
      <p:sp>
        <p:nvSpPr>
          <p:cNvPr id="9014" name="">
            <a:extLst xmlns:a="http://schemas.openxmlformats.org/drawingml/2006/main">
              <a:ext uri="{FF2B5EF4-FFF2-40B4-BE49-F238E27FC236}">
                <a16:creationId xmlns:a16="http://schemas.microsoft.com/office/drawing/2014/main" id="{2CAA976A-F531-429D-BAD6-9CD0616A7F9E}"/>
              </a:ext>
            </a:extLst>
          </p:cNvPr>
          <p:cNvSpPr>
            <a:spLocks xmlns:a="http://schemas.openxmlformats.org/drawingml/2006/main" noGrp="1"/>
          </p:cNvSpPr>
          <p:nvPr/>
        </p:nvSpPr>
        <p:spPr>
          <a:xfrm xmlns:a="http://schemas.openxmlformats.org/drawingml/2006/main">
            <a:off x="8667750" y="2714625"/>
            <a:ext cx="3048000" cy="1809750"/>
          </a:xfrm>
          <a:prstGeom xmlns:a="http://schemas.openxmlformats.org/drawingml/2006/main" prst="roundRect">
            <a:avLst>
              <a:gd name="adj" fmla="val 6316"/>
            </a:avLst>
          </a:prstGeom>
          <a:solidFill xmlns:a="http://schemas.openxmlformats.org/drawingml/2006/main">
            <a:srgbClr val="FFFFFF"/>
          </a:solidFill>
          <a:ln xmlns:a="http://schemas.openxmlformats.org/drawingml/2006/main" w="9525">
            <a:solidFill>
              <a:srgbClr val="D6E3ED"/>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015" name="">
            <a:extLst xmlns:a="http://schemas.openxmlformats.org/drawingml/2006/main">
              <a:ext uri="{FF2B5EF4-FFF2-40B4-BE49-F238E27FC236}">
                <a16:creationId xmlns:a16="http://schemas.microsoft.com/office/drawing/2014/main" id="{6B38D0AD-17DD-4A31-994E-D2F5B987CA8B}"/>
              </a:ext>
            </a:extLst>
          </p:cNvPr>
          <p:cNvSpPr>
            <a:spLocks xmlns:a="http://schemas.openxmlformats.org/drawingml/2006/main" noGrp="1"/>
          </p:cNvSpPr>
          <p:nvPr/>
        </p:nvSpPr>
        <p:spPr>
          <a:xfrm xmlns:a="http://schemas.openxmlformats.org/drawingml/2006/main">
            <a:off x="8667750" y="2714625"/>
            <a:ext cx="95250" cy="1809750"/>
          </a:xfrm>
          <a:prstGeom xmlns:a="http://schemas.openxmlformats.org/drawingml/2006/main" prst="rect">
            <a:avLst/>
          </a:prstGeom>
          <a:solidFill xmlns:a="http://schemas.openxmlformats.org/drawingml/2006/main">
            <a:srgbClr val="2686C5"/>
          </a:solidFill>
          <a:ln xmlns:a="http://schemas.openxmlformats.org/drawingml/2006/main" w="0">
            <a:solidFill>
              <a:srgbClr val="2686C5"/>
            </a:solidFill>
            <a:prstDash val="solid"/>
          </a:ln>
        </p:spPr>
      </p:sp>
      <p:sp>
        <p:nvSpPr>
          <p:cNvPr id="9016" name="">
            <a:extLst xmlns:a="http://schemas.openxmlformats.org/drawingml/2006/main">
              <a:ext uri="{FF2B5EF4-FFF2-40B4-BE49-F238E27FC236}">
                <a16:creationId xmlns:a16="http://schemas.microsoft.com/office/drawing/2014/main" id="{9D7E31A8-6294-4DC1-846D-EECEEAE3EA29}"/>
              </a:ext>
            </a:extLst>
          </p:cNvPr>
          <p:cNvSpPr>
            <a:spLocks xmlns:a="http://schemas.openxmlformats.org/drawingml/2006/main" noGrp="1"/>
          </p:cNvSpPr>
          <p:nvPr/>
        </p:nvSpPr>
        <p:spPr>
          <a:xfrm xmlns:a="http://schemas.openxmlformats.org/drawingml/2006/main">
            <a:off x="8953500" y="2924175"/>
            <a:ext cx="2514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1E5AA8"/>
                </a:solidFill>
              </a:defRPr>
            </a:defPPr>
            <a:lvl1pPr>
              <a:defRPr sz="2025" b="1">
                <a:solidFill>
                  <a:srgbClr val="1E5AA8"/>
                </a:solidFill>
              </a:defRPr>
            </a:lvl1pPr>
            <a:lvl2pPr>
              <a:defRPr sz="2025" b="1">
                <a:solidFill>
                  <a:srgbClr val="1E5AA8"/>
                </a:solidFill>
              </a:defRPr>
            </a:lvl2pPr>
            <a:lvl3pPr>
              <a:defRPr sz="2025" b="1">
                <a:solidFill>
                  <a:srgbClr val="1E5AA8"/>
                </a:solidFill>
              </a:defRPr>
            </a:lvl3pPr>
            <a:lvl4pPr>
              <a:defRPr sz="2025" b="1">
                <a:solidFill>
                  <a:srgbClr val="1E5AA8"/>
                </a:solidFill>
              </a:defRPr>
            </a:lvl4pPr>
            <a:lvl5pPr>
              <a:defRPr sz="2025" b="1">
                <a:solidFill>
                  <a:srgbClr val="1E5AA8"/>
                </a:solidFill>
              </a:defRPr>
            </a:lvl5pPr>
            <a:lvl6pPr>
              <a:defRPr sz="2025" b="1">
                <a:solidFill>
                  <a:srgbClr val="1E5AA8"/>
                </a:solidFill>
              </a:defRPr>
            </a:lvl6pPr>
            <a:lvl7pPr>
              <a:defRPr sz="2025" b="1">
                <a:solidFill>
                  <a:srgbClr val="1E5AA8"/>
                </a:solidFill>
              </a:defRPr>
            </a:lvl7pPr>
            <a:lvl8pPr>
              <a:defRPr sz="2025" b="1">
                <a:solidFill>
                  <a:srgbClr val="1E5AA8"/>
                </a:solidFill>
              </a:defRPr>
            </a:lvl8pPr>
            <a:lvl9pPr>
              <a:defRPr sz="2025" b="1">
                <a:solidFill>
                  <a:srgbClr val="1E5AA8"/>
                </a:solidFill>
              </a:defRPr>
            </a:lvl9pPr>
          </a:lstStyle>
          <a:p xmlns:a="http://schemas.openxmlformats.org/drawingml/2006/main">
            <a:pPr>
              <a:defRPr sz="2025" b="1">
                <a:solidFill>
                  <a:srgbClr val="1E5AA8"/>
                </a:solidFill>
              </a:defRPr>
            </a:pPr>
            <a:r>
              <a:rPr sz="2025" b="1">
                <a:solidFill>
                  <a:srgbClr val="1E5AA8"/>
                </a:solidFill>
              </a:rPr>
              <a:t>Huy</a:t>
            </a:r>
          </a:p>
        </p:txBody>
      </p:sp>
      <p:sp>
        <p:nvSpPr>
          <p:cNvPr id="9017" name="">
            <a:extLst xmlns:a="http://schemas.openxmlformats.org/drawingml/2006/main">
              <a:ext uri="{FF2B5EF4-FFF2-40B4-BE49-F238E27FC236}">
                <a16:creationId xmlns:a16="http://schemas.microsoft.com/office/drawing/2014/main" id="{985BD9A4-A106-43B9-AE83-4740852225D4}"/>
              </a:ext>
            </a:extLst>
          </p:cNvPr>
          <p:cNvSpPr>
            <a:spLocks xmlns:a="http://schemas.openxmlformats.org/drawingml/2006/main" noGrp="1"/>
          </p:cNvSpPr>
          <p:nvPr/>
        </p:nvSpPr>
        <p:spPr>
          <a:xfrm xmlns:a="http://schemas.openxmlformats.org/drawingml/2006/main">
            <a:off x="8953500" y="3457575"/>
            <a:ext cx="25146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a:solidFill>
                  <a:srgbClr val="334155"/>
                </a:solidFill>
              </a:defRPr>
            </a:defPPr>
            <a:lvl1pPr>
              <a:defRPr sz="1500">
                <a:solidFill>
                  <a:srgbClr val="334155"/>
                </a:solidFill>
              </a:defRPr>
            </a:lvl1pPr>
            <a:lvl2pPr>
              <a:defRPr sz="1500">
                <a:solidFill>
                  <a:srgbClr val="334155"/>
                </a:solidFill>
              </a:defRPr>
            </a:lvl2pPr>
            <a:lvl3pPr>
              <a:defRPr sz="1500">
                <a:solidFill>
                  <a:srgbClr val="334155"/>
                </a:solidFill>
              </a:defRPr>
            </a:lvl3pPr>
            <a:lvl4pPr>
              <a:defRPr sz="1500">
                <a:solidFill>
                  <a:srgbClr val="334155"/>
                </a:solidFill>
              </a:defRPr>
            </a:lvl4pPr>
            <a:lvl5pPr>
              <a:defRPr sz="1500">
                <a:solidFill>
                  <a:srgbClr val="334155"/>
                </a:solidFill>
              </a:defRPr>
            </a:lvl5pPr>
            <a:lvl6pPr>
              <a:defRPr sz="1500">
                <a:solidFill>
                  <a:srgbClr val="334155"/>
                </a:solidFill>
              </a:defRPr>
            </a:lvl6pPr>
            <a:lvl7pPr>
              <a:defRPr sz="1500">
                <a:solidFill>
                  <a:srgbClr val="334155"/>
                </a:solidFill>
              </a:defRPr>
            </a:lvl7pPr>
            <a:lvl8pPr>
              <a:defRPr sz="1500">
                <a:solidFill>
                  <a:srgbClr val="334155"/>
                </a:solidFill>
              </a:defRPr>
            </a:lvl8pPr>
            <a:lvl9pPr>
              <a:defRPr sz="1500">
                <a:solidFill>
                  <a:srgbClr val="334155"/>
                </a:solidFill>
              </a:defRPr>
            </a:lvl9pPr>
          </a:lstStyle>
          <a:p xmlns:a="http://schemas.openxmlformats.org/drawingml/2006/main">
            <a:pPr>
              <a:defRPr sz="1500">
                <a:solidFill>
                  <a:srgbClr val="334155"/>
                </a:solidFill>
              </a:defRPr>
            </a:pPr>
            <a:r>
              <a:rPr sz="1500">
                <a:solidFill>
                  <a:srgbClr val="334155"/>
                </a:solidFill>
              </a:rPr>
              <a:t>Nhân viên văn phòng</a:t>
            </a:r>
          </a:p>
          <a:p xmlns:a="http://schemas.openxmlformats.org/drawingml/2006/main">
            <a:pPr>
              <a:defRPr sz="1500">
                <a:solidFill>
                  <a:srgbClr val="334155"/>
                </a:solidFill>
              </a:defRPr>
            </a:pPr>
            <a:r>
              <a:rPr sz="1500">
                <a:solidFill>
                  <a:srgbClr val="334155"/>
                </a:solidFill>
              </a:rPr>
              <a:t>Đổi lịch thói quen &lt;30 giây.</a:t>
            </a:r>
          </a:p>
        </p:txBody>
      </p:sp>
      <p:sp>
        <p:nvSpPr>
          <p:cNvPr id="9018" name="">
            <a:extLst xmlns:a="http://schemas.openxmlformats.org/drawingml/2006/main">
              <a:ext uri="{FF2B5EF4-FFF2-40B4-BE49-F238E27FC236}">
                <a16:creationId xmlns:a16="http://schemas.microsoft.com/office/drawing/2014/main" id="{011271C5-9067-4D3D-A747-E350FE71EAA5}"/>
              </a:ext>
            </a:extLst>
          </p:cNvPr>
          <p:cNvSpPr>
            <a:spLocks xmlns:a="http://schemas.openxmlformats.org/drawingml/2006/main" noGrp="1"/>
          </p:cNvSpPr>
          <p:nvPr/>
        </p:nvSpPr>
        <p:spPr>
          <a:xfrm xmlns:a="http://schemas.openxmlformats.org/drawingml/2006/main">
            <a:off x="12144375" y="2714625"/>
            <a:ext cx="3048000" cy="1809750"/>
          </a:xfrm>
          <a:prstGeom xmlns:a="http://schemas.openxmlformats.org/drawingml/2006/main" prst="roundRect">
            <a:avLst>
              <a:gd name="adj" fmla="val 6316"/>
            </a:avLst>
          </a:prstGeom>
          <a:solidFill xmlns:a="http://schemas.openxmlformats.org/drawingml/2006/main">
            <a:srgbClr val="FFFFFF"/>
          </a:solidFill>
          <a:ln xmlns:a="http://schemas.openxmlformats.org/drawingml/2006/main" w="9525">
            <a:solidFill>
              <a:srgbClr val="D6E3ED"/>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019" name="">
            <a:extLst xmlns:a="http://schemas.openxmlformats.org/drawingml/2006/main">
              <a:ext uri="{FF2B5EF4-FFF2-40B4-BE49-F238E27FC236}">
                <a16:creationId xmlns:a16="http://schemas.microsoft.com/office/drawing/2014/main" id="{DAD71EF3-52F4-49AA-A229-51530A40429C}"/>
              </a:ext>
            </a:extLst>
          </p:cNvPr>
          <p:cNvSpPr>
            <a:spLocks xmlns:a="http://schemas.openxmlformats.org/drawingml/2006/main" noGrp="1"/>
          </p:cNvSpPr>
          <p:nvPr/>
        </p:nvSpPr>
        <p:spPr>
          <a:xfrm xmlns:a="http://schemas.openxmlformats.org/drawingml/2006/main">
            <a:off x="12144375" y="2714625"/>
            <a:ext cx="95250" cy="1809750"/>
          </a:xfrm>
          <a:prstGeom xmlns:a="http://schemas.openxmlformats.org/drawingml/2006/main" prst="rect">
            <a:avLst/>
          </a:prstGeom>
          <a:solidFill xmlns:a="http://schemas.openxmlformats.org/drawingml/2006/main">
            <a:srgbClr val="2686C5"/>
          </a:solidFill>
          <a:ln xmlns:a="http://schemas.openxmlformats.org/drawingml/2006/main" w="0">
            <a:solidFill>
              <a:srgbClr val="2686C5"/>
            </a:solidFill>
            <a:prstDash val="solid"/>
          </a:ln>
        </p:spPr>
      </p:sp>
      <p:sp>
        <p:nvSpPr>
          <p:cNvPr id="9020" name="">
            <a:extLst xmlns:a="http://schemas.openxmlformats.org/drawingml/2006/main">
              <a:ext uri="{FF2B5EF4-FFF2-40B4-BE49-F238E27FC236}">
                <a16:creationId xmlns:a16="http://schemas.microsoft.com/office/drawing/2014/main" id="{204FC465-6BB4-47B2-84D4-B6B27CD81ED8}"/>
              </a:ext>
            </a:extLst>
          </p:cNvPr>
          <p:cNvSpPr>
            <a:spLocks xmlns:a="http://schemas.openxmlformats.org/drawingml/2006/main" noGrp="1"/>
          </p:cNvSpPr>
          <p:nvPr/>
        </p:nvSpPr>
        <p:spPr>
          <a:xfrm xmlns:a="http://schemas.openxmlformats.org/drawingml/2006/main">
            <a:off x="12430125" y="2924175"/>
            <a:ext cx="2514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1E5AA8"/>
                </a:solidFill>
              </a:defRPr>
            </a:defPPr>
            <a:lvl1pPr>
              <a:defRPr sz="2025" b="1">
                <a:solidFill>
                  <a:srgbClr val="1E5AA8"/>
                </a:solidFill>
              </a:defRPr>
            </a:lvl1pPr>
            <a:lvl2pPr>
              <a:defRPr sz="2025" b="1">
                <a:solidFill>
                  <a:srgbClr val="1E5AA8"/>
                </a:solidFill>
              </a:defRPr>
            </a:lvl2pPr>
            <a:lvl3pPr>
              <a:defRPr sz="2025" b="1">
                <a:solidFill>
                  <a:srgbClr val="1E5AA8"/>
                </a:solidFill>
              </a:defRPr>
            </a:lvl3pPr>
            <a:lvl4pPr>
              <a:defRPr sz="2025" b="1">
                <a:solidFill>
                  <a:srgbClr val="1E5AA8"/>
                </a:solidFill>
              </a:defRPr>
            </a:lvl4pPr>
            <a:lvl5pPr>
              <a:defRPr sz="2025" b="1">
                <a:solidFill>
                  <a:srgbClr val="1E5AA8"/>
                </a:solidFill>
              </a:defRPr>
            </a:lvl5pPr>
            <a:lvl6pPr>
              <a:defRPr sz="2025" b="1">
                <a:solidFill>
                  <a:srgbClr val="1E5AA8"/>
                </a:solidFill>
              </a:defRPr>
            </a:lvl6pPr>
            <a:lvl7pPr>
              <a:defRPr sz="2025" b="1">
                <a:solidFill>
                  <a:srgbClr val="1E5AA8"/>
                </a:solidFill>
              </a:defRPr>
            </a:lvl7pPr>
            <a:lvl8pPr>
              <a:defRPr sz="2025" b="1">
                <a:solidFill>
                  <a:srgbClr val="1E5AA8"/>
                </a:solidFill>
              </a:defRPr>
            </a:lvl8pPr>
            <a:lvl9pPr>
              <a:defRPr sz="2025" b="1">
                <a:solidFill>
                  <a:srgbClr val="1E5AA8"/>
                </a:solidFill>
              </a:defRPr>
            </a:lvl9pPr>
          </a:lstStyle>
          <a:p xmlns:a="http://schemas.openxmlformats.org/drawingml/2006/main">
            <a:pPr>
              <a:defRPr sz="2025" b="1">
                <a:solidFill>
                  <a:srgbClr val="1E5AA8"/>
                </a:solidFill>
              </a:defRPr>
            </a:pPr>
            <a:r>
              <a:rPr sz="2025" b="1">
                <a:solidFill>
                  <a:srgbClr val="1E5AA8"/>
                </a:solidFill>
              </a:rPr>
              <a:t>Chú Hùng</a:t>
            </a:r>
          </a:p>
        </p:txBody>
      </p:sp>
      <p:sp>
        <p:nvSpPr>
          <p:cNvPr id="9021" name="">
            <a:extLst xmlns:a="http://schemas.openxmlformats.org/drawingml/2006/main">
              <a:ext uri="{FF2B5EF4-FFF2-40B4-BE49-F238E27FC236}">
                <a16:creationId xmlns:a16="http://schemas.microsoft.com/office/drawing/2014/main" id="{A19AAE23-A9E7-4502-A420-628F593FA049}"/>
              </a:ext>
            </a:extLst>
          </p:cNvPr>
          <p:cNvSpPr>
            <a:spLocks xmlns:a="http://schemas.openxmlformats.org/drawingml/2006/main" noGrp="1"/>
          </p:cNvSpPr>
          <p:nvPr/>
        </p:nvSpPr>
        <p:spPr>
          <a:xfrm xmlns:a="http://schemas.openxmlformats.org/drawingml/2006/main">
            <a:off x="12430125" y="3457575"/>
            <a:ext cx="25146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a:solidFill>
                  <a:srgbClr val="334155"/>
                </a:solidFill>
              </a:defRPr>
            </a:defPPr>
            <a:lvl1pPr>
              <a:defRPr sz="1500">
                <a:solidFill>
                  <a:srgbClr val="334155"/>
                </a:solidFill>
              </a:defRPr>
            </a:lvl1pPr>
            <a:lvl2pPr>
              <a:defRPr sz="1500">
                <a:solidFill>
                  <a:srgbClr val="334155"/>
                </a:solidFill>
              </a:defRPr>
            </a:lvl2pPr>
            <a:lvl3pPr>
              <a:defRPr sz="1500">
                <a:solidFill>
                  <a:srgbClr val="334155"/>
                </a:solidFill>
              </a:defRPr>
            </a:lvl3pPr>
            <a:lvl4pPr>
              <a:defRPr sz="1500">
                <a:solidFill>
                  <a:srgbClr val="334155"/>
                </a:solidFill>
              </a:defRPr>
            </a:lvl4pPr>
            <a:lvl5pPr>
              <a:defRPr sz="1500">
                <a:solidFill>
                  <a:srgbClr val="334155"/>
                </a:solidFill>
              </a:defRPr>
            </a:lvl5pPr>
            <a:lvl6pPr>
              <a:defRPr sz="1500">
                <a:solidFill>
                  <a:srgbClr val="334155"/>
                </a:solidFill>
              </a:defRPr>
            </a:lvl6pPr>
            <a:lvl7pPr>
              <a:defRPr sz="1500">
                <a:solidFill>
                  <a:srgbClr val="334155"/>
                </a:solidFill>
              </a:defRPr>
            </a:lvl7pPr>
            <a:lvl8pPr>
              <a:defRPr sz="1500">
                <a:solidFill>
                  <a:srgbClr val="334155"/>
                </a:solidFill>
              </a:defRPr>
            </a:lvl8pPr>
            <a:lvl9pPr>
              <a:defRPr sz="1500">
                <a:solidFill>
                  <a:srgbClr val="334155"/>
                </a:solidFill>
              </a:defRPr>
            </a:lvl9pPr>
          </a:lstStyle>
          <a:p xmlns:a="http://schemas.openxmlformats.org/drawingml/2006/main">
            <a:pPr>
              <a:defRPr sz="1500">
                <a:solidFill>
                  <a:srgbClr val="334155"/>
                </a:solidFill>
              </a:defRPr>
            </a:pPr>
            <a:r>
              <a:rPr sz="1500">
                <a:solidFill>
                  <a:srgbClr val="334155"/>
                </a:solidFill>
              </a:rPr>
              <a:t>Người nghỉ hưu</a:t>
            </a:r>
          </a:p>
          <a:p xmlns:a="http://schemas.openxmlformats.org/drawingml/2006/main">
            <a:pPr>
              <a:defRPr sz="1500">
                <a:solidFill>
                  <a:srgbClr val="334155"/>
                </a:solidFill>
              </a:defRPr>
            </a:pPr>
            <a:r>
              <a:rPr sz="1500">
                <a:solidFill>
                  <a:srgbClr val="334155"/>
                </a:solidFill>
              </a:rPr>
              <a:t>Tìm và đánh dấu hoạt động &lt;30 giây.</a:t>
            </a:r>
          </a:p>
        </p:txBody>
      </p:sp>
      <p:sp>
        <p:nvSpPr>
          <p:cNvPr id="9022" name="">
            <a:extLst xmlns:a="http://schemas.openxmlformats.org/drawingml/2006/main">
              <a:ext uri="{FF2B5EF4-FFF2-40B4-BE49-F238E27FC236}">
                <a16:creationId xmlns:a16="http://schemas.microsoft.com/office/drawing/2014/main" id="{8D7E62CE-EE05-4F3A-B6CC-62E07502FF4F}"/>
              </a:ext>
            </a:extLst>
          </p:cNvPr>
          <p:cNvSpPr>
            <a:spLocks xmlns:a="http://schemas.openxmlformats.org/drawingml/2006/main" noGrp="1"/>
          </p:cNvSpPr>
          <p:nvPr/>
        </p:nvSpPr>
        <p:spPr>
          <a:xfrm xmlns:a="http://schemas.openxmlformats.org/drawingml/2006/main">
            <a:off x="1428750" y="5476875"/>
            <a:ext cx="400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1">
                <a:solidFill>
                  <a:srgbClr val="1E5AA8"/>
                </a:solidFill>
              </a:defRPr>
            </a:defPPr>
            <a:lvl1pPr>
              <a:defRPr sz="1875" b="1">
                <a:solidFill>
                  <a:srgbClr val="1E5AA8"/>
                </a:solidFill>
              </a:defRPr>
            </a:lvl1pPr>
            <a:lvl2pPr>
              <a:defRPr sz="1875" b="1">
                <a:solidFill>
                  <a:srgbClr val="1E5AA8"/>
                </a:solidFill>
              </a:defRPr>
            </a:lvl2pPr>
            <a:lvl3pPr>
              <a:defRPr sz="1875" b="1">
                <a:solidFill>
                  <a:srgbClr val="1E5AA8"/>
                </a:solidFill>
              </a:defRPr>
            </a:lvl3pPr>
            <a:lvl4pPr>
              <a:defRPr sz="1875" b="1">
                <a:solidFill>
                  <a:srgbClr val="1E5AA8"/>
                </a:solidFill>
              </a:defRPr>
            </a:lvl4pPr>
            <a:lvl5pPr>
              <a:defRPr sz="1875" b="1">
                <a:solidFill>
                  <a:srgbClr val="1E5AA8"/>
                </a:solidFill>
              </a:defRPr>
            </a:lvl5pPr>
            <a:lvl6pPr>
              <a:defRPr sz="1875" b="1">
                <a:solidFill>
                  <a:srgbClr val="1E5AA8"/>
                </a:solidFill>
              </a:defRPr>
            </a:lvl6pPr>
            <a:lvl7pPr>
              <a:defRPr sz="1875" b="1">
                <a:solidFill>
                  <a:srgbClr val="1E5AA8"/>
                </a:solidFill>
              </a:defRPr>
            </a:lvl7pPr>
            <a:lvl8pPr>
              <a:defRPr sz="1875" b="1">
                <a:solidFill>
                  <a:srgbClr val="1E5AA8"/>
                </a:solidFill>
              </a:defRPr>
            </a:lvl8pPr>
            <a:lvl9pPr>
              <a:defRPr sz="1875" b="1">
                <a:solidFill>
                  <a:srgbClr val="1E5AA8"/>
                </a:solidFill>
              </a:defRPr>
            </a:lvl9pPr>
          </a:lstStyle>
          <a:p xmlns:a="http://schemas.openxmlformats.org/drawingml/2006/main">
            <a:pPr>
              <a:defRPr sz="1875" b="1">
                <a:solidFill>
                  <a:srgbClr val="1E5AA8"/>
                </a:solidFill>
              </a:defRPr>
            </a:pPr>
            <a:r>
              <a:rPr sz="1875" b="1">
                <a:solidFill>
                  <a:srgbClr val="1E5AA8"/>
                </a:solidFill>
              </a:rPr>
              <a:t>Problem statement</a:t>
            </a:r>
          </a:p>
        </p:txBody>
      </p:sp>
      <p:sp>
        <p:nvSpPr>
          <p:cNvPr id="9023" name="">
            <a:extLst xmlns:a="http://schemas.openxmlformats.org/drawingml/2006/main">
              <a:ext uri="{FF2B5EF4-FFF2-40B4-BE49-F238E27FC236}">
                <a16:creationId xmlns:a16="http://schemas.microsoft.com/office/drawing/2014/main" id="{BCAC59DD-5910-4CE8-80EA-95AD354B68AD}"/>
              </a:ext>
            </a:extLst>
          </p:cNvPr>
          <p:cNvSpPr>
            <a:spLocks xmlns:a="http://schemas.openxmlformats.org/drawingml/2006/main" noGrp="1"/>
          </p:cNvSpPr>
          <p:nvPr/>
        </p:nvSpPr>
        <p:spPr>
          <a:xfrm xmlns:a="http://schemas.openxmlformats.org/drawingml/2006/main">
            <a:off x="1428750" y="6000750"/>
            <a:ext cx="126682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a:solidFill>
                  <a:srgbClr val="111827"/>
                </a:solidFill>
              </a:defRPr>
            </a:defPPr>
            <a:lvl1pPr>
              <a:defRPr sz="2250">
                <a:solidFill>
                  <a:srgbClr val="111827"/>
                </a:solidFill>
              </a:defRPr>
            </a:lvl1pPr>
            <a:lvl2pPr>
              <a:defRPr sz="2250">
                <a:solidFill>
                  <a:srgbClr val="111827"/>
                </a:solidFill>
              </a:defRPr>
            </a:lvl2pPr>
            <a:lvl3pPr>
              <a:defRPr sz="2250">
                <a:solidFill>
                  <a:srgbClr val="111827"/>
                </a:solidFill>
              </a:defRPr>
            </a:lvl3pPr>
            <a:lvl4pPr>
              <a:defRPr sz="2250">
                <a:solidFill>
                  <a:srgbClr val="111827"/>
                </a:solidFill>
              </a:defRPr>
            </a:lvl4pPr>
            <a:lvl5pPr>
              <a:defRPr sz="2250">
                <a:solidFill>
                  <a:srgbClr val="111827"/>
                </a:solidFill>
              </a:defRPr>
            </a:lvl5pPr>
            <a:lvl6pPr>
              <a:defRPr sz="2250">
                <a:solidFill>
                  <a:srgbClr val="111827"/>
                </a:solidFill>
              </a:defRPr>
            </a:lvl6pPr>
            <a:lvl7pPr>
              <a:defRPr sz="2250">
                <a:solidFill>
                  <a:srgbClr val="111827"/>
                </a:solidFill>
              </a:defRPr>
            </a:lvl7pPr>
            <a:lvl8pPr>
              <a:defRPr sz="2250">
                <a:solidFill>
                  <a:srgbClr val="111827"/>
                </a:solidFill>
              </a:defRPr>
            </a:lvl8pPr>
            <a:lvl9pPr>
              <a:defRPr sz="2250">
                <a:solidFill>
                  <a:srgbClr val="111827"/>
                </a:solidFill>
              </a:defRPr>
            </a:lvl9pPr>
          </a:lstStyle>
          <a:p xmlns:a="http://schemas.openxmlformats.org/drawingml/2006/main">
            <a:pPr>
              <a:defRPr sz="2250">
                <a:solidFill>
                  <a:srgbClr val="111827"/>
                </a:solidFill>
              </a:defRPr>
            </a:pPr>
            <a:r>
              <a:rPr sz="2250">
                <a:solidFill>
                  <a:srgbClr val="111827"/>
                </a:solidFill>
              </a:rPr>
              <a:t>Linh cần một ứng dụng Power9 giúp chọn và theo dõi các thói quen ngắn phù hợp nhịp sinh hoạt gia đình, để duy trì mỗi ngày mà không phải lập kế hoạch phức tạp.</a:t>
            </a:r>
          </a:p>
        </p:txBody>
      </p:sp>
      <p:sp>
        <p:nvSpPr>
          <p:cNvPr id="9024" name="">
            <a:extLst xmlns:a="http://schemas.openxmlformats.org/drawingml/2006/main">
              <a:ext uri="{FF2B5EF4-FFF2-40B4-BE49-F238E27FC236}">
                <a16:creationId xmlns:a16="http://schemas.microsoft.com/office/drawing/2014/main" id="{606A5A7A-1BDB-4DB5-B4F8-7ABABB387530}"/>
              </a:ext>
            </a:extLst>
          </p:cNvPr>
          <p:cNvSpPr>
            <a:spLocks xmlns:a="http://schemas.openxmlformats.org/drawingml/2006/main" noGrp="1"/>
          </p:cNvSpPr>
          <p:nvPr/>
        </p:nvSpPr>
        <p:spPr>
          <a:xfrm xmlns:a="http://schemas.openxmlformats.org/drawingml/2006/main">
            <a:off x="1428750" y="7448550"/>
            <a:ext cx="12858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a:solidFill>
                  <a:srgbClr val="536878"/>
                </a:solidFill>
              </a:defRPr>
            </a:defPPr>
            <a:lvl1pPr>
              <a:defRPr sz="1350">
                <a:solidFill>
                  <a:srgbClr val="536878"/>
                </a:solidFill>
              </a:defRPr>
            </a:lvl1pPr>
            <a:lvl2pPr>
              <a:defRPr sz="1350">
                <a:solidFill>
                  <a:srgbClr val="536878"/>
                </a:solidFill>
              </a:defRPr>
            </a:lvl2pPr>
            <a:lvl3pPr>
              <a:defRPr sz="1350">
                <a:solidFill>
                  <a:srgbClr val="536878"/>
                </a:solidFill>
              </a:defRPr>
            </a:lvl3pPr>
            <a:lvl4pPr>
              <a:defRPr sz="1350">
                <a:solidFill>
                  <a:srgbClr val="536878"/>
                </a:solidFill>
              </a:defRPr>
            </a:lvl4pPr>
            <a:lvl5pPr>
              <a:defRPr sz="1350">
                <a:solidFill>
                  <a:srgbClr val="536878"/>
                </a:solidFill>
              </a:defRPr>
            </a:lvl5pPr>
            <a:lvl6pPr>
              <a:defRPr sz="1350">
                <a:solidFill>
                  <a:srgbClr val="536878"/>
                </a:solidFill>
              </a:defRPr>
            </a:lvl6pPr>
            <a:lvl7pPr>
              <a:defRPr sz="1350">
                <a:solidFill>
                  <a:srgbClr val="536878"/>
                </a:solidFill>
              </a:defRPr>
            </a:lvl7pPr>
            <a:lvl8pPr>
              <a:defRPr sz="1350">
                <a:solidFill>
                  <a:srgbClr val="536878"/>
                </a:solidFill>
              </a:defRPr>
            </a:lvl8pPr>
            <a:lvl9pPr>
              <a:defRPr sz="1350">
                <a:solidFill>
                  <a:srgbClr val="536878"/>
                </a:solidFill>
              </a:defRPr>
            </a:lvl9pPr>
          </a:lstStyle>
          <a:p xmlns:a="http://schemas.openxmlformats.org/drawingml/2006/main">
            <a:pPr>
              <a:defRPr sz="1350">
                <a:solidFill>
                  <a:srgbClr val="536878"/>
                </a:solidFill>
              </a:defRPr>
            </a:pPr>
            <a:r>
              <a:rPr sz="1350">
                <a:solidFill>
                  <a:srgbClr val="536878"/>
                </a:solidFill>
              </a:rPr>
              <a:t>Tình huống thiết kế: sau khi đưa con ngủ, Linh có 5 phút và muốn chọn một hoạt động thư giãn có thể hoàn thành ngay.</a:t>
            </a:r>
          </a:p>
        </p:txBody>
      </p:sp>
    </p:spTree>
    <p:extLst>
      <p:ext uri="{BB962C8B-B14F-4D97-AF65-F5344CB8AC3E}">
        <p14:creationId xmlns:p14="http://schemas.microsoft.com/office/powerpoint/2010/main" val="1515407184"/>
      </p:ext>
    </p:extLst>
  </p:cSld>
</p:sld>
</file>

<file path=ppt/slides/slide3.xml><?xml version="1.0" encoding="utf-8"?>
<p:sld xmlns:p="http://schemas.openxmlformats.org/presentationml/2006/main">
  <p:cSld>
    <p:bg>
      <p:bgPr>
        <a:solidFill xmlns:a="http://schemas.openxmlformats.org/drawingml/2006/main">
          <a:srgbClr val="EEEEEE"/>
        </a:solidFill>
      </p:bgPr>
    </p:bg>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1FA62A03-C04F-448D-9A71-76985537D125}"/>
              </a:ext>
            </a:extLst>
          </p:cNvPr>
          <p:cNvSpPr>
            <a:spLocks xmlns:a="http://schemas.openxmlformats.org/drawingml/2006/main" noGrp="1"/>
          </p:cNvSpPr>
          <p:nvPr/>
        </p:nvSpPr>
        <p:spPr>
          <a:xfrm xmlns:a="http://schemas.openxmlformats.org/drawingml/2006/main" rot="0" flipH="0" flipV="0">
            <a:off x="0" y="7424595"/>
            <a:ext cx="18691453" cy="2862405"/>
          </a:xfrm>
          <a:custGeom xmlns:a="http://schemas.openxmlformats.org/drawingml/2006/main">
            <a:rect l="l" t="t" r="r" b="b"/>
            <a:pathLst>
              <a:path w="2895795" h="443461">
                <a:moveTo>
                  <a:pt x="0" y="0"/>
                </a:moveTo>
                <a:lnTo>
                  <a:pt x="2895795" y="0"/>
                </a:lnTo>
                <a:lnTo>
                  <a:pt x="2895795" y="443461"/>
                </a:lnTo>
                <a:lnTo>
                  <a:pt x="0" y="443461"/>
                </a:lnTo>
                <a:close/>
              </a:path>
            </a:pathLst>
          </a:custGeom>
          <a:blipFill xmlns:a="http://schemas.openxmlformats.org/drawingml/2006/main">
            <a:blip xmlns:r="http://schemas.openxmlformats.org/officeDocument/2006/relationships" r:embed="R21a31ebcb97044c5"/>
            <a:stretch>
              <a:fillRect l="0" t="-205379" r="0" b="-129680"/>
            </a:stretch>
          </a:blipFill>
        </p:spPr>
      </p:sp>
      <p:sp>
        <p:nvSpPr>
          <p:cNvPr id="4" name="Freeform 4">
            <a:extLst xmlns:a="http://schemas.openxmlformats.org/drawingml/2006/main">
              <a:ext uri="{FF2B5EF4-FFF2-40B4-BE49-F238E27FC236}">
                <a16:creationId xmlns:a16="http://schemas.microsoft.com/office/drawing/2014/main" id="{7AC2CA6C-4FA4-45A1-AC3A-FFE905205BE0}"/>
              </a:ext>
            </a:extLst>
          </p:cNvPr>
          <p:cNvSpPr>
            <a:spLocks xmlns:a="http://schemas.openxmlformats.org/drawingml/2006/main" noGrp="1"/>
          </p:cNvSpPr>
          <p:nvPr/>
        </p:nvSpPr>
        <p:spPr>
          <a:xfrm xmlns:a="http://schemas.openxmlformats.org/drawingml/2006/main" rot="5400000" flipH="0" flipV="0">
            <a:off x="268578" y="-268578"/>
            <a:ext cx="1966538" cy="2503694"/>
          </a:xfrm>
          <a:custGeom xmlns:a="http://schemas.openxmlformats.org/drawingml/2006/main">
            <a:rect l="l" t="t" r="r" b="b"/>
            <a:pathLst>
              <a:path w="1966538" h="2503694">
                <a:moveTo>
                  <a:pt x="0" y="0"/>
                </a:moveTo>
                <a:lnTo>
                  <a:pt x="1966538" y="0"/>
                </a:lnTo>
                <a:lnTo>
                  <a:pt x="1966538" y="2503694"/>
                </a:lnTo>
                <a:lnTo>
                  <a:pt x="0" y="2503694"/>
                </a:lnTo>
                <a:lnTo>
                  <a:pt x="0" y="0"/>
                </a:lnTo>
                <a:close/>
              </a:path>
            </a:pathLst>
          </a:custGeom>
          <a:blipFill xmlns:a="http://schemas.openxmlformats.org/drawingml/2006/main">
            <a:blip xmlns:r="http://schemas.openxmlformats.org/officeDocument/2006/relationships" r:embed="Rf2d1b999aac94b65">
              <a:extLst>
                <a:ext uri="{96DAC541-7B7A-43D3-8B79-37D633B846F1}">
                  <asvg:svgBlip xmlns:asvg="http://schemas.microsoft.com/office/drawing/2016/SVG/main" r:embed="R1f4ced4f48874d75"/>
                </a:ext>
              </a:extLst>
            </a:blip>
            <a:stretch>
              <a:fillRect l="0" t="0" r="0" b="0"/>
            </a:stretch>
          </a:blipFill>
        </p:spPr>
      </p:sp>
      <p:sp>
        <p:nvSpPr>
          <p:cNvPr id="5" name="TextBox 5">
            <a:extLst xmlns:a="http://schemas.openxmlformats.org/drawingml/2006/main">
              <a:ext uri="{FF2B5EF4-FFF2-40B4-BE49-F238E27FC236}">
                <a16:creationId xmlns:a16="http://schemas.microsoft.com/office/drawing/2014/main" id="{BF0C8BED-7026-450C-B8FA-40D056A04A6E}"/>
              </a:ext>
            </a:extLst>
          </p:cNvPr>
          <p:cNvSpPr>
            <a:spLocks xmlns:a="http://schemas.openxmlformats.org/drawingml/2006/main" noGrp="1"/>
          </p:cNvSpPr>
          <p:nvPr/>
        </p:nvSpPr>
        <p:spPr>
          <a:xfrm xmlns:a="http://schemas.openxmlformats.org/drawingml/2006/main" rot="0">
            <a:off x="2740336" y="4255556"/>
            <a:ext cx="12807327" cy="568833"/>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4479"/>
              </a:lnSpc>
              <a:buNone/>
            </a:pPr>
            <a:r>
              <a:rPr sz="3199">
                <a:solidFill>
                  <a:srgbClr val="000000"/>
                </a:solidFill>
                <a:latin typeface="Poppins"/>
                <a:ea typeface="Poppins"/>
                <a:cs typeface="Poppins"/>
              </a:rPr>
              <a:t/>
            </a:r>
          </a:p>
        </p:txBody>
      </p:sp>
      <p:sp>
        <p:nvSpPr>
          <p:cNvPr id="6" name="TextBox 6">
            <a:extLst xmlns:a="http://schemas.openxmlformats.org/drawingml/2006/main">
              <a:ext uri="{FF2B5EF4-FFF2-40B4-BE49-F238E27FC236}">
                <a16:creationId xmlns:a16="http://schemas.microsoft.com/office/drawing/2014/main" id="{55CA1BDE-AF1A-465C-9F95-AE127B315FD7}"/>
              </a:ext>
            </a:extLst>
          </p:cNvPr>
          <p:cNvSpPr>
            <a:spLocks xmlns:a="http://schemas.openxmlformats.org/drawingml/2006/main" noGrp="1"/>
          </p:cNvSpPr>
          <p:nvPr/>
        </p:nvSpPr>
        <p:spPr>
          <a:xfrm xmlns:a="http://schemas.openxmlformats.org/drawingml/2006/main" rot="0">
            <a:off x="3509089" y="1000125"/>
            <a:ext cx="11269822" cy="1434973"/>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11299"/>
              </a:lnSpc>
              <a:buNone/>
            </a:pPr>
            <a:r>
              <a:rPr sz="9999" b="1">
                <a:solidFill>
                  <a:srgbClr val="548CA8"/>
                </a:solidFill>
                <a:latin typeface="Poppins Bold"/>
                <a:ea typeface="Poppins Bold"/>
                <a:cs typeface="Poppins Bold"/>
              </a:rPr>
              <a:t/>
            </a:r>
          </a:p>
        </p:txBody>
      </p:sp>
      <p:sp>
        <p:nvSpPr>
          <p:cNvPr id="7" name="Freeform 7">
            <a:extLst xmlns:a="http://schemas.openxmlformats.org/drawingml/2006/main">
              <a:ext uri="{FF2B5EF4-FFF2-40B4-BE49-F238E27FC236}">
                <a16:creationId xmlns:a16="http://schemas.microsoft.com/office/drawing/2014/main" id="{325669C4-78C3-4A48-8E22-6E27A7A5373B}"/>
              </a:ext>
            </a:extLst>
          </p:cNvPr>
          <p:cNvSpPr>
            <a:spLocks xmlns:a="http://schemas.openxmlformats.org/drawingml/2006/main" noGrp="1"/>
          </p:cNvSpPr>
          <p:nvPr/>
        </p:nvSpPr>
        <p:spPr>
          <a:xfrm xmlns:a="http://schemas.openxmlformats.org/drawingml/2006/main" rot="5400000" flipH="0" flipV="1">
            <a:off x="16052884" y="-261247"/>
            <a:ext cx="1966538" cy="2503694"/>
          </a:xfrm>
          <a:custGeom xmlns:a="http://schemas.openxmlformats.org/drawingml/2006/main">
            <a:rect l="l" t="t" r="r" b="b"/>
            <a:pathLst>
              <a:path w="1966538" h="2503694">
                <a:moveTo>
                  <a:pt x="0" y="2503694"/>
                </a:moveTo>
                <a:lnTo>
                  <a:pt x="1966538" y="2503694"/>
                </a:lnTo>
                <a:lnTo>
                  <a:pt x="1966538" y="0"/>
                </a:lnTo>
                <a:lnTo>
                  <a:pt x="0" y="0"/>
                </a:lnTo>
                <a:lnTo>
                  <a:pt x="0" y="2503694"/>
                </a:lnTo>
                <a:close/>
              </a:path>
            </a:pathLst>
          </a:custGeom>
          <a:blipFill xmlns:a="http://schemas.openxmlformats.org/drawingml/2006/main">
            <a:blip xmlns:r="http://schemas.openxmlformats.org/officeDocument/2006/relationships" r:embed="Rf2d1b999aac94b65">
              <a:extLst>
                <a:ext uri="{96DAC541-7B7A-43D3-8B79-37D633B846F1}">
                  <asvg:svgBlip xmlns:asvg="http://schemas.microsoft.com/office/drawing/2016/SVG/main" r:embed="R1f4ced4f48874d75"/>
                </a:ext>
              </a:extLst>
            </a:blip>
            <a:stretch>
              <a:fillRect l="0" t="0" r="0" b="0"/>
            </a:stretch>
          </a:blipFill>
        </p:spPr>
      </p:sp>
      <p:sp>
        <p:nvSpPr>
          <p:cNvPr id="8" name="">
            <a:extLst xmlns:a="http://schemas.openxmlformats.org/drawingml/2006/main">
              <a:ext uri="{FF2B5EF4-FFF2-40B4-BE49-F238E27FC236}">
                <a16:creationId xmlns:a16="http://schemas.microsoft.com/office/drawing/2014/main" id="{04CD527A-995A-49C8-8655-73E92A381AD1}"/>
              </a:ext>
            </a:extLst>
          </p:cNvPr>
          <p:cNvSpPr>
            <a:spLocks xmlns:a="http://schemas.openxmlformats.org/drawingml/2006/main" noGrp="1"/>
          </p:cNvSpPr>
          <p:nvPr/>
        </p:nvSpPr>
        <p:spPr>
          <a:xfrm xmlns:a="http://schemas.openxmlformats.org/drawingml/2006/main">
            <a:off x="685800" y="2333625"/>
            <a:ext cx="15859125" cy="62865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9" name="">
            <a:extLst xmlns:a="http://schemas.openxmlformats.org/drawingml/2006/main">
              <a:ext uri="{FF2B5EF4-FFF2-40B4-BE49-F238E27FC236}">
                <a16:creationId xmlns:a16="http://schemas.microsoft.com/office/drawing/2014/main" id="{6F9588F1-9B1F-466A-9640-646CEE9E5294}"/>
              </a:ext>
            </a:extLst>
          </p:cNvPr>
          <p:cNvSpPr>
            <a:spLocks xmlns:a="http://schemas.openxmlformats.org/drawingml/2006/main" noGrp="1"/>
          </p:cNvSpPr>
          <p:nvPr/>
        </p:nvSpPr>
        <p:spPr>
          <a:xfrm xmlns:a="http://schemas.openxmlformats.org/drawingml/2006/main">
            <a:off x="1047750" y="647700"/>
            <a:ext cx="762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1">
                <a:solidFill>
                  <a:srgbClr val="2686C5"/>
                </a:solidFill>
              </a:defRPr>
            </a:defPPr>
            <a:lvl1pPr>
              <a:defRPr sz="1200" b="1">
                <a:solidFill>
                  <a:srgbClr val="2686C5"/>
                </a:solidFill>
              </a:defRPr>
            </a:lvl1pPr>
            <a:lvl2pPr>
              <a:defRPr sz="1200" b="1">
                <a:solidFill>
                  <a:srgbClr val="2686C5"/>
                </a:solidFill>
              </a:defRPr>
            </a:lvl2pPr>
            <a:lvl3pPr>
              <a:defRPr sz="1200" b="1">
                <a:solidFill>
                  <a:srgbClr val="2686C5"/>
                </a:solidFill>
              </a:defRPr>
            </a:lvl3pPr>
            <a:lvl4pPr>
              <a:defRPr sz="1200" b="1">
                <a:solidFill>
                  <a:srgbClr val="2686C5"/>
                </a:solidFill>
              </a:defRPr>
            </a:lvl4pPr>
            <a:lvl5pPr>
              <a:defRPr sz="1200" b="1">
                <a:solidFill>
                  <a:srgbClr val="2686C5"/>
                </a:solidFill>
              </a:defRPr>
            </a:lvl5pPr>
            <a:lvl6pPr>
              <a:defRPr sz="1200" b="1">
                <a:solidFill>
                  <a:srgbClr val="2686C5"/>
                </a:solidFill>
              </a:defRPr>
            </a:lvl6pPr>
            <a:lvl7pPr>
              <a:defRPr sz="1200" b="1">
                <a:solidFill>
                  <a:srgbClr val="2686C5"/>
                </a:solidFill>
              </a:defRPr>
            </a:lvl7pPr>
            <a:lvl8pPr>
              <a:defRPr sz="1200" b="1">
                <a:solidFill>
                  <a:srgbClr val="2686C5"/>
                </a:solidFill>
              </a:defRPr>
            </a:lvl8pPr>
            <a:lvl9pPr>
              <a:defRPr sz="1200" b="1">
                <a:solidFill>
                  <a:srgbClr val="2686C5"/>
                </a:solidFill>
              </a:defRPr>
            </a:lvl9pPr>
          </a:lstStyle>
          <a:p xmlns:a="http://schemas.openxmlformats.org/drawingml/2006/main">
            <a:pPr>
              <a:defRPr sz="1200" b="1">
                <a:solidFill>
                  <a:srgbClr val="2686C5"/>
                </a:solidFill>
              </a:defRPr>
            </a:pPr>
            <a:r>
              <a:rPr sz="1200" b="1">
                <a:solidFill>
                  <a:srgbClr val="2686C5"/>
                </a:solidFill>
              </a:rPr>
              <a:t>03</a:t>
            </a:r>
          </a:p>
        </p:txBody>
      </p:sp>
      <p:sp>
        <p:nvSpPr>
          <p:cNvPr id="10" name="">
            <a:extLst xmlns:a="http://schemas.openxmlformats.org/drawingml/2006/main">
              <a:ext uri="{FF2B5EF4-FFF2-40B4-BE49-F238E27FC236}">
                <a16:creationId xmlns:a16="http://schemas.microsoft.com/office/drawing/2014/main" id="{D6C1583B-6350-4D07-B6ED-76C62C4BE67A}"/>
              </a:ext>
            </a:extLst>
          </p:cNvPr>
          <p:cNvSpPr>
            <a:spLocks xmlns:a="http://schemas.openxmlformats.org/drawingml/2006/main" noGrp="1"/>
          </p:cNvSpPr>
          <p:nvPr/>
        </p:nvSpPr>
        <p:spPr>
          <a:xfrm xmlns:a="http://schemas.openxmlformats.org/drawingml/2006/main">
            <a:off x="1047750" y="990600"/>
            <a:ext cx="15240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750" b="1">
                <a:solidFill>
                  <a:srgbClr val="1E5AA8"/>
                </a:solidFill>
              </a:defRPr>
            </a:defPPr>
            <a:lvl1pPr>
              <a:defRPr sz="3750" b="1">
                <a:solidFill>
                  <a:srgbClr val="1E5AA8"/>
                </a:solidFill>
              </a:defRPr>
            </a:lvl1pPr>
            <a:lvl2pPr>
              <a:defRPr sz="3750" b="1">
                <a:solidFill>
                  <a:srgbClr val="1E5AA8"/>
                </a:solidFill>
              </a:defRPr>
            </a:lvl2pPr>
            <a:lvl3pPr>
              <a:defRPr sz="3750" b="1">
                <a:solidFill>
                  <a:srgbClr val="1E5AA8"/>
                </a:solidFill>
              </a:defRPr>
            </a:lvl3pPr>
            <a:lvl4pPr>
              <a:defRPr sz="3750" b="1">
                <a:solidFill>
                  <a:srgbClr val="1E5AA8"/>
                </a:solidFill>
              </a:defRPr>
            </a:lvl4pPr>
            <a:lvl5pPr>
              <a:defRPr sz="3750" b="1">
                <a:solidFill>
                  <a:srgbClr val="1E5AA8"/>
                </a:solidFill>
              </a:defRPr>
            </a:lvl5pPr>
            <a:lvl6pPr>
              <a:defRPr sz="3750" b="1">
                <a:solidFill>
                  <a:srgbClr val="1E5AA8"/>
                </a:solidFill>
              </a:defRPr>
            </a:lvl6pPr>
            <a:lvl7pPr>
              <a:defRPr sz="3750" b="1">
                <a:solidFill>
                  <a:srgbClr val="1E5AA8"/>
                </a:solidFill>
              </a:defRPr>
            </a:lvl7pPr>
            <a:lvl8pPr>
              <a:defRPr sz="3750" b="1">
                <a:solidFill>
                  <a:srgbClr val="1E5AA8"/>
                </a:solidFill>
              </a:defRPr>
            </a:lvl8pPr>
            <a:lvl9pPr>
              <a:defRPr sz="3750" b="1">
                <a:solidFill>
                  <a:srgbClr val="1E5AA8"/>
                </a:solidFill>
              </a:defRPr>
            </a:lvl9pPr>
          </a:lstStyle>
          <a:p xmlns:a="http://schemas.openxmlformats.org/drawingml/2006/main">
            <a:pPr>
              <a:defRPr sz="3750" b="1">
                <a:solidFill>
                  <a:srgbClr val="1E5AA8"/>
                </a:solidFill>
              </a:defRPr>
            </a:pPr>
            <a:r>
              <a:rPr sz="3750" b="1">
                <a:solidFill>
                  <a:srgbClr val="1E5AA8"/>
                </a:solidFill>
              </a:rPr>
              <a:t>Kiến trúc thông tin</a:t>
            </a:r>
          </a:p>
        </p:txBody>
      </p:sp>
      <p:sp>
        <p:nvSpPr>
          <p:cNvPr id="11" name="">
            <a:extLst xmlns:a="http://schemas.openxmlformats.org/drawingml/2006/main">
              <a:ext uri="{FF2B5EF4-FFF2-40B4-BE49-F238E27FC236}">
                <a16:creationId xmlns:a16="http://schemas.microsoft.com/office/drawing/2014/main" id="{BDF77D17-9A55-4672-AC23-F212A25E7E13}"/>
              </a:ext>
            </a:extLst>
          </p:cNvPr>
          <p:cNvSpPr>
            <a:spLocks xmlns:a="http://schemas.openxmlformats.org/drawingml/2006/main" noGrp="1"/>
          </p:cNvSpPr>
          <p:nvPr/>
        </p:nvSpPr>
        <p:spPr>
          <a:xfrm xmlns:a="http://schemas.openxmlformats.org/drawingml/2006/main">
            <a:off x="1066800" y="1866900"/>
            <a:ext cx="14287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a:solidFill>
                  <a:srgbClr val="536878"/>
                </a:solidFill>
              </a:defRPr>
            </a:defPPr>
            <a:lvl1pPr>
              <a:defRPr sz="1575">
                <a:solidFill>
                  <a:srgbClr val="536878"/>
                </a:solidFill>
              </a:defRPr>
            </a:lvl1pPr>
            <a:lvl2pPr>
              <a:defRPr sz="1575">
                <a:solidFill>
                  <a:srgbClr val="536878"/>
                </a:solidFill>
              </a:defRPr>
            </a:lvl2pPr>
            <a:lvl3pPr>
              <a:defRPr sz="1575">
                <a:solidFill>
                  <a:srgbClr val="536878"/>
                </a:solidFill>
              </a:defRPr>
            </a:lvl3pPr>
            <a:lvl4pPr>
              <a:defRPr sz="1575">
                <a:solidFill>
                  <a:srgbClr val="536878"/>
                </a:solidFill>
              </a:defRPr>
            </a:lvl4pPr>
            <a:lvl5pPr>
              <a:defRPr sz="1575">
                <a:solidFill>
                  <a:srgbClr val="536878"/>
                </a:solidFill>
              </a:defRPr>
            </a:lvl5pPr>
            <a:lvl6pPr>
              <a:defRPr sz="1575">
                <a:solidFill>
                  <a:srgbClr val="536878"/>
                </a:solidFill>
              </a:defRPr>
            </a:lvl6pPr>
            <a:lvl7pPr>
              <a:defRPr sz="1575">
                <a:solidFill>
                  <a:srgbClr val="536878"/>
                </a:solidFill>
              </a:defRPr>
            </a:lvl7pPr>
            <a:lvl8pPr>
              <a:defRPr sz="1575">
                <a:solidFill>
                  <a:srgbClr val="536878"/>
                </a:solidFill>
              </a:defRPr>
            </a:lvl8pPr>
            <a:lvl9pPr>
              <a:defRPr sz="1575">
                <a:solidFill>
                  <a:srgbClr val="536878"/>
                </a:solidFill>
              </a:defRPr>
            </a:lvl9pPr>
          </a:lstStyle>
          <a:p xmlns:a="http://schemas.openxmlformats.org/drawingml/2006/main">
            <a:pPr>
              <a:defRPr sz="1575">
                <a:solidFill>
                  <a:srgbClr val="536878"/>
                </a:solidFill>
              </a:defRPr>
            </a:pPr>
            <a:r>
              <a:rPr sz="1575">
                <a:solidFill>
                  <a:srgbClr val="536878"/>
                </a:solidFill>
              </a:rPr>
              <a:t>Tám màn hình chính được tổ chức theo bốn khu vực hành động của Power9.</a:t>
            </a:r>
          </a:p>
        </p:txBody>
      </p:sp>
      <p:sp>
        <p:nvSpPr>
          <p:cNvPr id="12" name="">
            <a:extLst xmlns:a="http://schemas.openxmlformats.org/drawingml/2006/main">
              <a:ext uri="{FF2B5EF4-FFF2-40B4-BE49-F238E27FC236}">
                <a16:creationId xmlns:a16="http://schemas.microsoft.com/office/drawing/2014/main" id="{43E4836C-5E15-4964-B904-739144ED3087}"/>
              </a:ext>
            </a:extLst>
          </p:cNvPr>
          <p:cNvSpPr>
            <a:spLocks xmlns:a="http://schemas.openxmlformats.org/drawingml/2006/main" noGrp="1"/>
          </p:cNvSpPr>
          <p:nvPr/>
        </p:nvSpPr>
        <p:spPr>
          <a:xfrm xmlns:a="http://schemas.openxmlformats.org/drawingml/2006/main">
            <a:off x="1143000" y="2905125"/>
            <a:ext cx="3429000" cy="1666875"/>
          </a:xfrm>
          <a:prstGeom xmlns:a="http://schemas.openxmlformats.org/drawingml/2006/main" prst="roundRect">
            <a:avLst>
              <a:gd name="adj" fmla="val 6857"/>
            </a:avLst>
          </a:prstGeom>
          <a:solidFill xmlns:a="http://schemas.openxmlformats.org/drawingml/2006/main">
            <a:srgbClr val="FFFFFF"/>
          </a:solidFill>
          <a:ln xmlns:a="http://schemas.openxmlformats.org/drawingml/2006/main" w="9525">
            <a:solidFill>
              <a:srgbClr val="D6E3ED"/>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3" name="">
            <a:extLst xmlns:a="http://schemas.openxmlformats.org/drawingml/2006/main">
              <a:ext uri="{FF2B5EF4-FFF2-40B4-BE49-F238E27FC236}">
                <a16:creationId xmlns:a16="http://schemas.microsoft.com/office/drawing/2014/main" id="{475FA6E5-BD30-41BD-8A19-719E9C552AD7}"/>
              </a:ext>
            </a:extLst>
          </p:cNvPr>
          <p:cNvSpPr>
            <a:spLocks xmlns:a="http://schemas.openxmlformats.org/drawingml/2006/main" noGrp="1"/>
          </p:cNvSpPr>
          <p:nvPr/>
        </p:nvSpPr>
        <p:spPr>
          <a:xfrm xmlns:a="http://schemas.openxmlformats.org/drawingml/2006/main">
            <a:off x="1143000" y="2905125"/>
            <a:ext cx="95250" cy="1666875"/>
          </a:xfrm>
          <a:prstGeom xmlns:a="http://schemas.openxmlformats.org/drawingml/2006/main" prst="rect">
            <a:avLst/>
          </a:prstGeom>
          <a:solidFill xmlns:a="http://schemas.openxmlformats.org/drawingml/2006/main">
            <a:srgbClr val="1E5AA8"/>
          </a:solidFill>
          <a:ln xmlns:a="http://schemas.openxmlformats.org/drawingml/2006/main" w="0">
            <a:solidFill>
              <a:srgbClr val="1E5AA8"/>
            </a:solidFill>
            <a:prstDash val="solid"/>
          </a:ln>
        </p:spPr>
      </p:sp>
      <p:sp>
        <p:nvSpPr>
          <p:cNvPr id="14" name="">
            <a:extLst xmlns:a="http://schemas.openxmlformats.org/drawingml/2006/main">
              <a:ext uri="{FF2B5EF4-FFF2-40B4-BE49-F238E27FC236}">
                <a16:creationId xmlns:a16="http://schemas.microsoft.com/office/drawing/2014/main" id="{3C039ADE-F815-4D9B-9F55-A03B6DE4D963}"/>
              </a:ext>
            </a:extLst>
          </p:cNvPr>
          <p:cNvSpPr>
            <a:spLocks xmlns:a="http://schemas.openxmlformats.org/drawingml/2006/main" noGrp="1"/>
          </p:cNvSpPr>
          <p:nvPr/>
        </p:nvSpPr>
        <p:spPr>
          <a:xfrm xmlns:a="http://schemas.openxmlformats.org/drawingml/2006/main">
            <a:off x="1428750" y="3114675"/>
            <a:ext cx="2895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1E5AA8"/>
                </a:solidFill>
              </a:defRPr>
            </a:defPPr>
            <a:lvl1pPr>
              <a:defRPr sz="2025" b="1">
                <a:solidFill>
                  <a:srgbClr val="1E5AA8"/>
                </a:solidFill>
              </a:defRPr>
            </a:lvl1pPr>
            <a:lvl2pPr>
              <a:defRPr sz="2025" b="1">
                <a:solidFill>
                  <a:srgbClr val="1E5AA8"/>
                </a:solidFill>
              </a:defRPr>
            </a:lvl2pPr>
            <a:lvl3pPr>
              <a:defRPr sz="2025" b="1">
                <a:solidFill>
                  <a:srgbClr val="1E5AA8"/>
                </a:solidFill>
              </a:defRPr>
            </a:lvl3pPr>
            <a:lvl4pPr>
              <a:defRPr sz="2025" b="1">
                <a:solidFill>
                  <a:srgbClr val="1E5AA8"/>
                </a:solidFill>
              </a:defRPr>
            </a:lvl4pPr>
            <a:lvl5pPr>
              <a:defRPr sz="2025" b="1">
                <a:solidFill>
                  <a:srgbClr val="1E5AA8"/>
                </a:solidFill>
              </a:defRPr>
            </a:lvl5pPr>
            <a:lvl6pPr>
              <a:defRPr sz="2025" b="1">
                <a:solidFill>
                  <a:srgbClr val="1E5AA8"/>
                </a:solidFill>
              </a:defRPr>
            </a:lvl6pPr>
            <a:lvl7pPr>
              <a:defRPr sz="2025" b="1">
                <a:solidFill>
                  <a:srgbClr val="1E5AA8"/>
                </a:solidFill>
              </a:defRPr>
            </a:lvl7pPr>
            <a:lvl8pPr>
              <a:defRPr sz="2025" b="1">
                <a:solidFill>
                  <a:srgbClr val="1E5AA8"/>
                </a:solidFill>
              </a:defRPr>
            </a:lvl8pPr>
            <a:lvl9pPr>
              <a:defRPr sz="2025" b="1">
                <a:solidFill>
                  <a:srgbClr val="1E5AA8"/>
                </a:solidFill>
              </a:defRPr>
            </a:lvl9pPr>
          </a:lstStyle>
          <a:p xmlns:a="http://schemas.openxmlformats.org/drawingml/2006/main">
            <a:pPr>
              <a:defRPr sz="2025" b="1">
                <a:solidFill>
                  <a:srgbClr val="1E5AA8"/>
                </a:solidFill>
              </a:defRPr>
            </a:pPr>
            <a:r>
              <a:rPr sz="2025" b="1">
                <a:solidFill>
                  <a:srgbClr val="1E5AA8"/>
                </a:solidFill>
              </a:rPr>
              <a:t>S01 · Hôm nay</a:t>
            </a:r>
          </a:p>
        </p:txBody>
      </p:sp>
      <p:sp>
        <p:nvSpPr>
          <p:cNvPr id="15" name="">
            <a:extLst xmlns:a="http://schemas.openxmlformats.org/drawingml/2006/main">
              <a:ext uri="{FF2B5EF4-FFF2-40B4-BE49-F238E27FC236}">
                <a16:creationId xmlns:a16="http://schemas.microsoft.com/office/drawing/2014/main" id="{B23E153C-4FE6-4501-B6FA-0E57F21079F7}"/>
              </a:ext>
            </a:extLst>
          </p:cNvPr>
          <p:cNvSpPr>
            <a:spLocks xmlns:a="http://schemas.openxmlformats.org/drawingml/2006/main" noGrp="1"/>
          </p:cNvSpPr>
          <p:nvPr/>
        </p:nvSpPr>
        <p:spPr>
          <a:xfrm xmlns:a="http://schemas.openxmlformats.org/drawingml/2006/main">
            <a:off x="1428750" y="3648075"/>
            <a:ext cx="2895600"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a:solidFill>
                  <a:srgbClr val="334155"/>
                </a:solidFill>
              </a:defRPr>
            </a:defPPr>
            <a:lvl1pPr>
              <a:defRPr sz="1500">
                <a:solidFill>
                  <a:srgbClr val="334155"/>
                </a:solidFill>
              </a:defRPr>
            </a:lvl1pPr>
            <a:lvl2pPr>
              <a:defRPr sz="1500">
                <a:solidFill>
                  <a:srgbClr val="334155"/>
                </a:solidFill>
              </a:defRPr>
            </a:lvl2pPr>
            <a:lvl3pPr>
              <a:defRPr sz="1500">
                <a:solidFill>
                  <a:srgbClr val="334155"/>
                </a:solidFill>
              </a:defRPr>
            </a:lvl3pPr>
            <a:lvl4pPr>
              <a:defRPr sz="1500">
                <a:solidFill>
                  <a:srgbClr val="334155"/>
                </a:solidFill>
              </a:defRPr>
            </a:lvl4pPr>
            <a:lvl5pPr>
              <a:defRPr sz="1500">
                <a:solidFill>
                  <a:srgbClr val="334155"/>
                </a:solidFill>
              </a:defRPr>
            </a:lvl5pPr>
            <a:lvl6pPr>
              <a:defRPr sz="1500">
                <a:solidFill>
                  <a:srgbClr val="334155"/>
                </a:solidFill>
              </a:defRPr>
            </a:lvl6pPr>
            <a:lvl7pPr>
              <a:defRPr sz="1500">
                <a:solidFill>
                  <a:srgbClr val="334155"/>
                </a:solidFill>
              </a:defRPr>
            </a:lvl7pPr>
            <a:lvl8pPr>
              <a:defRPr sz="1500">
                <a:solidFill>
                  <a:srgbClr val="334155"/>
                </a:solidFill>
              </a:defRPr>
            </a:lvl8pPr>
            <a:lvl9pPr>
              <a:defRPr sz="1500">
                <a:solidFill>
                  <a:srgbClr val="334155"/>
                </a:solidFill>
              </a:defRPr>
            </a:lvl9pPr>
          </a:lstStyle>
          <a:p xmlns:a="http://schemas.openxmlformats.org/drawingml/2006/main">
            <a:pPr>
              <a:defRPr sz="1500">
                <a:solidFill>
                  <a:srgbClr val="334155"/>
                </a:solidFill>
              </a:defRPr>
            </a:pPr>
            <a:r>
              <a:rPr sz="1500">
                <a:solidFill>
                  <a:srgbClr val="334155"/>
                </a:solidFill>
              </a:rPr>
              <a:t>xem và check-in</a:t>
            </a:r>
          </a:p>
        </p:txBody>
      </p:sp>
      <p:sp>
        <p:nvSpPr>
          <p:cNvPr id="16" name="">
            <a:extLst xmlns:a="http://schemas.openxmlformats.org/drawingml/2006/main">
              <a:ext uri="{FF2B5EF4-FFF2-40B4-BE49-F238E27FC236}">
                <a16:creationId xmlns:a16="http://schemas.microsoft.com/office/drawing/2014/main" id="{F7CB44DE-A6B6-463B-A388-40A0E343D561}"/>
              </a:ext>
            </a:extLst>
          </p:cNvPr>
          <p:cNvSpPr>
            <a:spLocks xmlns:a="http://schemas.openxmlformats.org/drawingml/2006/main" noGrp="1"/>
          </p:cNvSpPr>
          <p:nvPr/>
        </p:nvSpPr>
        <p:spPr>
          <a:xfrm xmlns:a="http://schemas.openxmlformats.org/drawingml/2006/main">
            <a:off x="5048250" y="2905125"/>
            <a:ext cx="3429000" cy="1666875"/>
          </a:xfrm>
          <a:prstGeom xmlns:a="http://schemas.openxmlformats.org/drawingml/2006/main" prst="roundRect">
            <a:avLst>
              <a:gd name="adj" fmla="val 6857"/>
            </a:avLst>
          </a:prstGeom>
          <a:solidFill xmlns:a="http://schemas.openxmlformats.org/drawingml/2006/main">
            <a:srgbClr val="FFFFFF"/>
          </a:solidFill>
          <a:ln xmlns:a="http://schemas.openxmlformats.org/drawingml/2006/main" w="9525">
            <a:solidFill>
              <a:srgbClr val="D6E3ED"/>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7" name="">
            <a:extLst xmlns:a="http://schemas.openxmlformats.org/drawingml/2006/main">
              <a:ext uri="{FF2B5EF4-FFF2-40B4-BE49-F238E27FC236}">
                <a16:creationId xmlns:a16="http://schemas.microsoft.com/office/drawing/2014/main" id="{0604147E-0588-4FA3-AFB5-89EC00CCF01D}"/>
              </a:ext>
            </a:extLst>
          </p:cNvPr>
          <p:cNvSpPr>
            <a:spLocks xmlns:a="http://schemas.openxmlformats.org/drawingml/2006/main" noGrp="1"/>
          </p:cNvSpPr>
          <p:nvPr/>
        </p:nvSpPr>
        <p:spPr>
          <a:xfrm xmlns:a="http://schemas.openxmlformats.org/drawingml/2006/main">
            <a:off x="5048250" y="2905125"/>
            <a:ext cx="95250" cy="1666875"/>
          </a:xfrm>
          <a:prstGeom xmlns:a="http://schemas.openxmlformats.org/drawingml/2006/main" prst="rect">
            <a:avLst/>
          </a:prstGeom>
          <a:solidFill xmlns:a="http://schemas.openxmlformats.org/drawingml/2006/main">
            <a:srgbClr val="1E5AA8"/>
          </a:solidFill>
          <a:ln xmlns:a="http://schemas.openxmlformats.org/drawingml/2006/main" w="0">
            <a:solidFill>
              <a:srgbClr val="1E5AA8"/>
            </a:solidFill>
            <a:prstDash val="solid"/>
          </a:ln>
        </p:spPr>
      </p:sp>
      <p:sp>
        <p:nvSpPr>
          <p:cNvPr id="18" name="">
            <a:extLst xmlns:a="http://schemas.openxmlformats.org/drawingml/2006/main">
              <a:ext uri="{FF2B5EF4-FFF2-40B4-BE49-F238E27FC236}">
                <a16:creationId xmlns:a16="http://schemas.microsoft.com/office/drawing/2014/main" id="{EFE8F5D4-96E7-4342-8635-C1E439444352}"/>
              </a:ext>
            </a:extLst>
          </p:cNvPr>
          <p:cNvSpPr>
            <a:spLocks xmlns:a="http://schemas.openxmlformats.org/drawingml/2006/main" noGrp="1"/>
          </p:cNvSpPr>
          <p:nvPr/>
        </p:nvSpPr>
        <p:spPr>
          <a:xfrm xmlns:a="http://schemas.openxmlformats.org/drawingml/2006/main">
            <a:off x="5334000" y="3114675"/>
            <a:ext cx="2895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1E5AA8"/>
                </a:solidFill>
              </a:defRPr>
            </a:defPPr>
            <a:lvl1pPr>
              <a:defRPr sz="2025" b="1">
                <a:solidFill>
                  <a:srgbClr val="1E5AA8"/>
                </a:solidFill>
              </a:defRPr>
            </a:lvl1pPr>
            <a:lvl2pPr>
              <a:defRPr sz="2025" b="1">
                <a:solidFill>
                  <a:srgbClr val="1E5AA8"/>
                </a:solidFill>
              </a:defRPr>
            </a:lvl2pPr>
            <a:lvl3pPr>
              <a:defRPr sz="2025" b="1">
                <a:solidFill>
                  <a:srgbClr val="1E5AA8"/>
                </a:solidFill>
              </a:defRPr>
            </a:lvl3pPr>
            <a:lvl4pPr>
              <a:defRPr sz="2025" b="1">
                <a:solidFill>
                  <a:srgbClr val="1E5AA8"/>
                </a:solidFill>
              </a:defRPr>
            </a:lvl4pPr>
            <a:lvl5pPr>
              <a:defRPr sz="2025" b="1">
                <a:solidFill>
                  <a:srgbClr val="1E5AA8"/>
                </a:solidFill>
              </a:defRPr>
            </a:lvl5pPr>
            <a:lvl6pPr>
              <a:defRPr sz="2025" b="1">
                <a:solidFill>
                  <a:srgbClr val="1E5AA8"/>
                </a:solidFill>
              </a:defRPr>
            </a:lvl6pPr>
            <a:lvl7pPr>
              <a:defRPr sz="2025" b="1">
                <a:solidFill>
                  <a:srgbClr val="1E5AA8"/>
                </a:solidFill>
              </a:defRPr>
            </a:lvl7pPr>
            <a:lvl8pPr>
              <a:defRPr sz="2025" b="1">
                <a:solidFill>
                  <a:srgbClr val="1E5AA8"/>
                </a:solidFill>
              </a:defRPr>
            </a:lvl8pPr>
            <a:lvl9pPr>
              <a:defRPr sz="2025" b="1">
                <a:solidFill>
                  <a:srgbClr val="1E5AA8"/>
                </a:solidFill>
              </a:defRPr>
            </a:lvl9pPr>
          </a:lstStyle>
          <a:p xmlns:a="http://schemas.openxmlformats.org/drawingml/2006/main">
            <a:pPr>
              <a:defRPr sz="2025" b="1">
                <a:solidFill>
                  <a:srgbClr val="1E5AA8"/>
                </a:solidFill>
              </a:defRPr>
            </a:pPr>
            <a:r>
              <a:rPr sz="2025" b="1">
                <a:solidFill>
                  <a:srgbClr val="1E5AA8"/>
                </a:solidFill>
              </a:rPr>
              <a:t>S02 · Ăn uống</a:t>
            </a:r>
          </a:p>
        </p:txBody>
      </p:sp>
      <p:sp>
        <p:nvSpPr>
          <p:cNvPr id="19" name="">
            <a:extLst xmlns:a="http://schemas.openxmlformats.org/drawingml/2006/main">
              <a:ext uri="{FF2B5EF4-FFF2-40B4-BE49-F238E27FC236}">
                <a16:creationId xmlns:a16="http://schemas.microsoft.com/office/drawing/2014/main" id="{42CD8B4D-FFD5-444F-9EA3-60B726626F93}"/>
              </a:ext>
            </a:extLst>
          </p:cNvPr>
          <p:cNvSpPr>
            <a:spLocks xmlns:a="http://schemas.openxmlformats.org/drawingml/2006/main" noGrp="1"/>
          </p:cNvSpPr>
          <p:nvPr/>
        </p:nvSpPr>
        <p:spPr>
          <a:xfrm xmlns:a="http://schemas.openxmlformats.org/drawingml/2006/main">
            <a:off x="5334000" y="3648075"/>
            <a:ext cx="2895600"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a:solidFill>
                  <a:srgbClr val="334155"/>
                </a:solidFill>
              </a:defRPr>
            </a:defPPr>
            <a:lvl1pPr>
              <a:defRPr sz="1500">
                <a:solidFill>
                  <a:srgbClr val="334155"/>
                </a:solidFill>
              </a:defRPr>
            </a:lvl1pPr>
            <a:lvl2pPr>
              <a:defRPr sz="1500">
                <a:solidFill>
                  <a:srgbClr val="334155"/>
                </a:solidFill>
              </a:defRPr>
            </a:lvl2pPr>
            <a:lvl3pPr>
              <a:defRPr sz="1500">
                <a:solidFill>
                  <a:srgbClr val="334155"/>
                </a:solidFill>
              </a:defRPr>
            </a:lvl3pPr>
            <a:lvl4pPr>
              <a:defRPr sz="1500">
                <a:solidFill>
                  <a:srgbClr val="334155"/>
                </a:solidFill>
              </a:defRPr>
            </a:lvl4pPr>
            <a:lvl5pPr>
              <a:defRPr sz="1500">
                <a:solidFill>
                  <a:srgbClr val="334155"/>
                </a:solidFill>
              </a:defRPr>
            </a:lvl5pPr>
            <a:lvl6pPr>
              <a:defRPr sz="1500">
                <a:solidFill>
                  <a:srgbClr val="334155"/>
                </a:solidFill>
              </a:defRPr>
            </a:lvl6pPr>
            <a:lvl7pPr>
              <a:defRPr sz="1500">
                <a:solidFill>
                  <a:srgbClr val="334155"/>
                </a:solidFill>
              </a:defRPr>
            </a:lvl7pPr>
            <a:lvl8pPr>
              <a:defRPr sz="1500">
                <a:solidFill>
                  <a:srgbClr val="334155"/>
                </a:solidFill>
              </a:defRPr>
            </a:lvl8pPr>
            <a:lvl9pPr>
              <a:defRPr sz="1500">
                <a:solidFill>
                  <a:srgbClr val="334155"/>
                </a:solidFill>
              </a:defRPr>
            </a:lvl9pPr>
          </a:lstStyle>
          <a:p xmlns:a="http://schemas.openxmlformats.org/drawingml/2006/main">
            <a:pPr>
              <a:defRPr sz="1500">
                <a:solidFill>
                  <a:srgbClr val="334155"/>
                </a:solidFill>
              </a:defRPr>
            </a:pPr>
            <a:r>
              <a:rPr sz="1500">
                <a:solidFill>
                  <a:srgbClr val="334155"/>
                </a:solidFill>
              </a:rPr>
              <a:t>hoạt động dinh dưỡng</a:t>
            </a:r>
          </a:p>
        </p:txBody>
      </p:sp>
      <p:sp>
        <p:nvSpPr>
          <p:cNvPr id="20" name="">
            <a:extLst xmlns:a="http://schemas.openxmlformats.org/drawingml/2006/main">
              <a:ext uri="{FF2B5EF4-FFF2-40B4-BE49-F238E27FC236}">
                <a16:creationId xmlns:a16="http://schemas.microsoft.com/office/drawing/2014/main" id="{EA3D7686-2D3C-4B92-98DD-47FCB8B17D49}"/>
              </a:ext>
            </a:extLst>
          </p:cNvPr>
          <p:cNvSpPr>
            <a:spLocks xmlns:a="http://schemas.openxmlformats.org/drawingml/2006/main" noGrp="1"/>
          </p:cNvSpPr>
          <p:nvPr/>
        </p:nvSpPr>
        <p:spPr>
          <a:xfrm xmlns:a="http://schemas.openxmlformats.org/drawingml/2006/main">
            <a:off x="8953500" y="2905125"/>
            <a:ext cx="3429000" cy="1666875"/>
          </a:xfrm>
          <a:prstGeom xmlns:a="http://schemas.openxmlformats.org/drawingml/2006/main" prst="roundRect">
            <a:avLst>
              <a:gd name="adj" fmla="val 6857"/>
            </a:avLst>
          </a:prstGeom>
          <a:solidFill xmlns:a="http://schemas.openxmlformats.org/drawingml/2006/main">
            <a:srgbClr val="FFFFFF"/>
          </a:solidFill>
          <a:ln xmlns:a="http://schemas.openxmlformats.org/drawingml/2006/main" w="9525">
            <a:solidFill>
              <a:srgbClr val="D6E3ED"/>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1" name="">
            <a:extLst xmlns:a="http://schemas.openxmlformats.org/drawingml/2006/main">
              <a:ext uri="{FF2B5EF4-FFF2-40B4-BE49-F238E27FC236}">
                <a16:creationId xmlns:a16="http://schemas.microsoft.com/office/drawing/2014/main" id="{04D14BC2-AB0B-4E5B-BA00-2A032B8A72CD}"/>
              </a:ext>
            </a:extLst>
          </p:cNvPr>
          <p:cNvSpPr>
            <a:spLocks xmlns:a="http://schemas.openxmlformats.org/drawingml/2006/main" noGrp="1"/>
          </p:cNvSpPr>
          <p:nvPr/>
        </p:nvSpPr>
        <p:spPr>
          <a:xfrm xmlns:a="http://schemas.openxmlformats.org/drawingml/2006/main">
            <a:off x="8953500" y="2905125"/>
            <a:ext cx="95250" cy="1666875"/>
          </a:xfrm>
          <a:prstGeom xmlns:a="http://schemas.openxmlformats.org/drawingml/2006/main" prst="rect">
            <a:avLst/>
          </a:prstGeom>
          <a:solidFill xmlns:a="http://schemas.openxmlformats.org/drawingml/2006/main">
            <a:srgbClr val="1E5AA8"/>
          </a:solidFill>
          <a:ln xmlns:a="http://schemas.openxmlformats.org/drawingml/2006/main" w="0">
            <a:solidFill>
              <a:srgbClr val="1E5AA8"/>
            </a:solidFill>
            <a:prstDash val="solid"/>
          </a:ln>
        </p:spPr>
      </p:sp>
      <p:sp>
        <p:nvSpPr>
          <p:cNvPr id="22" name="">
            <a:extLst xmlns:a="http://schemas.openxmlformats.org/drawingml/2006/main">
              <a:ext uri="{FF2B5EF4-FFF2-40B4-BE49-F238E27FC236}">
                <a16:creationId xmlns:a16="http://schemas.microsoft.com/office/drawing/2014/main" id="{DEA84D60-2FEB-4485-B376-B311A1C9165D}"/>
              </a:ext>
            </a:extLst>
          </p:cNvPr>
          <p:cNvSpPr>
            <a:spLocks xmlns:a="http://schemas.openxmlformats.org/drawingml/2006/main" noGrp="1"/>
          </p:cNvSpPr>
          <p:nvPr/>
        </p:nvSpPr>
        <p:spPr>
          <a:xfrm xmlns:a="http://schemas.openxmlformats.org/drawingml/2006/main">
            <a:off x="9239250" y="3114675"/>
            <a:ext cx="2895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1E5AA8"/>
                </a:solidFill>
              </a:defRPr>
            </a:defPPr>
            <a:lvl1pPr>
              <a:defRPr sz="2025" b="1">
                <a:solidFill>
                  <a:srgbClr val="1E5AA8"/>
                </a:solidFill>
              </a:defRPr>
            </a:lvl1pPr>
            <a:lvl2pPr>
              <a:defRPr sz="2025" b="1">
                <a:solidFill>
                  <a:srgbClr val="1E5AA8"/>
                </a:solidFill>
              </a:defRPr>
            </a:lvl2pPr>
            <a:lvl3pPr>
              <a:defRPr sz="2025" b="1">
                <a:solidFill>
                  <a:srgbClr val="1E5AA8"/>
                </a:solidFill>
              </a:defRPr>
            </a:lvl3pPr>
            <a:lvl4pPr>
              <a:defRPr sz="2025" b="1">
                <a:solidFill>
                  <a:srgbClr val="1E5AA8"/>
                </a:solidFill>
              </a:defRPr>
            </a:lvl4pPr>
            <a:lvl5pPr>
              <a:defRPr sz="2025" b="1">
                <a:solidFill>
                  <a:srgbClr val="1E5AA8"/>
                </a:solidFill>
              </a:defRPr>
            </a:lvl5pPr>
            <a:lvl6pPr>
              <a:defRPr sz="2025" b="1">
                <a:solidFill>
                  <a:srgbClr val="1E5AA8"/>
                </a:solidFill>
              </a:defRPr>
            </a:lvl6pPr>
            <a:lvl7pPr>
              <a:defRPr sz="2025" b="1">
                <a:solidFill>
                  <a:srgbClr val="1E5AA8"/>
                </a:solidFill>
              </a:defRPr>
            </a:lvl7pPr>
            <a:lvl8pPr>
              <a:defRPr sz="2025" b="1">
                <a:solidFill>
                  <a:srgbClr val="1E5AA8"/>
                </a:solidFill>
              </a:defRPr>
            </a:lvl8pPr>
            <a:lvl9pPr>
              <a:defRPr sz="2025" b="1">
                <a:solidFill>
                  <a:srgbClr val="1E5AA8"/>
                </a:solidFill>
              </a:defRPr>
            </a:lvl9pPr>
          </a:lstStyle>
          <a:p xmlns:a="http://schemas.openxmlformats.org/drawingml/2006/main">
            <a:pPr>
              <a:defRPr sz="2025" b="1">
                <a:solidFill>
                  <a:srgbClr val="1E5AA8"/>
                </a:solidFill>
              </a:defRPr>
            </a:pPr>
            <a:r>
              <a:rPr sz="2025" b="1">
                <a:solidFill>
                  <a:srgbClr val="1E5AA8"/>
                </a:solidFill>
              </a:rPr>
              <a:t>S03 · Thư giãn</a:t>
            </a:r>
          </a:p>
        </p:txBody>
      </p:sp>
      <p:sp>
        <p:nvSpPr>
          <p:cNvPr id="23" name="">
            <a:extLst xmlns:a="http://schemas.openxmlformats.org/drawingml/2006/main">
              <a:ext uri="{FF2B5EF4-FFF2-40B4-BE49-F238E27FC236}">
                <a16:creationId xmlns:a16="http://schemas.microsoft.com/office/drawing/2014/main" id="{DAE48F56-0D4F-4B01-BD62-C96E3BD29929}"/>
              </a:ext>
            </a:extLst>
          </p:cNvPr>
          <p:cNvSpPr>
            <a:spLocks xmlns:a="http://schemas.openxmlformats.org/drawingml/2006/main" noGrp="1"/>
          </p:cNvSpPr>
          <p:nvPr/>
        </p:nvSpPr>
        <p:spPr>
          <a:xfrm xmlns:a="http://schemas.openxmlformats.org/drawingml/2006/main">
            <a:off x="9239250" y="3648075"/>
            <a:ext cx="2895600"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a:solidFill>
                  <a:srgbClr val="334155"/>
                </a:solidFill>
              </a:defRPr>
            </a:defPPr>
            <a:lvl1pPr>
              <a:defRPr sz="1500">
                <a:solidFill>
                  <a:srgbClr val="334155"/>
                </a:solidFill>
              </a:defRPr>
            </a:lvl1pPr>
            <a:lvl2pPr>
              <a:defRPr sz="1500">
                <a:solidFill>
                  <a:srgbClr val="334155"/>
                </a:solidFill>
              </a:defRPr>
            </a:lvl2pPr>
            <a:lvl3pPr>
              <a:defRPr sz="1500">
                <a:solidFill>
                  <a:srgbClr val="334155"/>
                </a:solidFill>
              </a:defRPr>
            </a:lvl3pPr>
            <a:lvl4pPr>
              <a:defRPr sz="1500">
                <a:solidFill>
                  <a:srgbClr val="334155"/>
                </a:solidFill>
              </a:defRPr>
            </a:lvl4pPr>
            <a:lvl5pPr>
              <a:defRPr sz="1500">
                <a:solidFill>
                  <a:srgbClr val="334155"/>
                </a:solidFill>
              </a:defRPr>
            </a:lvl5pPr>
            <a:lvl6pPr>
              <a:defRPr sz="1500">
                <a:solidFill>
                  <a:srgbClr val="334155"/>
                </a:solidFill>
              </a:defRPr>
            </a:lvl6pPr>
            <a:lvl7pPr>
              <a:defRPr sz="1500">
                <a:solidFill>
                  <a:srgbClr val="334155"/>
                </a:solidFill>
              </a:defRPr>
            </a:lvl7pPr>
            <a:lvl8pPr>
              <a:defRPr sz="1500">
                <a:solidFill>
                  <a:srgbClr val="334155"/>
                </a:solidFill>
              </a:defRPr>
            </a:lvl8pPr>
            <a:lvl9pPr>
              <a:defRPr sz="1500">
                <a:solidFill>
                  <a:srgbClr val="334155"/>
                </a:solidFill>
              </a:defRPr>
            </a:lvl9pPr>
          </a:lstStyle>
          <a:p xmlns:a="http://schemas.openxmlformats.org/drawingml/2006/main">
            <a:pPr>
              <a:defRPr sz="1500">
                <a:solidFill>
                  <a:srgbClr val="334155"/>
                </a:solidFill>
              </a:defRPr>
            </a:pPr>
            <a:r>
              <a:rPr sz="1500">
                <a:solidFill>
                  <a:srgbClr val="334155"/>
                </a:solidFill>
              </a:rPr>
              <a:t>hướng dẫn ngắn</a:t>
            </a:r>
          </a:p>
        </p:txBody>
      </p:sp>
      <p:sp>
        <p:nvSpPr>
          <p:cNvPr id="24" name="">
            <a:extLst xmlns:a="http://schemas.openxmlformats.org/drawingml/2006/main">
              <a:ext uri="{FF2B5EF4-FFF2-40B4-BE49-F238E27FC236}">
                <a16:creationId xmlns:a16="http://schemas.microsoft.com/office/drawing/2014/main" id="{D931C12B-671B-4D94-9AC8-96F8C66B6ABE}"/>
              </a:ext>
            </a:extLst>
          </p:cNvPr>
          <p:cNvSpPr>
            <a:spLocks xmlns:a="http://schemas.openxmlformats.org/drawingml/2006/main" noGrp="1"/>
          </p:cNvSpPr>
          <p:nvPr/>
        </p:nvSpPr>
        <p:spPr>
          <a:xfrm xmlns:a="http://schemas.openxmlformats.org/drawingml/2006/main">
            <a:off x="12858750" y="2905125"/>
            <a:ext cx="3429000" cy="1666875"/>
          </a:xfrm>
          <a:prstGeom xmlns:a="http://schemas.openxmlformats.org/drawingml/2006/main" prst="roundRect">
            <a:avLst>
              <a:gd name="adj" fmla="val 6857"/>
            </a:avLst>
          </a:prstGeom>
          <a:solidFill xmlns:a="http://schemas.openxmlformats.org/drawingml/2006/main">
            <a:srgbClr val="FFFFFF"/>
          </a:solidFill>
          <a:ln xmlns:a="http://schemas.openxmlformats.org/drawingml/2006/main" w="9525">
            <a:solidFill>
              <a:srgbClr val="D6E3ED"/>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5" name="">
            <a:extLst xmlns:a="http://schemas.openxmlformats.org/drawingml/2006/main">
              <a:ext uri="{FF2B5EF4-FFF2-40B4-BE49-F238E27FC236}">
                <a16:creationId xmlns:a16="http://schemas.microsoft.com/office/drawing/2014/main" id="{41C374E3-3B72-4087-A66F-FCC80609B9B1}"/>
              </a:ext>
            </a:extLst>
          </p:cNvPr>
          <p:cNvSpPr>
            <a:spLocks xmlns:a="http://schemas.openxmlformats.org/drawingml/2006/main" noGrp="1"/>
          </p:cNvSpPr>
          <p:nvPr/>
        </p:nvSpPr>
        <p:spPr>
          <a:xfrm xmlns:a="http://schemas.openxmlformats.org/drawingml/2006/main">
            <a:off x="12858750" y="2905125"/>
            <a:ext cx="95250" cy="1666875"/>
          </a:xfrm>
          <a:prstGeom xmlns:a="http://schemas.openxmlformats.org/drawingml/2006/main" prst="rect">
            <a:avLst/>
          </a:prstGeom>
          <a:solidFill xmlns:a="http://schemas.openxmlformats.org/drawingml/2006/main">
            <a:srgbClr val="1E5AA8"/>
          </a:solidFill>
          <a:ln xmlns:a="http://schemas.openxmlformats.org/drawingml/2006/main" w="0">
            <a:solidFill>
              <a:srgbClr val="1E5AA8"/>
            </a:solidFill>
            <a:prstDash val="solid"/>
          </a:ln>
        </p:spPr>
      </p:sp>
      <p:sp>
        <p:nvSpPr>
          <p:cNvPr id="26" name="">
            <a:extLst xmlns:a="http://schemas.openxmlformats.org/drawingml/2006/main">
              <a:ext uri="{FF2B5EF4-FFF2-40B4-BE49-F238E27FC236}">
                <a16:creationId xmlns:a16="http://schemas.microsoft.com/office/drawing/2014/main" id="{78BEDC85-94DA-4802-9090-37C36ACAFA31}"/>
              </a:ext>
            </a:extLst>
          </p:cNvPr>
          <p:cNvSpPr>
            <a:spLocks xmlns:a="http://schemas.openxmlformats.org/drawingml/2006/main" noGrp="1"/>
          </p:cNvSpPr>
          <p:nvPr/>
        </p:nvSpPr>
        <p:spPr>
          <a:xfrm xmlns:a="http://schemas.openxmlformats.org/drawingml/2006/main">
            <a:off x="13144500" y="3114675"/>
            <a:ext cx="2895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1E5AA8"/>
                </a:solidFill>
              </a:defRPr>
            </a:defPPr>
            <a:lvl1pPr>
              <a:defRPr sz="2025" b="1">
                <a:solidFill>
                  <a:srgbClr val="1E5AA8"/>
                </a:solidFill>
              </a:defRPr>
            </a:lvl1pPr>
            <a:lvl2pPr>
              <a:defRPr sz="2025" b="1">
                <a:solidFill>
                  <a:srgbClr val="1E5AA8"/>
                </a:solidFill>
              </a:defRPr>
            </a:lvl2pPr>
            <a:lvl3pPr>
              <a:defRPr sz="2025" b="1">
                <a:solidFill>
                  <a:srgbClr val="1E5AA8"/>
                </a:solidFill>
              </a:defRPr>
            </a:lvl3pPr>
            <a:lvl4pPr>
              <a:defRPr sz="2025" b="1">
                <a:solidFill>
                  <a:srgbClr val="1E5AA8"/>
                </a:solidFill>
              </a:defRPr>
            </a:lvl4pPr>
            <a:lvl5pPr>
              <a:defRPr sz="2025" b="1">
                <a:solidFill>
                  <a:srgbClr val="1E5AA8"/>
                </a:solidFill>
              </a:defRPr>
            </a:lvl5pPr>
            <a:lvl6pPr>
              <a:defRPr sz="2025" b="1">
                <a:solidFill>
                  <a:srgbClr val="1E5AA8"/>
                </a:solidFill>
              </a:defRPr>
            </a:lvl6pPr>
            <a:lvl7pPr>
              <a:defRPr sz="2025" b="1">
                <a:solidFill>
                  <a:srgbClr val="1E5AA8"/>
                </a:solidFill>
              </a:defRPr>
            </a:lvl7pPr>
            <a:lvl8pPr>
              <a:defRPr sz="2025" b="1">
                <a:solidFill>
                  <a:srgbClr val="1E5AA8"/>
                </a:solidFill>
              </a:defRPr>
            </a:lvl8pPr>
            <a:lvl9pPr>
              <a:defRPr sz="2025" b="1">
                <a:solidFill>
                  <a:srgbClr val="1E5AA8"/>
                </a:solidFill>
              </a:defRPr>
            </a:lvl9pPr>
          </a:lstStyle>
          <a:p xmlns:a="http://schemas.openxmlformats.org/drawingml/2006/main">
            <a:pPr>
              <a:defRPr sz="2025" b="1">
                <a:solidFill>
                  <a:srgbClr val="1E5AA8"/>
                </a:solidFill>
              </a:defRPr>
            </a:pPr>
            <a:r>
              <a:rPr sz="2025" b="1">
                <a:solidFill>
                  <a:srgbClr val="1E5AA8"/>
                </a:solidFill>
              </a:rPr>
              <a:t>S04 · Kết nối</a:t>
            </a:r>
          </a:p>
        </p:txBody>
      </p:sp>
      <p:sp>
        <p:nvSpPr>
          <p:cNvPr id="27" name="">
            <a:extLst xmlns:a="http://schemas.openxmlformats.org/drawingml/2006/main">
              <a:ext uri="{FF2B5EF4-FFF2-40B4-BE49-F238E27FC236}">
                <a16:creationId xmlns:a16="http://schemas.microsoft.com/office/drawing/2014/main" id="{D030B78B-E69D-4715-A614-0AB4985F0EB8}"/>
              </a:ext>
            </a:extLst>
          </p:cNvPr>
          <p:cNvSpPr>
            <a:spLocks xmlns:a="http://schemas.openxmlformats.org/drawingml/2006/main" noGrp="1"/>
          </p:cNvSpPr>
          <p:nvPr/>
        </p:nvSpPr>
        <p:spPr>
          <a:xfrm xmlns:a="http://schemas.openxmlformats.org/drawingml/2006/main">
            <a:off x="13144500" y="3648075"/>
            <a:ext cx="2895600"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a:solidFill>
                  <a:srgbClr val="334155"/>
                </a:solidFill>
              </a:defRPr>
            </a:defPPr>
            <a:lvl1pPr>
              <a:defRPr sz="1500">
                <a:solidFill>
                  <a:srgbClr val="334155"/>
                </a:solidFill>
              </a:defRPr>
            </a:lvl1pPr>
            <a:lvl2pPr>
              <a:defRPr sz="1500">
                <a:solidFill>
                  <a:srgbClr val="334155"/>
                </a:solidFill>
              </a:defRPr>
            </a:lvl2pPr>
            <a:lvl3pPr>
              <a:defRPr sz="1500">
                <a:solidFill>
                  <a:srgbClr val="334155"/>
                </a:solidFill>
              </a:defRPr>
            </a:lvl3pPr>
            <a:lvl4pPr>
              <a:defRPr sz="1500">
                <a:solidFill>
                  <a:srgbClr val="334155"/>
                </a:solidFill>
              </a:defRPr>
            </a:lvl4pPr>
            <a:lvl5pPr>
              <a:defRPr sz="1500">
                <a:solidFill>
                  <a:srgbClr val="334155"/>
                </a:solidFill>
              </a:defRPr>
            </a:lvl5pPr>
            <a:lvl6pPr>
              <a:defRPr sz="1500">
                <a:solidFill>
                  <a:srgbClr val="334155"/>
                </a:solidFill>
              </a:defRPr>
            </a:lvl6pPr>
            <a:lvl7pPr>
              <a:defRPr sz="1500">
                <a:solidFill>
                  <a:srgbClr val="334155"/>
                </a:solidFill>
              </a:defRPr>
            </a:lvl7pPr>
            <a:lvl8pPr>
              <a:defRPr sz="1500">
                <a:solidFill>
                  <a:srgbClr val="334155"/>
                </a:solidFill>
              </a:defRPr>
            </a:lvl8pPr>
            <a:lvl9pPr>
              <a:defRPr sz="1500">
                <a:solidFill>
                  <a:srgbClr val="334155"/>
                </a:solidFill>
              </a:defRPr>
            </a:lvl9pPr>
          </a:lstStyle>
          <a:p xmlns:a="http://schemas.openxmlformats.org/drawingml/2006/main">
            <a:pPr>
              <a:defRPr sz="1500">
                <a:solidFill>
                  <a:srgbClr val="334155"/>
                </a:solidFill>
              </a:defRPr>
            </a:pPr>
            <a:r>
              <a:rPr sz="1500">
                <a:solidFill>
                  <a:srgbClr val="334155"/>
                </a:solidFill>
              </a:rPr>
              <a:t>hoạt động cùng gia đình</a:t>
            </a:r>
          </a:p>
        </p:txBody>
      </p:sp>
      <p:sp>
        <p:nvSpPr>
          <p:cNvPr id="28" name="">
            <a:extLst xmlns:a="http://schemas.openxmlformats.org/drawingml/2006/main">
              <a:ext uri="{FF2B5EF4-FFF2-40B4-BE49-F238E27FC236}">
                <a16:creationId xmlns:a16="http://schemas.microsoft.com/office/drawing/2014/main" id="{7B9F4723-3117-406C-B0CA-CD3EF2B32466}"/>
              </a:ext>
            </a:extLst>
          </p:cNvPr>
          <p:cNvSpPr>
            <a:spLocks xmlns:a="http://schemas.openxmlformats.org/drawingml/2006/main" noGrp="1"/>
          </p:cNvSpPr>
          <p:nvPr/>
        </p:nvSpPr>
        <p:spPr>
          <a:xfrm xmlns:a="http://schemas.openxmlformats.org/drawingml/2006/main">
            <a:off x="1143000" y="5095875"/>
            <a:ext cx="3429000" cy="1666875"/>
          </a:xfrm>
          <a:prstGeom xmlns:a="http://schemas.openxmlformats.org/drawingml/2006/main" prst="roundRect">
            <a:avLst>
              <a:gd name="adj" fmla="val 6857"/>
            </a:avLst>
          </a:prstGeom>
          <a:solidFill xmlns:a="http://schemas.openxmlformats.org/drawingml/2006/main">
            <a:srgbClr val="FFFFFF"/>
          </a:solidFill>
          <a:ln xmlns:a="http://schemas.openxmlformats.org/drawingml/2006/main" w="9525">
            <a:solidFill>
              <a:srgbClr val="D6E3ED"/>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9" name="">
            <a:extLst xmlns:a="http://schemas.openxmlformats.org/drawingml/2006/main">
              <a:ext uri="{FF2B5EF4-FFF2-40B4-BE49-F238E27FC236}">
                <a16:creationId xmlns:a16="http://schemas.microsoft.com/office/drawing/2014/main" id="{17A856CE-8716-4C44-BCA3-543C022C0FA1}"/>
              </a:ext>
            </a:extLst>
          </p:cNvPr>
          <p:cNvSpPr>
            <a:spLocks xmlns:a="http://schemas.openxmlformats.org/drawingml/2006/main" noGrp="1"/>
          </p:cNvSpPr>
          <p:nvPr/>
        </p:nvSpPr>
        <p:spPr>
          <a:xfrm xmlns:a="http://schemas.openxmlformats.org/drawingml/2006/main">
            <a:off x="1143000" y="5095875"/>
            <a:ext cx="95250" cy="1666875"/>
          </a:xfrm>
          <a:prstGeom xmlns:a="http://schemas.openxmlformats.org/drawingml/2006/main" prst="rect">
            <a:avLst/>
          </a:prstGeom>
          <a:solidFill xmlns:a="http://schemas.openxmlformats.org/drawingml/2006/main">
            <a:srgbClr val="2686C5"/>
          </a:solidFill>
          <a:ln xmlns:a="http://schemas.openxmlformats.org/drawingml/2006/main" w="0">
            <a:solidFill>
              <a:srgbClr val="2686C5"/>
            </a:solidFill>
            <a:prstDash val="solid"/>
          </a:ln>
        </p:spPr>
      </p:sp>
      <p:sp>
        <p:nvSpPr>
          <p:cNvPr id="30" name="">
            <a:extLst xmlns:a="http://schemas.openxmlformats.org/drawingml/2006/main">
              <a:ext uri="{FF2B5EF4-FFF2-40B4-BE49-F238E27FC236}">
                <a16:creationId xmlns:a16="http://schemas.microsoft.com/office/drawing/2014/main" id="{1AB75D1F-0697-408A-8347-F2F8427586D0}"/>
              </a:ext>
            </a:extLst>
          </p:cNvPr>
          <p:cNvSpPr>
            <a:spLocks xmlns:a="http://schemas.openxmlformats.org/drawingml/2006/main" noGrp="1"/>
          </p:cNvSpPr>
          <p:nvPr/>
        </p:nvSpPr>
        <p:spPr>
          <a:xfrm xmlns:a="http://schemas.openxmlformats.org/drawingml/2006/main">
            <a:off x="1428750" y="5305425"/>
            <a:ext cx="2895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1E5AA8"/>
                </a:solidFill>
              </a:defRPr>
            </a:defPPr>
            <a:lvl1pPr>
              <a:defRPr sz="2025" b="1">
                <a:solidFill>
                  <a:srgbClr val="1E5AA8"/>
                </a:solidFill>
              </a:defRPr>
            </a:lvl1pPr>
            <a:lvl2pPr>
              <a:defRPr sz="2025" b="1">
                <a:solidFill>
                  <a:srgbClr val="1E5AA8"/>
                </a:solidFill>
              </a:defRPr>
            </a:lvl2pPr>
            <a:lvl3pPr>
              <a:defRPr sz="2025" b="1">
                <a:solidFill>
                  <a:srgbClr val="1E5AA8"/>
                </a:solidFill>
              </a:defRPr>
            </a:lvl3pPr>
            <a:lvl4pPr>
              <a:defRPr sz="2025" b="1">
                <a:solidFill>
                  <a:srgbClr val="1E5AA8"/>
                </a:solidFill>
              </a:defRPr>
            </a:lvl4pPr>
            <a:lvl5pPr>
              <a:defRPr sz="2025" b="1">
                <a:solidFill>
                  <a:srgbClr val="1E5AA8"/>
                </a:solidFill>
              </a:defRPr>
            </a:lvl5pPr>
            <a:lvl6pPr>
              <a:defRPr sz="2025" b="1">
                <a:solidFill>
                  <a:srgbClr val="1E5AA8"/>
                </a:solidFill>
              </a:defRPr>
            </a:lvl6pPr>
            <a:lvl7pPr>
              <a:defRPr sz="2025" b="1">
                <a:solidFill>
                  <a:srgbClr val="1E5AA8"/>
                </a:solidFill>
              </a:defRPr>
            </a:lvl7pPr>
            <a:lvl8pPr>
              <a:defRPr sz="2025" b="1">
                <a:solidFill>
                  <a:srgbClr val="1E5AA8"/>
                </a:solidFill>
              </a:defRPr>
            </a:lvl8pPr>
            <a:lvl9pPr>
              <a:defRPr sz="2025" b="1">
                <a:solidFill>
                  <a:srgbClr val="1E5AA8"/>
                </a:solidFill>
              </a:defRPr>
            </a:lvl9pPr>
          </a:lstStyle>
          <a:p xmlns:a="http://schemas.openxmlformats.org/drawingml/2006/main">
            <a:pPr>
              <a:defRPr sz="2025" b="1">
                <a:solidFill>
                  <a:srgbClr val="1E5AA8"/>
                </a:solidFill>
              </a:defRPr>
            </a:pPr>
            <a:r>
              <a:rPr sz="2025" b="1">
                <a:solidFill>
                  <a:srgbClr val="1E5AA8"/>
                </a:solidFill>
              </a:rPr>
              <a:t>S05 · Khám phá</a:t>
            </a:r>
          </a:p>
        </p:txBody>
      </p:sp>
      <p:sp>
        <p:nvSpPr>
          <p:cNvPr id="31" name="">
            <a:extLst xmlns:a="http://schemas.openxmlformats.org/drawingml/2006/main">
              <a:ext uri="{FF2B5EF4-FFF2-40B4-BE49-F238E27FC236}">
                <a16:creationId xmlns:a16="http://schemas.microsoft.com/office/drawing/2014/main" id="{3F6F3FA6-7BDC-4B81-9E0A-16D8F3F495E7}"/>
              </a:ext>
            </a:extLst>
          </p:cNvPr>
          <p:cNvSpPr>
            <a:spLocks xmlns:a="http://schemas.openxmlformats.org/drawingml/2006/main" noGrp="1"/>
          </p:cNvSpPr>
          <p:nvPr/>
        </p:nvSpPr>
        <p:spPr>
          <a:xfrm xmlns:a="http://schemas.openxmlformats.org/drawingml/2006/main">
            <a:off x="1428750" y="5838825"/>
            <a:ext cx="2895600"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a:solidFill>
                  <a:srgbClr val="334155"/>
                </a:solidFill>
              </a:defRPr>
            </a:defPPr>
            <a:lvl1pPr>
              <a:defRPr sz="1500">
                <a:solidFill>
                  <a:srgbClr val="334155"/>
                </a:solidFill>
              </a:defRPr>
            </a:lvl1pPr>
            <a:lvl2pPr>
              <a:defRPr sz="1500">
                <a:solidFill>
                  <a:srgbClr val="334155"/>
                </a:solidFill>
              </a:defRPr>
            </a:lvl2pPr>
            <a:lvl3pPr>
              <a:defRPr sz="1500">
                <a:solidFill>
                  <a:srgbClr val="334155"/>
                </a:solidFill>
              </a:defRPr>
            </a:lvl3pPr>
            <a:lvl4pPr>
              <a:defRPr sz="1500">
                <a:solidFill>
                  <a:srgbClr val="334155"/>
                </a:solidFill>
              </a:defRPr>
            </a:lvl4pPr>
            <a:lvl5pPr>
              <a:defRPr sz="1500">
                <a:solidFill>
                  <a:srgbClr val="334155"/>
                </a:solidFill>
              </a:defRPr>
            </a:lvl5pPr>
            <a:lvl6pPr>
              <a:defRPr sz="1500">
                <a:solidFill>
                  <a:srgbClr val="334155"/>
                </a:solidFill>
              </a:defRPr>
            </a:lvl6pPr>
            <a:lvl7pPr>
              <a:defRPr sz="1500">
                <a:solidFill>
                  <a:srgbClr val="334155"/>
                </a:solidFill>
              </a:defRPr>
            </a:lvl7pPr>
            <a:lvl8pPr>
              <a:defRPr sz="1500">
                <a:solidFill>
                  <a:srgbClr val="334155"/>
                </a:solidFill>
              </a:defRPr>
            </a:lvl8pPr>
            <a:lvl9pPr>
              <a:defRPr sz="1500">
                <a:solidFill>
                  <a:srgbClr val="334155"/>
                </a:solidFill>
              </a:defRPr>
            </a:lvl9pPr>
          </a:lstStyle>
          <a:p xmlns:a="http://schemas.openxmlformats.org/drawingml/2006/main">
            <a:pPr>
              <a:defRPr sz="1500">
                <a:solidFill>
                  <a:srgbClr val="334155"/>
                </a:solidFill>
              </a:defRPr>
            </a:pPr>
            <a:r>
              <a:rPr sz="1500">
                <a:solidFill>
                  <a:srgbClr val="334155"/>
                </a:solidFill>
              </a:rPr>
              <a:t>tìm thói quen</a:t>
            </a:r>
          </a:p>
        </p:txBody>
      </p:sp>
      <p:sp>
        <p:nvSpPr>
          <p:cNvPr id="32" name="">
            <a:extLst xmlns:a="http://schemas.openxmlformats.org/drawingml/2006/main">
              <a:ext uri="{FF2B5EF4-FFF2-40B4-BE49-F238E27FC236}">
                <a16:creationId xmlns:a16="http://schemas.microsoft.com/office/drawing/2014/main" id="{05A3BDC5-BC35-41AD-AD8D-75B330F27771}"/>
              </a:ext>
            </a:extLst>
          </p:cNvPr>
          <p:cNvSpPr>
            <a:spLocks xmlns:a="http://schemas.openxmlformats.org/drawingml/2006/main" noGrp="1"/>
          </p:cNvSpPr>
          <p:nvPr/>
        </p:nvSpPr>
        <p:spPr>
          <a:xfrm xmlns:a="http://schemas.openxmlformats.org/drawingml/2006/main">
            <a:off x="5048250" y="5095875"/>
            <a:ext cx="3429000" cy="1666875"/>
          </a:xfrm>
          <a:prstGeom xmlns:a="http://schemas.openxmlformats.org/drawingml/2006/main" prst="roundRect">
            <a:avLst>
              <a:gd name="adj" fmla="val 6857"/>
            </a:avLst>
          </a:prstGeom>
          <a:solidFill xmlns:a="http://schemas.openxmlformats.org/drawingml/2006/main">
            <a:srgbClr val="FFFFFF"/>
          </a:solidFill>
          <a:ln xmlns:a="http://schemas.openxmlformats.org/drawingml/2006/main" w="9525">
            <a:solidFill>
              <a:srgbClr val="D6E3ED"/>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3" name="">
            <a:extLst xmlns:a="http://schemas.openxmlformats.org/drawingml/2006/main">
              <a:ext uri="{FF2B5EF4-FFF2-40B4-BE49-F238E27FC236}">
                <a16:creationId xmlns:a16="http://schemas.microsoft.com/office/drawing/2014/main" id="{9A21265B-33FF-4B0E-BF04-2E62EC434C3E}"/>
              </a:ext>
            </a:extLst>
          </p:cNvPr>
          <p:cNvSpPr>
            <a:spLocks xmlns:a="http://schemas.openxmlformats.org/drawingml/2006/main" noGrp="1"/>
          </p:cNvSpPr>
          <p:nvPr/>
        </p:nvSpPr>
        <p:spPr>
          <a:xfrm xmlns:a="http://schemas.openxmlformats.org/drawingml/2006/main">
            <a:off x="5048250" y="5095875"/>
            <a:ext cx="95250" cy="1666875"/>
          </a:xfrm>
          <a:prstGeom xmlns:a="http://schemas.openxmlformats.org/drawingml/2006/main" prst="rect">
            <a:avLst/>
          </a:prstGeom>
          <a:solidFill xmlns:a="http://schemas.openxmlformats.org/drawingml/2006/main">
            <a:srgbClr val="2686C5"/>
          </a:solidFill>
          <a:ln xmlns:a="http://schemas.openxmlformats.org/drawingml/2006/main" w="0">
            <a:solidFill>
              <a:srgbClr val="2686C5"/>
            </a:solidFill>
            <a:prstDash val="solid"/>
          </a:ln>
        </p:spPr>
      </p:sp>
      <p:sp>
        <p:nvSpPr>
          <p:cNvPr id="34" name="">
            <a:extLst xmlns:a="http://schemas.openxmlformats.org/drawingml/2006/main">
              <a:ext uri="{FF2B5EF4-FFF2-40B4-BE49-F238E27FC236}">
                <a16:creationId xmlns:a16="http://schemas.microsoft.com/office/drawing/2014/main" id="{C277264F-CDCB-4328-BDE0-D3DAB35E1A83}"/>
              </a:ext>
            </a:extLst>
          </p:cNvPr>
          <p:cNvSpPr>
            <a:spLocks xmlns:a="http://schemas.openxmlformats.org/drawingml/2006/main" noGrp="1"/>
          </p:cNvSpPr>
          <p:nvPr/>
        </p:nvSpPr>
        <p:spPr>
          <a:xfrm xmlns:a="http://schemas.openxmlformats.org/drawingml/2006/main">
            <a:off x="5334000" y="5305425"/>
            <a:ext cx="2895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1E5AA8"/>
                </a:solidFill>
              </a:defRPr>
            </a:defPPr>
            <a:lvl1pPr>
              <a:defRPr sz="2025" b="1">
                <a:solidFill>
                  <a:srgbClr val="1E5AA8"/>
                </a:solidFill>
              </a:defRPr>
            </a:lvl1pPr>
            <a:lvl2pPr>
              <a:defRPr sz="2025" b="1">
                <a:solidFill>
                  <a:srgbClr val="1E5AA8"/>
                </a:solidFill>
              </a:defRPr>
            </a:lvl2pPr>
            <a:lvl3pPr>
              <a:defRPr sz="2025" b="1">
                <a:solidFill>
                  <a:srgbClr val="1E5AA8"/>
                </a:solidFill>
              </a:defRPr>
            </a:lvl3pPr>
            <a:lvl4pPr>
              <a:defRPr sz="2025" b="1">
                <a:solidFill>
                  <a:srgbClr val="1E5AA8"/>
                </a:solidFill>
              </a:defRPr>
            </a:lvl4pPr>
            <a:lvl5pPr>
              <a:defRPr sz="2025" b="1">
                <a:solidFill>
                  <a:srgbClr val="1E5AA8"/>
                </a:solidFill>
              </a:defRPr>
            </a:lvl5pPr>
            <a:lvl6pPr>
              <a:defRPr sz="2025" b="1">
                <a:solidFill>
                  <a:srgbClr val="1E5AA8"/>
                </a:solidFill>
              </a:defRPr>
            </a:lvl6pPr>
            <a:lvl7pPr>
              <a:defRPr sz="2025" b="1">
                <a:solidFill>
                  <a:srgbClr val="1E5AA8"/>
                </a:solidFill>
              </a:defRPr>
            </a:lvl7pPr>
            <a:lvl8pPr>
              <a:defRPr sz="2025" b="1">
                <a:solidFill>
                  <a:srgbClr val="1E5AA8"/>
                </a:solidFill>
              </a:defRPr>
            </a:lvl8pPr>
            <a:lvl9pPr>
              <a:defRPr sz="2025" b="1">
                <a:solidFill>
                  <a:srgbClr val="1E5AA8"/>
                </a:solidFill>
              </a:defRPr>
            </a:lvl9pPr>
          </a:lstStyle>
          <a:p xmlns:a="http://schemas.openxmlformats.org/drawingml/2006/main">
            <a:pPr>
              <a:defRPr sz="2025" b="1">
                <a:solidFill>
                  <a:srgbClr val="1E5AA8"/>
                </a:solidFill>
              </a:defRPr>
            </a:pPr>
            <a:r>
              <a:rPr sz="2025" b="1">
                <a:solidFill>
                  <a:srgbClr val="1E5AA8"/>
                </a:solidFill>
              </a:rPr>
              <a:t>S06 · Chi tiết</a:t>
            </a:r>
          </a:p>
        </p:txBody>
      </p:sp>
      <p:sp>
        <p:nvSpPr>
          <p:cNvPr id="35" name="">
            <a:extLst xmlns:a="http://schemas.openxmlformats.org/drawingml/2006/main">
              <a:ext uri="{FF2B5EF4-FFF2-40B4-BE49-F238E27FC236}">
                <a16:creationId xmlns:a16="http://schemas.microsoft.com/office/drawing/2014/main" id="{87ED703F-5367-4C6A-A8A2-FBE0F52B4A8F}"/>
              </a:ext>
            </a:extLst>
          </p:cNvPr>
          <p:cNvSpPr>
            <a:spLocks xmlns:a="http://schemas.openxmlformats.org/drawingml/2006/main" noGrp="1"/>
          </p:cNvSpPr>
          <p:nvPr/>
        </p:nvSpPr>
        <p:spPr>
          <a:xfrm xmlns:a="http://schemas.openxmlformats.org/drawingml/2006/main">
            <a:off x="5334000" y="5838825"/>
            <a:ext cx="2895600"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a:solidFill>
                  <a:srgbClr val="334155"/>
                </a:solidFill>
              </a:defRPr>
            </a:defPPr>
            <a:lvl1pPr>
              <a:defRPr sz="1500">
                <a:solidFill>
                  <a:srgbClr val="334155"/>
                </a:solidFill>
              </a:defRPr>
            </a:lvl1pPr>
            <a:lvl2pPr>
              <a:defRPr sz="1500">
                <a:solidFill>
                  <a:srgbClr val="334155"/>
                </a:solidFill>
              </a:defRPr>
            </a:lvl2pPr>
            <a:lvl3pPr>
              <a:defRPr sz="1500">
                <a:solidFill>
                  <a:srgbClr val="334155"/>
                </a:solidFill>
              </a:defRPr>
            </a:lvl3pPr>
            <a:lvl4pPr>
              <a:defRPr sz="1500">
                <a:solidFill>
                  <a:srgbClr val="334155"/>
                </a:solidFill>
              </a:defRPr>
            </a:lvl4pPr>
            <a:lvl5pPr>
              <a:defRPr sz="1500">
                <a:solidFill>
                  <a:srgbClr val="334155"/>
                </a:solidFill>
              </a:defRPr>
            </a:lvl5pPr>
            <a:lvl6pPr>
              <a:defRPr sz="1500">
                <a:solidFill>
                  <a:srgbClr val="334155"/>
                </a:solidFill>
              </a:defRPr>
            </a:lvl6pPr>
            <a:lvl7pPr>
              <a:defRPr sz="1500">
                <a:solidFill>
                  <a:srgbClr val="334155"/>
                </a:solidFill>
              </a:defRPr>
            </a:lvl7pPr>
            <a:lvl8pPr>
              <a:defRPr sz="1500">
                <a:solidFill>
                  <a:srgbClr val="334155"/>
                </a:solidFill>
              </a:defRPr>
            </a:lvl8pPr>
            <a:lvl9pPr>
              <a:defRPr sz="1500">
                <a:solidFill>
                  <a:srgbClr val="334155"/>
                </a:solidFill>
              </a:defRPr>
            </a:lvl9pPr>
          </a:lstStyle>
          <a:p xmlns:a="http://schemas.openxmlformats.org/drawingml/2006/main">
            <a:pPr>
              <a:defRPr sz="1500">
                <a:solidFill>
                  <a:srgbClr val="334155"/>
                </a:solidFill>
              </a:defRPr>
            </a:pPr>
            <a:r>
              <a:rPr sz="1500">
                <a:solidFill>
                  <a:srgbClr val="334155"/>
                </a:solidFill>
              </a:rPr>
              <a:t>đọc và thêm</a:t>
            </a:r>
          </a:p>
        </p:txBody>
      </p:sp>
      <p:sp>
        <p:nvSpPr>
          <p:cNvPr id="36" name="">
            <a:extLst xmlns:a="http://schemas.openxmlformats.org/drawingml/2006/main">
              <a:ext uri="{FF2B5EF4-FFF2-40B4-BE49-F238E27FC236}">
                <a16:creationId xmlns:a16="http://schemas.microsoft.com/office/drawing/2014/main" id="{EE06CBC3-CE89-48A2-984E-855BB1695949}"/>
              </a:ext>
            </a:extLst>
          </p:cNvPr>
          <p:cNvSpPr>
            <a:spLocks xmlns:a="http://schemas.openxmlformats.org/drawingml/2006/main" noGrp="1"/>
          </p:cNvSpPr>
          <p:nvPr/>
        </p:nvSpPr>
        <p:spPr>
          <a:xfrm xmlns:a="http://schemas.openxmlformats.org/drawingml/2006/main">
            <a:off x="8953500" y="5095875"/>
            <a:ext cx="3429000" cy="1666875"/>
          </a:xfrm>
          <a:prstGeom xmlns:a="http://schemas.openxmlformats.org/drawingml/2006/main" prst="roundRect">
            <a:avLst>
              <a:gd name="adj" fmla="val 6857"/>
            </a:avLst>
          </a:prstGeom>
          <a:solidFill xmlns:a="http://schemas.openxmlformats.org/drawingml/2006/main">
            <a:srgbClr val="FFFFFF"/>
          </a:solidFill>
          <a:ln xmlns:a="http://schemas.openxmlformats.org/drawingml/2006/main" w="9525">
            <a:solidFill>
              <a:srgbClr val="D6E3ED"/>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7" name="">
            <a:extLst xmlns:a="http://schemas.openxmlformats.org/drawingml/2006/main">
              <a:ext uri="{FF2B5EF4-FFF2-40B4-BE49-F238E27FC236}">
                <a16:creationId xmlns:a16="http://schemas.microsoft.com/office/drawing/2014/main" id="{17745C3B-7076-470C-B463-FB4E338E588A}"/>
              </a:ext>
            </a:extLst>
          </p:cNvPr>
          <p:cNvSpPr>
            <a:spLocks xmlns:a="http://schemas.openxmlformats.org/drawingml/2006/main" noGrp="1"/>
          </p:cNvSpPr>
          <p:nvPr/>
        </p:nvSpPr>
        <p:spPr>
          <a:xfrm xmlns:a="http://schemas.openxmlformats.org/drawingml/2006/main">
            <a:off x="8953500" y="5095875"/>
            <a:ext cx="95250" cy="1666875"/>
          </a:xfrm>
          <a:prstGeom xmlns:a="http://schemas.openxmlformats.org/drawingml/2006/main" prst="rect">
            <a:avLst/>
          </a:prstGeom>
          <a:solidFill xmlns:a="http://schemas.openxmlformats.org/drawingml/2006/main">
            <a:srgbClr val="2686C5"/>
          </a:solidFill>
          <a:ln xmlns:a="http://schemas.openxmlformats.org/drawingml/2006/main" w="0">
            <a:solidFill>
              <a:srgbClr val="2686C5"/>
            </a:solidFill>
            <a:prstDash val="solid"/>
          </a:ln>
        </p:spPr>
      </p:sp>
      <p:sp>
        <p:nvSpPr>
          <p:cNvPr id="38" name="">
            <a:extLst xmlns:a="http://schemas.openxmlformats.org/drawingml/2006/main">
              <a:ext uri="{FF2B5EF4-FFF2-40B4-BE49-F238E27FC236}">
                <a16:creationId xmlns:a16="http://schemas.microsoft.com/office/drawing/2014/main" id="{25F8C0CB-916F-4B18-87B5-3B649EE08C25}"/>
              </a:ext>
            </a:extLst>
          </p:cNvPr>
          <p:cNvSpPr>
            <a:spLocks xmlns:a="http://schemas.openxmlformats.org/drawingml/2006/main" noGrp="1"/>
          </p:cNvSpPr>
          <p:nvPr/>
        </p:nvSpPr>
        <p:spPr>
          <a:xfrm xmlns:a="http://schemas.openxmlformats.org/drawingml/2006/main">
            <a:off x="9239250" y="5305425"/>
            <a:ext cx="2895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1E5AA8"/>
                </a:solidFill>
              </a:defRPr>
            </a:defPPr>
            <a:lvl1pPr>
              <a:defRPr sz="2025" b="1">
                <a:solidFill>
                  <a:srgbClr val="1E5AA8"/>
                </a:solidFill>
              </a:defRPr>
            </a:lvl1pPr>
            <a:lvl2pPr>
              <a:defRPr sz="2025" b="1">
                <a:solidFill>
                  <a:srgbClr val="1E5AA8"/>
                </a:solidFill>
              </a:defRPr>
            </a:lvl2pPr>
            <a:lvl3pPr>
              <a:defRPr sz="2025" b="1">
                <a:solidFill>
                  <a:srgbClr val="1E5AA8"/>
                </a:solidFill>
              </a:defRPr>
            </a:lvl3pPr>
            <a:lvl4pPr>
              <a:defRPr sz="2025" b="1">
                <a:solidFill>
                  <a:srgbClr val="1E5AA8"/>
                </a:solidFill>
              </a:defRPr>
            </a:lvl4pPr>
            <a:lvl5pPr>
              <a:defRPr sz="2025" b="1">
                <a:solidFill>
                  <a:srgbClr val="1E5AA8"/>
                </a:solidFill>
              </a:defRPr>
            </a:lvl5pPr>
            <a:lvl6pPr>
              <a:defRPr sz="2025" b="1">
                <a:solidFill>
                  <a:srgbClr val="1E5AA8"/>
                </a:solidFill>
              </a:defRPr>
            </a:lvl6pPr>
            <a:lvl7pPr>
              <a:defRPr sz="2025" b="1">
                <a:solidFill>
                  <a:srgbClr val="1E5AA8"/>
                </a:solidFill>
              </a:defRPr>
            </a:lvl7pPr>
            <a:lvl8pPr>
              <a:defRPr sz="2025" b="1">
                <a:solidFill>
                  <a:srgbClr val="1E5AA8"/>
                </a:solidFill>
              </a:defRPr>
            </a:lvl8pPr>
            <a:lvl9pPr>
              <a:defRPr sz="2025" b="1">
                <a:solidFill>
                  <a:srgbClr val="1E5AA8"/>
                </a:solidFill>
              </a:defRPr>
            </a:lvl9pPr>
          </a:lstStyle>
          <a:p xmlns:a="http://schemas.openxmlformats.org/drawingml/2006/main">
            <a:pPr>
              <a:defRPr sz="2025" b="1">
                <a:solidFill>
                  <a:srgbClr val="1E5AA8"/>
                </a:solidFill>
              </a:defRPr>
            </a:pPr>
            <a:r>
              <a:rPr sz="2025" b="1">
                <a:solidFill>
                  <a:srgbClr val="1E5AA8"/>
                </a:solidFill>
              </a:rPr>
              <a:t>S07 · Lịch thói quen</a:t>
            </a:r>
          </a:p>
        </p:txBody>
      </p:sp>
      <p:sp>
        <p:nvSpPr>
          <p:cNvPr id="39" name="">
            <a:extLst xmlns:a="http://schemas.openxmlformats.org/drawingml/2006/main">
              <a:ext uri="{FF2B5EF4-FFF2-40B4-BE49-F238E27FC236}">
                <a16:creationId xmlns:a16="http://schemas.microsoft.com/office/drawing/2014/main" id="{182D3D7E-869B-45A3-A1C1-CCBD6C1077ED}"/>
              </a:ext>
            </a:extLst>
          </p:cNvPr>
          <p:cNvSpPr>
            <a:spLocks xmlns:a="http://schemas.openxmlformats.org/drawingml/2006/main" noGrp="1"/>
          </p:cNvSpPr>
          <p:nvPr/>
        </p:nvSpPr>
        <p:spPr>
          <a:xfrm xmlns:a="http://schemas.openxmlformats.org/drawingml/2006/main">
            <a:off x="9239250" y="5838825"/>
            <a:ext cx="2895600"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a:solidFill>
                  <a:srgbClr val="334155"/>
                </a:solidFill>
              </a:defRPr>
            </a:defPPr>
            <a:lvl1pPr>
              <a:defRPr sz="1500">
                <a:solidFill>
                  <a:srgbClr val="334155"/>
                </a:solidFill>
              </a:defRPr>
            </a:lvl1pPr>
            <a:lvl2pPr>
              <a:defRPr sz="1500">
                <a:solidFill>
                  <a:srgbClr val="334155"/>
                </a:solidFill>
              </a:defRPr>
            </a:lvl2pPr>
            <a:lvl3pPr>
              <a:defRPr sz="1500">
                <a:solidFill>
                  <a:srgbClr val="334155"/>
                </a:solidFill>
              </a:defRPr>
            </a:lvl3pPr>
            <a:lvl4pPr>
              <a:defRPr sz="1500">
                <a:solidFill>
                  <a:srgbClr val="334155"/>
                </a:solidFill>
              </a:defRPr>
            </a:lvl4pPr>
            <a:lvl5pPr>
              <a:defRPr sz="1500">
                <a:solidFill>
                  <a:srgbClr val="334155"/>
                </a:solidFill>
              </a:defRPr>
            </a:lvl5pPr>
            <a:lvl6pPr>
              <a:defRPr sz="1500">
                <a:solidFill>
                  <a:srgbClr val="334155"/>
                </a:solidFill>
              </a:defRPr>
            </a:lvl6pPr>
            <a:lvl7pPr>
              <a:defRPr sz="1500">
                <a:solidFill>
                  <a:srgbClr val="334155"/>
                </a:solidFill>
              </a:defRPr>
            </a:lvl7pPr>
            <a:lvl8pPr>
              <a:defRPr sz="1500">
                <a:solidFill>
                  <a:srgbClr val="334155"/>
                </a:solidFill>
              </a:defRPr>
            </a:lvl8pPr>
            <a:lvl9pPr>
              <a:defRPr sz="1500">
                <a:solidFill>
                  <a:srgbClr val="334155"/>
                </a:solidFill>
              </a:defRPr>
            </a:lvl9pPr>
          </a:lstStyle>
          <a:p xmlns:a="http://schemas.openxmlformats.org/drawingml/2006/main">
            <a:pPr>
              <a:defRPr sz="1500">
                <a:solidFill>
                  <a:srgbClr val="334155"/>
                </a:solidFill>
              </a:defRPr>
            </a:pPr>
            <a:r>
              <a:rPr sz="1500">
                <a:solidFill>
                  <a:srgbClr val="334155"/>
                </a:solidFill>
              </a:rPr>
              <a:t>đổi lịch / nhắc</a:t>
            </a:r>
          </a:p>
        </p:txBody>
      </p:sp>
      <p:sp>
        <p:nvSpPr>
          <p:cNvPr id="40" name="">
            <a:extLst xmlns:a="http://schemas.openxmlformats.org/drawingml/2006/main">
              <a:ext uri="{FF2B5EF4-FFF2-40B4-BE49-F238E27FC236}">
                <a16:creationId xmlns:a16="http://schemas.microsoft.com/office/drawing/2014/main" id="{187DB2A1-C560-4040-9492-6599F93E9B0B}"/>
              </a:ext>
            </a:extLst>
          </p:cNvPr>
          <p:cNvSpPr>
            <a:spLocks xmlns:a="http://schemas.openxmlformats.org/drawingml/2006/main" noGrp="1"/>
          </p:cNvSpPr>
          <p:nvPr/>
        </p:nvSpPr>
        <p:spPr>
          <a:xfrm xmlns:a="http://schemas.openxmlformats.org/drawingml/2006/main">
            <a:off x="12858750" y="5095875"/>
            <a:ext cx="3429000" cy="1666875"/>
          </a:xfrm>
          <a:prstGeom xmlns:a="http://schemas.openxmlformats.org/drawingml/2006/main" prst="roundRect">
            <a:avLst>
              <a:gd name="adj" fmla="val 6857"/>
            </a:avLst>
          </a:prstGeom>
          <a:solidFill xmlns:a="http://schemas.openxmlformats.org/drawingml/2006/main">
            <a:srgbClr val="FFFFFF"/>
          </a:solidFill>
          <a:ln xmlns:a="http://schemas.openxmlformats.org/drawingml/2006/main" w="9525">
            <a:solidFill>
              <a:srgbClr val="D6E3ED"/>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41" name="">
            <a:extLst xmlns:a="http://schemas.openxmlformats.org/drawingml/2006/main">
              <a:ext uri="{FF2B5EF4-FFF2-40B4-BE49-F238E27FC236}">
                <a16:creationId xmlns:a16="http://schemas.microsoft.com/office/drawing/2014/main" id="{B44A75C0-9D64-4459-BBE3-44AAED9C3664}"/>
              </a:ext>
            </a:extLst>
          </p:cNvPr>
          <p:cNvSpPr>
            <a:spLocks xmlns:a="http://schemas.openxmlformats.org/drawingml/2006/main" noGrp="1"/>
          </p:cNvSpPr>
          <p:nvPr/>
        </p:nvSpPr>
        <p:spPr>
          <a:xfrm xmlns:a="http://schemas.openxmlformats.org/drawingml/2006/main">
            <a:off x="12858750" y="5095875"/>
            <a:ext cx="95250" cy="1666875"/>
          </a:xfrm>
          <a:prstGeom xmlns:a="http://schemas.openxmlformats.org/drawingml/2006/main" prst="rect">
            <a:avLst/>
          </a:prstGeom>
          <a:solidFill xmlns:a="http://schemas.openxmlformats.org/drawingml/2006/main">
            <a:srgbClr val="2686C5"/>
          </a:solidFill>
          <a:ln xmlns:a="http://schemas.openxmlformats.org/drawingml/2006/main" w="0">
            <a:solidFill>
              <a:srgbClr val="2686C5"/>
            </a:solidFill>
            <a:prstDash val="solid"/>
          </a:ln>
        </p:spPr>
      </p:sp>
      <p:sp>
        <p:nvSpPr>
          <p:cNvPr id="42" name="">
            <a:extLst xmlns:a="http://schemas.openxmlformats.org/drawingml/2006/main">
              <a:ext uri="{FF2B5EF4-FFF2-40B4-BE49-F238E27FC236}">
                <a16:creationId xmlns:a16="http://schemas.microsoft.com/office/drawing/2014/main" id="{F2F45FC6-9465-43E3-9D81-C70DCAE89514}"/>
              </a:ext>
            </a:extLst>
          </p:cNvPr>
          <p:cNvSpPr>
            <a:spLocks xmlns:a="http://schemas.openxmlformats.org/drawingml/2006/main" noGrp="1"/>
          </p:cNvSpPr>
          <p:nvPr/>
        </p:nvSpPr>
        <p:spPr>
          <a:xfrm xmlns:a="http://schemas.openxmlformats.org/drawingml/2006/main">
            <a:off x="13144500" y="5305425"/>
            <a:ext cx="2895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1E5AA8"/>
                </a:solidFill>
              </a:defRPr>
            </a:defPPr>
            <a:lvl1pPr>
              <a:defRPr sz="2025" b="1">
                <a:solidFill>
                  <a:srgbClr val="1E5AA8"/>
                </a:solidFill>
              </a:defRPr>
            </a:lvl1pPr>
            <a:lvl2pPr>
              <a:defRPr sz="2025" b="1">
                <a:solidFill>
                  <a:srgbClr val="1E5AA8"/>
                </a:solidFill>
              </a:defRPr>
            </a:lvl2pPr>
            <a:lvl3pPr>
              <a:defRPr sz="2025" b="1">
                <a:solidFill>
                  <a:srgbClr val="1E5AA8"/>
                </a:solidFill>
              </a:defRPr>
            </a:lvl3pPr>
            <a:lvl4pPr>
              <a:defRPr sz="2025" b="1">
                <a:solidFill>
                  <a:srgbClr val="1E5AA8"/>
                </a:solidFill>
              </a:defRPr>
            </a:lvl4pPr>
            <a:lvl5pPr>
              <a:defRPr sz="2025" b="1">
                <a:solidFill>
                  <a:srgbClr val="1E5AA8"/>
                </a:solidFill>
              </a:defRPr>
            </a:lvl5pPr>
            <a:lvl6pPr>
              <a:defRPr sz="2025" b="1">
                <a:solidFill>
                  <a:srgbClr val="1E5AA8"/>
                </a:solidFill>
              </a:defRPr>
            </a:lvl6pPr>
            <a:lvl7pPr>
              <a:defRPr sz="2025" b="1">
                <a:solidFill>
                  <a:srgbClr val="1E5AA8"/>
                </a:solidFill>
              </a:defRPr>
            </a:lvl7pPr>
            <a:lvl8pPr>
              <a:defRPr sz="2025" b="1">
                <a:solidFill>
                  <a:srgbClr val="1E5AA8"/>
                </a:solidFill>
              </a:defRPr>
            </a:lvl8pPr>
            <a:lvl9pPr>
              <a:defRPr sz="2025" b="1">
                <a:solidFill>
                  <a:srgbClr val="1E5AA8"/>
                </a:solidFill>
              </a:defRPr>
            </a:lvl9pPr>
          </a:lstStyle>
          <a:p xmlns:a="http://schemas.openxmlformats.org/drawingml/2006/main">
            <a:pPr>
              <a:defRPr sz="2025" b="1">
                <a:solidFill>
                  <a:srgbClr val="1E5AA8"/>
                </a:solidFill>
              </a:defRPr>
            </a:pPr>
            <a:r>
              <a:rPr sz="2025" b="1">
                <a:solidFill>
                  <a:srgbClr val="1E5AA8"/>
                </a:solidFill>
              </a:rPr>
              <a:t>S08 · Lịch sử &amp; tiến độ</a:t>
            </a:r>
          </a:p>
        </p:txBody>
      </p:sp>
      <p:sp>
        <p:nvSpPr>
          <p:cNvPr id="43" name="">
            <a:extLst xmlns:a="http://schemas.openxmlformats.org/drawingml/2006/main">
              <a:ext uri="{FF2B5EF4-FFF2-40B4-BE49-F238E27FC236}">
                <a16:creationId xmlns:a16="http://schemas.microsoft.com/office/drawing/2014/main" id="{DE1AE8E9-5338-43E3-A3A3-C2FED1D479D9}"/>
              </a:ext>
            </a:extLst>
          </p:cNvPr>
          <p:cNvSpPr>
            <a:spLocks xmlns:a="http://schemas.openxmlformats.org/drawingml/2006/main" noGrp="1"/>
          </p:cNvSpPr>
          <p:nvPr/>
        </p:nvSpPr>
        <p:spPr>
          <a:xfrm xmlns:a="http://schemas.openxmlformats.org/drawingml/2006/main">
            <a:off x="13144500" y="5838825"/>
            <a:ext cx="2895600"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a:solidFill>
                  <a:srgbClr val="334155"/>
                </a:solidFill>
              </a:defRPr>
            </a:defPPr>
            <a:lvl1pPr>
              <a:defRPr sz="1500">
                <a:solidFill>
                  <a:srgbClr val="334155"/>
                </a:solidFill>
              </a:defRPr>
            </a:lvl1pPr>
            <a:lvl2pPr>
              <a:defRPr sz="1500">
                <a:solidFill>
                  <a:srgbClr val="334155"/>
                </a:solidFill>
              </a:defRPr>
            </a:lvl2pPr>
            <a:lvl3pPr>
              <a:defRPr sz="1500">
                <a:solidFill>
                  <a:srgbClr val="334155"/>
                </a:solidFill>
              </a:defRPr>
            </a:lvl3pPr>
            <a:lvl4pPr>
              <a:defRPr sz="1500">
                <a:solidFill>
                  <a:srgbClr val="334155"/>
                </a:solidFill>
              </a:defRPr>
            </a:lvl4pPr>
            <a:lvl5pPr>
              <a:defRPr sz="1500">
                <a:solidFill>
                  <a:srgbClr val="334155"/>
                </a:solidFill>
              </a:defRPr>
            </a:lvl5pPr>
            <a:lvl6pPr>
              <a:defRPr sz="1500">
                <a:solidFill>
                  <a:srgbClr val="334155"/>
                </a:solidFill>
              </a:defRPr>
            </a:lvl6pPr>
            <a:lvl7pPr>
              <a:defRPr sz="1500">
                <a:solidFill>
                  <a:srgbClr val="334155"/>
                </a:solidFill>
              </a:defRPr>
            </a:lvl7pPr>
            <a:lvl8pPr>
              <a:defRPr sz="1500">
                <a:solidFill>
                  <a:srgbClr val="334155"/>
                </a:solidFill>
              </a:defRPr>
            </a:lvl8pPr>
            <a:lvl9pPr>
              <a:defRPr sz="1500">
                <a:solidFill>
                  <a:srgbClr val="334155"/>
                </a:solidFill>
              </a:defRPr>
            </a:lvl9pPr>
          </a:lstStyle>
          <a:p xmlns:a="http://schemas.openxmlformats.org/drawingml/2006/main">
            <a:pPr>
              <a:defRPr sz="1500">
                <a:solidFill>
                  <a:srgbClr val="334155"/>
                </a:solidFill>
              </a:defRPr>
            </a:pPr>
            <a:r>
              <a:rPr sz="1500">
                <a:solidFill>
                  <a:srgbClr val="334155"/>
                </a:solidFill>
              </a:rPr>
              <a:t>xem kết quả</a:t>
            </a:r>
          </a:p>
        </p:txBody>
      </p:sp>
      <p:sp>
        <p:nvSpPr>
          <p:cNvPr id="44" name="">
            <a:extLst xmlns:a="http://schemas.openxmlformats.org/drawingml/2006/main">
              <a:ext uri="{FF2B5EF4-FFF2-40B4-BE49-F238E27FC236}">
                <a16:creationId xmlns:a16="http://schemas.microsoft.com/office/drawing/2014/main" id="{B7F4361B-4216-4A97-B9E2-EACAD76072B0}"/>
              </a:ext>
            </a:extLst>
          </p:cNvPr>
          <p:cNvSpPr>
            <a:spLocks xmlns:a="http://schemas.openxmlformats.org/drawingml/2006/main" noGrp="1"/>
          </p:cNvSpPr>
          <p:nvPr/>
        </p:nvSpPr>
        <p:spPr>
          <a:xfrm xmlns:a="http://schemas.openxmlformats.org/drawingml/2006/main">
            <a:off x="1285875" y="7905750"/>
            <a:ext cx="1428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a:solidFill>
                  <a:srgbClr val="536878"/>
                </a:solidFill>
              </a:defRPr>
            </a:defPPr>
            <a:lvl1pPr>
              <a:defRPr sz="1350">
                <a:solidFill>
                  <a:srgbClr val="536878"/>
                </a:solidFill>
              </a:defRPr>
            </a:lvl1pPr>
            <a:lvl2pPr>
              <a:defRPr sz="1350">
                <a:solidFill>
                  <a:srgbClr val="536878"/>
                </a:solidFill>
              </a:defRPr>
            </a:lvl2pPr>
            <a:lvl3pPr>
              <a:defRPr sz="1350">
                <a:solidFill>
                  <a:srgbClr val="536878"/>
                </a:solidFill>
              </a:defRPr>
            </a:lvl3pPr>
            <a:lvl4pPr>
              <a:defRPr sz="1350">
                <a:solidFill>
                  <a:srgbClr val="536878"/>
                </a:solidFill>
              </a:defRPr>
            </a:lvl4pPr>
            <a:lvl5pPr>
              <a:defRPr sz="1350">
                <a:solidFill>
                  <a:srgbClr val="536878"/>
                </a:solidFill>
              </a:defRPr>
            </a:lvl5pPr>
            <a:lvl6pPr>
              <a:defRPr sz="1350">
                <a:solidFill>
                  <a:srgbClr val="536878"/>
                </a:solidFill>
              </a:defRPr>
            </a:lvl6pPr>
            <a:lvl7pPr>
              <a:defRPr sz="1350">
                <a:solidFill>
                  <a:srgbClr val="536878"/>
                </a:solidFill>
              </a:defRPr>
            </a:lvl7pPr>
            <a:lvl8pPr>
              <a:defRPr sz="1350">
                <a:solidFill>
                  <a:srgbClr val="536878"/>
                </a:solidFill>
              </a:defRPr>
            </a:lvl8pPr>
            <a:lvl9pPr>
              <a:defRPr sz="1350">
                <a:solidFill>
                  <a:srgbClr val="536878"/>
                </a:solidFill>
              </a:defRPr>
            </a:lvl9pPr>
          </a:lstStyle>
          <a:p xmlns:a="http://schemas.openxmlformats.org/drawingml/2006/main">
            <a:pPr>
              <a:defRPr sz="1350">
                <a:solidFill>
                  <a:srgbClr val="536878"/>
                </a:solidFill>
              </a:defRPr>
            </a:pPr>
            <a:r>
              <a:rPr sz="1350">
                <a:solidFill>
                  <a:srgbClr val="536878"/>
                </a:solidFill>
              </a:rPr>
              <a:t>Điều hướng chính: Hôm nay · Ăn uống · Thư giãn · Kết nối. Khám phá, Chi tiết, Lịch và Lịch sử là các màn hình chức năng.</a:t>
            </a:r>
          </a:p>
        </p:txBody>
      </p:sp>
    </p:spTree>
    <p:extLst>
      <p:ext uri="{BB962C8B-B14F-4D97-AF65-F5344CB8AC3E}">
        <p14:creationId xmlns:p14="http://schemas.microsoft.com/office/powerpoint/2010/main" val="143860130"/>
      </p:ext>
    </p:extLst>
  </p:cSld>
</p:sld>
</file>

<file path=ppt/slides/slide4.xml><?xml version="1.0" encoding="utf-8"?>
<p:sld xmlns:p="http://schemas.openxmlformats.org/presentationml/2006/main">
  <p:cSld>
    <p:bg>
      <p:bgPr>
        <a:solidFill xmlns:a="http://schemas.openxmlformats.org/drawingml/2006/main">
          <a:srgbClr val="EEEEEE"/>
        </a:solidFill>
      </p:bgPr>
    </p:bg>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C2D9E9B3-3A9B-4177-8BB8-380762454A01}"/>
              </a:ext>
            </a:extLst>
          </p:cNvPr>
          <p:cNvSpPr>
            <a:spLocks xmlns:a="http://schemas.openxmlformats.org/drawingml/2006/main" noGrp="1"/>
          </p:cNvSpPr>
          <p:nvPr/>
        </p:nvSpPr>
        <p:spPr>
          <a:xfrm xmlns:a="http://schemas.openxmlformats.org/drawingml/2006/main" rot="0" flipH="0" flipV="0">
            <a:off x="7795227" y="3194175"/>
            <a:ext cx="9464073" cy="1235293"/>
          </a:xfrm>
          <a:custGeom xmlns:a="http://schemas.openxmlformats.org/drawingml/2006/main">
            <a:rect l="l" t="t" r="r" b="b"/>
            <a:pathLst>
              <a:path w="2492595" h="325345">
                <a:moveTo>
                  <a:pt x="22087" y="0"/>
                </a:moveTo>
                <a:lnTo>
                  <a:pt x="2470509" y="0"/>
                </a:lnTo>
                <a:cubicBezTo>
                  <a:pt x="2482707" y="0"/>
                  <a:pt x="2492595" y="9889"/>
                  <a:pt x="2492595" y="22087"/>
                </a:cubicBezTo>
                <a:lnTo>
                  <a:pt x="2492595" y="303258"/>
                </a:lnTo>
                <a:cubicBezTo>
                  <a:pt x="2492595" y="309116"/>
                  <a:pt x="2490268" y="314734"/>
                  <a:pt x="2486126" y="318876"/>
                </a:cubicBezTo>
                <a:cubicBezTo>
                  <a:pt x="2481984" y="323018"/>
                  <a:pt x="2476366" y="325345"/>
                  <a:pt x="2470509" y="325345"/>
                </a:cubicBezTo>
                <a:lnTo>
                  <a:pt x="22087" y="325345"/>
                </a:lnTo>
                <a:cubicBezTo>
                  <a:pt x="9889" y="325345"/>
                  <a:pt x="0" y="315456"/>
                  <a:pt x="0" y="303258"/>
                </a:cubicBezTo>
                <a:lnTo>
                  <a:pt x="0" y="22087"/>
                </a:lnTo>
                <a:cubicBezTo>
                  <a:pt x="0" y="16229"/>
                  <a:pt x="2327" y="10611"/>
                  <a:pt x="6469" y="6469"/>
                </a:cubicBezTo>
                <a:cubicBezTo>
                  <a:pt x="10611" y="2327"/>
                  <a:pt x="16229" y="0"/>
                  <a:pt x="22087" y="0"/>
                </a:cubicBezTo>
                <a:close/>
              </a:path>
            </a:pathLst>
          </a:custGeom>
          <a:solidFill xmlns:a="http://schemas.openxmlformats.org/drawingml/2006/main">
            <a:srgbClr val="548CA8"/>
          </a:solidFill>
        </p:spPr>
      </p:sp>
      <p:sp>
        <p:nvSpPr>
          <p:cNvPr id="4" name="TextBox 4">
            <a:extLst xmlns:a="http://schemas.openxmlformats.org/drawingml/2006/main">
              <a:ext uri="{FF2B5EF4-FFF2-40B4-BE49-F238E27FC236}">
                <a16:creationId xmlns:a16="http://schemas.microsoft.com/office/drawing/2014/main" id="{38463D46-C0D7-4888-9FA3-A6219C94A87E}"/>
              </a:ext>
            </a:extLst>
          </p:cNvPr>
          <p:cNvSpPr>
            <a:spLocks xmlns:a="http://schemas.openxmlformats.org/drawingml/2006/main" noGrp="1"/>
          </p:cNvSpPr>
          <p:nvPr/>
        </p:nvSpPr>
        <p:spPr>
          <a:xfrm xmlns:a="http://schemas.openxmlformats.org/drawingml/2006/main" rot="0" flipH="0" flipV="0">
            <a:off x="7795227" y="3049515"/>
            <a:ext cx="9464073" cy="1379953"/>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2659"/>
              </a:lnSpc>
              <a:buNone/>
            </a:pPr>
          </a:p>
        </p:txBody>
      </p:sp>
      <p:sp>
        <p:nvSpPr>
          <p:cNvPr id="6" name="Freeform 6">
            <a:extLst xmlns:a="http://schemas.openxmlformats.org/drawingml/2006/main">
              <a:ext uri="{FF2B5EF4-FFF2-40B4-BE49-F238E27FC236}">
                <a16:creationId xmlns:a16="http://schemas.microsoft.com/office/drawing/2014/main" id="{C79857C1-B32B-479A-92B5-57AFE993D8F4}"/>
              </a:ext>
            </a:extLst>
          </p:cNvPr>
          <p:cNvSpPr>
            <a:spLocks xmlns:a="http://schemas.openxmlformats.org/drawingml/2006/main" noGrp="1"/>
          </p:cNvSpPr>
          <p:nvPr/>
        </p:nvSpPr>
        <p:spPr>
          <a:xfrm xmlns:a="http://schemas.openxmlformats.org/drawingml/2006/main" rot="0" flipH="0" flipV="0">
            <a:off x="7795227" y="4715219"/>
            <a:ext cx="9464073" cy="1235293"/>
          </a:xfrm>
          <a:custGeom xmlns:a="http://schemas.openxmlformats.org/drawingml/2006/main">
            <a:rect l="l" t="t" r="r" b="b"/>
            <a:pathLst>
              <a:path w="2492595" h="325345">
                <a:moveTo>
                  <a:pt x="22087" y="0"/>
                </a:moveTo>
                <a:lnTo>
                  <a:pt x="2470509" y="0"/>
                </a:lnTo>
                <a:cubicBezTo>
                  <a:pt x="2482707" y="0"/>
                  <a:pt x="2492595" y="9889"/>
                  <a:pt x="2492595" y="22087"/>
                </a:cubicBezTo>
                <a:lnTo>
                  <a:pt x="2492595" y="303258"/>
                </a:lnTo>
                <a:cubicBezTo>
                  <a:pt x="2492595" y="309116"/>
                  <a:pt x="2490268" y="314734"/>
                  <a:pt x="2486126" y="318876"/>
                </a:cubicBezTo>
                <a:cubicBezTo>
                  <a:pt x="2481984" y="323018"/>
                  <a:pt x="2476366" y="325345"/>
                  <a:pt x="2470509" y="325345"/>
                </a:cubicBezTo>
                <a:lnTo>
                  <a:pt x="22087" y="325345"/>
                </a:lnTo>
                <a:cubicBezTo>
                  <a:pt x="9889" y="325345"/>
                  <a:pt x="0" y="315456"/>
                  <a:pt x="0" y="303258"/>
                </a:cubicBezTo>
                <a:lnTo>
                  <a:pt x="0" y="22087"/>
                </a:lnTo>
                <a:cubicBezTo>
                  <a:pt x="0" y="16229"/>
                  <a:pt x="2327" y="10611"/>
                  <a:pt x="6469" y="6469"/>
                </a:cubicBezTo>
                <a:cubicBezTo>
                  <a:pt x="10611" y="2327"/>
                  <a:pt x="16229" y="0"/>
                  <a:pt x="22087" y="0"/>
                </a:cubicBezTo>
                <a:close/>
              </a:path>
            </a:pathLst>
          </a:custGeom>
          <a:solidFill xmlns:a="http://schemas.openxmlformats.org/drawingml/2006/main">
            <a:srgbClr val="548CA8"/>
          </a:solidFill>
        </p:spPr>
      </p:sp>
      <p:sp>
        <p:nvSpPr>
          <p:cNvPr id="7" name="TextBox 7">
            <a:extLst xmlns:a="http://schemas.openxmlformats.org/drawingml/2006/main">
              <a:ext uri="{FF2B5EF4-FFF2-40B4-BE49-F238E27FC236}">
                <a16:creationId xmlns:a16="http://schemas.microsoft.com/office/drawing/2014/main" id="{E274C476-AED1-43DA-B005-9C9CDE069D0A}"/>
              </a:ext>
            </a:extLst>
          </p:cNvPr>
          <p:cNvSpPr>
            <a:spLocks xmlns:a="http://schemas.openxmlformats.org/drawingml/2006/main" noGrp="1"/>
          </p:cNvSpPr>
          <p:nvPr/>
        </p:nvSpPr>
        <p:spPr>
          <a:xfrm xmlns:a="http://schemas.openxmlformats.org/drawingml/2006/main" rot="0" flipH="0" flipV="0">
            <a:off x="7795227" y="4570559"/>
            <a:ext cx="9464073" cy="1379953"/>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2659"/>
              </a:lnSpc>
              <a:buNone/>
            </a:pPr>
          </a:p>
        </p:txBody>
      </p:sp>
      <p:sp>
        <p:nvSpPr>
          <p:cNvPr id="9" name="Freeform 9">
            <a:extLst xmlns:a="http://schemas.openxmlformats.org/drawingml/2006/main">
              <a:ext uri="{FF2B5EF4-FFF2-40B4-BE49-F238E27FC236}">
                <a16:creationId xmlns:a16="http://schemas.microsoft.com/office/drawing/2014/main" id="{1D80B5E0-A425-4247-B694-EB0A743C0809}"/>
              </a:ext>
            </a:extLst>
          </p:cNvPr>
          <p:cNvSpPr>
            <a:spLocks xmlns:a="http://schemas.openxmlformats.org/drawingml/2006/main" noGrp="1"/>
          </p:cNvSpPr>
          <p:nvPr/>
        </p:nvSpPr>
        <p:spPr>
          <a:xfrm xmlns:a="http://schemas.openxmlformats.org/drawingml/2006/main" rot="0" flipH="0" flipV="0">
            <a:off x="7795227" y="6236262"/>
            <a:ext cx="9464073" cy="1235293"/>
          </a:xfrm>
          <a:custGeom xmlns:a="http://schemas.openxmlformats.org/drawingml/2006/main">
            <a:rect l="l" t="t" r="r" b="b"/>
            <a:pathLst>
              <a:path w="2492595" h="325345">
                <a:moveTo>
                  <a:pt x="22087" y="0"/>
                </a:moveTo>
                <a:lnTo>
                  <a:pt x="2470509" y="0"/>
                </a:lnTo>
                <a:cubicBezTo>
                  <a:pt x="2482707" y="0"/>
                  <a:pt x="2492595" y="9889"/>
                  <a:pt x="2492595" y="22087"/>
                </a:cubicBezTo>
                <a:lnTo>
                  <a:pt x="2492595" y="303258"/>
                </a:lnTo>
                <a:cubicBezTo>
                  <a:pt x="2492595" y="309116"/>
                  <a:pt x="2490268" y="314734"/>
                  <a:pt x="2486126" y="318876"/>
                </a:cubicBezTo>
                <a:cubicBezTo>
                  <a:pt x="2481984" y="323018"/>
                  <a:pt x="2476366" y="325345"/>
                  <a:pt x="2470509" y="325345"/>
                </a:cubicBezTo>
                <a:lnTo>
                  <a:pt x="22087" y="325345"/>
                </a:lnTo>
                <a:cubicBezTo>
                  <a:pt x="9889" y="325345"/>
                  <a:pt x="0" y="315456"/>
                  <a:pt x="0" y="303258"/>
                </a:cubicBezTo>
                <a:lnTo>
                  <a:pt x="0" y="22087"/>
                </a:lnTo>
                <a:cubicBezTo>
                  <a:pt x="0" y="16229"/>
                  <a:pt x="2327" y="10611"/>
                  <a:pt x="6469" y="6469"/>
                </a:cubicBezTo>
                <a:cubicBezTo>
                  <a:pt x="10611" y="2327"/>
                  <a:pt x="16229" y="0"/>
                  <a:pt x="22087" y="0"/>
                </a:cubicBezTo>
                <a:close/>
              </a:path>
            </a:pathLst>
          </a:custGeom>
          <a:solidFill xmlns:a="http://schemas.openxmlformats.org/drawingml/2006/main">
            <a:srgbClr val="548CA8"/>
          </a:solidFill>
        </p:spPr>
      </p:sp>
      <p:sp>
        <p:nvSpPr>
          <p:cNvPr id="10" name="TextBox 10">
            <a:extLst xmlns:a="http://schemas.openxmlformats.org/drawingml/2006/main">
              <a:ext uri="{FF2B5EF4-FFF2-40B4-BE49-F238E27FC236}">
                <a16:creationId xmlns:a16="http://schemas.microsoft.com/office/drawing/2014/main" id="{A8A87C67-6BDE-4B84-87D3-5CE4C8ECD3EB}"/>
              </a:ext>
            </a:extLst>
          </p:cNvPr>
          <p:cNvSpPr>
            <a:spLocks xmlns:a="http://schemas.openxmlformats.org/drawingml/2006/main" noGrp="1"/>
          </p:cNvSpPr>
          <p:nvPr/>
        </p:nvSpPr>
        <p:spPr>
          <a:xfrm xmlns:a="http://schemas.openxmlformats.org/drawingml/2006/main" rot="0" flipH="0" flipV="0">
            <a:off x="7795227" y="6091602"/>
            <a:ext cx="9464073" cy="1379953"/>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2659"/>
              </a:lnSpc>
              <a:buNone/>
            </a:pPr>
          </a:p>
        </p:txBody>
      </p:sp>
      <p:sp>
        <p:nvSpPr>
          <p:cNvPr id="12" name="Freeform 12">
            <a:extLst xmlns:a="http://schemas.openxmlformats.org/drawingml/2006/main">
              <a:ext uri="{FF2B5EF4-FFF2-40B4-BE49-F238E27FC236}">
                <a16:creationId xmlns:a16="http://schemas.microsoft.com/office/drawing/2014/main" id="{1F0B3B35-69A0-484D-92B9-C193ADE53196}"/>
              </a:ext>
            </a:extLst>
          </p:cNvPr>
          <p:cNvSpPr>
            <a:spLocks xmlns:a="http://schemas.openxmlformats.org/drawingml/2006/main" noGrp="1"/>
          </p:cNvSpPr>
          <p:nvPr/>
        </p:nvSpPr>
        <p:spPr>
          <a:xfrm xmlns:a="http://schemas.openxmlformats.org/drawingml/2006/main" rot="0" flipH="0" flipV="0">
            <a:off x="7795227" y="7757306"/>
            <a:ext cx="9464073" cy="1235293"/>
          </a:xfrm>
          <a:custGeom xmlns:a="http://schemas.openxmlformats.org/drawingml/2006/main">
            <a:rect l="l" t="t" r="r" b="b"/>
            <a:pathLst>
              <a:path w="2492595" h="325345">
                <a:moveTo>
                  <a:pt x="22087" y="0"/>
                </a:moveTo>
                <a:lnTo>
                  <a:pt x="2470509" y="0"/>
                </a:lnTo>
                <a:cubicBezTo>
                  <a:pt x="2482707" y="0"/>
                  <a:pt x="2492595" y="9889"/>
                  <a:pt x="2492595" y="22087"/>
                </a:cubicBezTo>
                <a:lnTo>
                  <a:pt x="2492595" y="303258"/>
                </a:lnTo>
                <a:cubicBezTo>
                  <a:pt x="2492595" y="309116"/>
                  <a:pt x="2490268" y="314734"/>
                  <a:pt x="2486126" y="318876"/>
                </a:cubicBezTo>
                <a:cubicBezTo>
                  <a:pt x="2481984" y="323018"/>
                  <a:pt x="2476366" y="325345"/>
                  <a:pt x="2470509" y="325345"/>
                </a:cubicBezTo>
                <a:lnTo>
                  <a:pt x="22087" y="325345"/>
                </a:lnTo>
                <a:cubicBezTo>
                  <a:pt x="9889" y="325345"/>
                  <a:pt x="0" y="315456"/>
                  <a:pt x="0" y="303258"/>
                </a:cubicBezTo>
                <a:lnTo>
                  <a:pt x="0" y="22087"/>
                </a:lnTo>
                <a:cubicBezTo>
                  <a:pt x="0" y="16229"/>
                  <a:pt x="2327" y="10611"/>
                  <a:pt x="6469" y="6469"/>
                </a:cubicBezTo>
                <a:cubicBezTo>
                  <a:pt x="10611" y="2327"/>
                  <a:pt x="16229" y="0"/>
                  <a:pt x="22087" y="0"/>
                </a:cubicBezTo>
                <a:close/>
              </a:path>
            </a:pathLst>
          </a:custGeom>
          <a:solidFill xmlns:a="http://schemas.openxmlformats.org/drawingml/2006/main">
            <a:srgbClr val="548CA8"/>
          </a:solidFill>
        </p:spPr>
      </p:sp>
      <p:sp>
        <p:nvSpPr>
          <p:cNvPr id="13" name="TextBox 13">
            <a:extLst xmlns:a="http://schemas.openxmlformats.org/drawingml/2006/main">
              <a:ext uri="{FF2B5EF4-FFF2-40B4-BE49-F238E27FC236}">
                <a16:creationId xmlns:a16="http://schemas.microsoft.com/office/drawing/2014/main" id="{BA3F6311-4C16-47D4-96D4-6386AE800022}"/>
              </a:ext>
            </a:extLst>
          </p:cNvPr>
          <p:cNvSpPr>
            <a:spLocks xmlns:a="http://schemas.openxmlformats.org/drawingml/2006/main" noGrp="1"/>
          </p:cNvSpPr>
          <p:nvPr/>
        </p:nvSpPr>
        <p:spPr>
          <a:xfrm xmlns:a="http://schemas.openxmlformats.org/drawingml/2006/main" rot="0" flipH="0" flipV="0">
            <a:off x="7795227" y="7612646"/>
            <a:ext cx="9464073" cy="1379953"/>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2659"/>
              </a:lnSpc>
              <a:buNone/>
            </a:pPr>
          </a:p>
        </p:txBody>
      </p:sp>
      <p:sp>
        <p:nvSpPr>
          <p:cNvPr id="15" name="Freeform 15">
            <a:extLst xmlns:a="http://schemas.openxmlformats.org/drawingml/2006/main">
              <a:ext uri="{FF2B5EF4-FFF2-40B4-BE49-F238E27FC236}">
                <a16:creationId xmlns:a16="http://schemas.microsoft.com/office/drawing/2014/main" id="{3C0A0EFB-3450-4CD1-9A97-B2DFACB646E7}"/>
              </a:ext>
            </a:extLst>
          </p:cNvPr>
          <p:cNvSpPr>
            <a:spLocks xmlns:a="http://schemas.openxmlformats.org/drawingml/2006/main" noGrp="1"/>
          </p:cNvSpPr>
          <p:nvPr/>
        </p:nvSpPr>
        <p:spPr>
          <a:xfrm xmlns:a="http://schemas.openxmlformats.org/drawingml/2006/main" rot="0" flipH="0" flipV="0">
            <a:off x="3842966" y="6046104"/>
            <a:ext cx="5842437" cy="50553"/>
          </a:xfrm>
          <a:custGeom xmlns:a="http://schemas.openxmlformats.org/drawingml/2006/main">
            <a:rect l="l" t="t" r="r" b="b"/>
            <a:pathLst>
              <a:path w="1538749" h="13314">
                <a:moveTo>
                  <a:pt x="0" y="0"/>
                </a:moveTo>
                <a:lnTo>
                  <a:pt x="1538749" y="0"/>
                </a:lnTo>
                <a:lnTo>
                  <a:pt x="1538749" y="13314"/>
                </a:lnTo>
                <a:lnTo>
                  <a:pt x="0" y="13314"/>
                </a:lnTo>
                <a:close/>
              </a:path>
            </a:pathLst>
          </a:custGeom>
          <a:solidFill xmlns:a="http://schemas.openxmlformats.org/drawingml/2006/main">
            <a:srgbClr val="476072"/>
          </a:solidFill>
        </p:spPr>
      </p:sp>
      <p:sp>
        <p:nvSpPr>
          <p:cNvPr id="16" name="TextBox 16">
            <a:extLst xmlns:a="http://schemas.openxmlformats.org/drawingml/2006/main">
              <a:ext uri="{FF2B5EF4-FFF2-40B4-BE49-F238E27FC236}">
                <a16:creationId xmlns:a16="http://schemas.microsoft.com/office/drawing/2014/main" id="{2B4B4807-069A-488B-859F-45EF515F4DD9}"/>
              </a:ext>
            </a:extLst>
          </p:cNvPr>
          <p:cNvSpPr>
            <a:spLocks xmlns:a="http://schemas.openxmlformats.org/drawingml/2006/main" noGrp="1"/>
          </p:cNvSpPr>
          <p:nvPr/>
        </p:nvSpPr>
        <p:spPr>
          <a:xfrm xmlns:a="http://schemas.openxmlformats.org/drawingml/2006/main" rot="0" flipH="0" flipV="0">
            <a:off x="3842966" y="5901440"/>
            <a:ext cx="5842437" cy="195217"/>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2659"/>
              </a:lnSpc>
              <a:buNone/>
            </a:pPr>
          </a:p>
        </p:txBody>
      </p:sp>
      <p:sp>
        <p:nvSpPr>
          <p:cNvPr id="18" name="Freeform 18">
            <a:extLst xmlns:a="http://schemas.openxmlformats.org/drawingml/2006/main">
              <a:ext uri="{FF2B5EF4-FFF2-40B4-BE49-F238E27FC236}">
                <a16:creationId xmlns:a16="http://schemas.microsoft.com/office/drawing/2014/main" id="{FAA9E0D3-DF25-4B4D-B6F5-E5BF75CE03FD}"/>
              </a:ext>
            </a:extLst>
          </p:cNvPr>
          <p:cNvSpPr>
            <a:spLocks xmlns:a="http://schemas.openxmlformats.org/drawingml/2006/main" noGrp="1"/>
          </p:cNvSpPr>
          <p:nvPr/>
        </p:nvSpPr>
        <p:spPr>
          <a:xfrm xmlns:a="http://schemas.openxmlformats.org/drawingml/2006/main" rot="0" flipH="0" flipV="0">
            <a:off x="2610178" y="1311639"/>
            <a:ext cx="2744423" cy="5483182"/>
          </a:xfrm>
          <a:custGeom xmlns:a="http://schemas.openxmlformats.org/drawingml/2006/main">
            <a:rect l="l" t="t" r="r" b="b"/>
            <a:pathLst>
              <a:path w="722811" h="1444130">
                <a:moveTo>
                  <a:pt x="0" y="0"/>
                </a:moveTo>
                <a:lnTo>
                  <a:pt x="722811" y="0"/>
                </a:lnTo>
                <a:lnTo>
                  <a:pt x="722811" y="1444130"/>
                </a:lnTo>
                <a:lnTo>
                  <a:pt x="0" y="1444130"/>
                </a:lnTo>
                <a:close/>
              </a:path>
            </a:pathLst>
          </a:custGeom>
          <a:solidFill xmlns:a="http://schemas.openxmlformats.org/drawingml/2006/main">
            <a:srgbClr val="548CA8"/>
          </a:solidFill>
        </p:spPr>
      </p:sp>
      <p:sp>
        <p:nvSpPr>
          <p:cNvPr id="19" name="TextBox 19">
            <a:extLst xmlns:a="http://schemas.openxmlformats.org/drawingml/2006/main">
              <a:ext uri="{FF2B5EF4-FFF2-40B4-BE49-F238E27FC236}">
                <a16:creationId xmlns:a16="http://schemas.microsoft.com/office/drawing/2014/main" id="{677102F8-B56F-4936-ADCD-3F85862B093C}"/>
              </a:ext>
            </a:extLst>
          </p:cNvPr>
          <p:cNvSpPr>
            <a:spLocks xmlns:a="http://schemas.openxmlformats.org/drawingml/2006/main" noGrp="1"/>
          </p:cNvSpPr>
          <p:nvPr/>
        </p:nvSpPr>
        <p:spPr>
          <a:xfrm xmlns:a="http://schemas.openxmlformats.org/drawingml/2006/main" rot="0" flipH="0" flipV="0">
            <a:off x="2610178" y="1166979"/>
            <a:ext cx="2744423" cy="5627842"/>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2659"/>
              </a:lnSpc>
              <a:buNone/>
            </a:pPr>
          </a:p>
        </p:txBody>
      </p:sp>
      <p:sp>
        <p:nvSpPr>
          <p:cNvPr id="21" name="Freeform 21">
            <a:extLst xmlns:a="http://schemas.openxmlformats.org/drawingml/2006/main">
              <a:ext uri="{FF2B5EF4-FFF2-40B4-BE49-F238E27FC236}">
                <a16:creationId xmlns:a16="http://schemas.microsoft.com/office/drawing/2014/main" id="{2DC2BE60-1C2E-4610-9986-B4023909DDE7}"/>
              </a:ext>
            </a:extLst>
          </p:cNvPr>
          <p:cNvSpPr>
            <a:spLocks xmlns:a="http://schemas.openxmlformats.org/drawingml/2006/main" noGrp="1"/>
          </p:cNvSpPr>
          <p:nvPr/>
        </p:nvSpPr>
        <p:spPr>
          <a:xfrm xmlns:a="http://schemas.openxmlformats.org/drawingml/2006/main" rot="0" flipH="0" flipV="0">
            <a:off x="0" y="-203137"/>
            <a:ext cx="4948650" cy="7674693"/>
          </a:xfrm>
          <a:custGeom xmlns:a="http://schemas.openxmlformats.org/drawingml/2006/main">
            <a:rect l="l" t="t" r="r" b="b"/>
            <a:pathLst>
              <a:path w="766675" h="1189011">
                <a:moveTo>
                  <a:pt x="0" y="0"/>
                </a:moveTo>
                <a:lnTo>
                  <a:pt x="766675" y="0"/>
                </a:lnTo>
                <a:lnTo>
                  <a:pt x="766675" y="1189011"/>
                </a:lnTo>
                <a:lnTo>
                  <a:pt x="0" y="1189011"/>
                </a:lnTo>
                <a:close/>
              </a:path>
            </a:pathLst>
          </a:custGeom>
          <a:blipFill xmlns:a="http://schemas.openxmlformats.org/drawingml/2006/main">
            <a:blip xmlns:r="http://schemas.openxmlformats.org/officeDocument/2006/relationships" r:embed="R3e0e8bf8d89c4913"/>
            <a:stretch>
              <a:fillRect l="-107931" t="0" r="-41036" b="0"/>
            </a:stretch>
          </a:blipFill>
        </p:spPr>
      </p:sp>
      <p:sp>
        <p:nvSpPr>
          <p:cNvPr id="22" name="Freeform 22">
            <a:extLst xmlns:a="http://schemas.openxmlformats.org/drawingml/2006/main">
              <a:ext uri="{FF2B5EF4-FFF2-40B4-BE49-F238E27FC236}">
                <a16:creationId xmlns:a16="http://schemas.microsoft.com/office/drawing/2014/main" id="{F3523802-47DB-4667-907C-1B8706A997B0}"/>
              </a:ext>
            </a:extLst>
          </p:cNvPr>
          <p:cNvSpPr>
            <a:spLocks xmlns:a="http://schemas.openxmlformats.org/drawingml/2006/main" noGrp="1"/>
          </p:cNvSpPr>
          <p:nvPr/>
        </p:nvSpPr>
        <p:spPr>
          <a:xfrm xmlns:a="http://schemas.openxmlformats.org/drawingml/2006/main" rot="0" flipH="0" flipV="0">
            <a:off x="-406909" y="8390017"/>
            <a:ext cx="2162425" cy="2162425"/>
          </a:xfrm>
          <a:custGeom xmlns:a="http://schemas.openxmlformats.org/drawingml/2006/main">
            <a:rect l="l" t="t" r="r" b="b"/>
            <a:pathLst>
              <a:path w="2162425" h="2162425">
                <a:moveTo>
                  <a:pt x="0" y="0"/>
                </a:moveTo>
                <a:lnTo>
                  <a:pt x="2162424" y="0"/>
                </a:lnTo>
                <a:lnTo>
                  <a:pt x="2162424" y="2162424"/>
                </a:lnTo>
                <a:lnTo>
                  <a:pt x="0" y="2162424"/>
                </a:lnTo>
                <a:lnTo>
                  <a:pt x="0" y="0"/>
                </a:lnTo>
                <a:close/>
              </a:path>
            </a:pathLst>
          </a:custGeom>
          <a:blipFill xmlns:a="http://schemas.openxmlformats.org/drawingml/2006/main">
            <a:blip xmlns:r="http://schemas.openxmlformats.org/officeDocument/2006/relationships" r:embed="Rd98a2f84032c4979">
              <a:extLst>
                <a:ext uri="{96DAC541-7B7A-43D3-8B79-37D633B846F1}">
                  <asvg:svgBlip xmlns:asvg="http://schemas.microsoft.com/office/drawing/2016/SVG/main" r:embed="R4de20e75de36470c"/>
                </a:ext>
              </a:extLst>
            </a:blip>
            <a:stretch>
              <a:fillRect l="0" t="0" r="0" b="0"/>
            </a:stretch>
          </a:blipFill>
        </p:spPr>
      </p:sp>
      <p:sp>
        <p:nvSpPr>
          <p:cNvPr id="23" name="TextBox 23">
            <a:extLst xmlns:a="http://schemas.openxmlformats.org/drawingml/2006/main">
              <a:ext uri="{FF2B5EF4-FFF2-40B4-BE49-F238E27FC236}">
                <a16:creationId xmlns:a16="http://schemas.microsoft.com/office/drawing/2014/main" id="{117F4BCB-E366-40DA-89D4-AF9B39F0E880}"/>
              </a:ext>
            </a:extLst>
          </p:cNvPr>
          <p:cNvSpPr>
            <a:spLocks xmlns:a="http://schemas.openxmlformats.org/drawingml/2006/main" noGrp="1"/>
          </p:cNvSpPr>
          <p:nvPr/>
        </p:nvSpPr>
        <p:spPr>
          <a:xfrm xmlns:a="http://schemas.openxmlformats.org/drawingml/2006/main" rot="0">
            <a:off x="5587546" y="-231712"/>
            <a:ext cx="11764153" cy="162433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r">
              <a:lnSpc>
                <a:spcPts val="12790"/>
              </a:lnSpc>
              <a:buNone/>
            </a:pPr>
            <a:r>
              <a:rPr sz="11319" b="1">
                <a:solidFill>
                  <a:srgbClr val="548CA8"/>
                </a:solidFill>
                <a:latin typeface="Poppins Bold"/>
                <a:ea typeface="Poppins Bold"/>
                <a:cs typeface="Poppins Bold"/>
              </a:rPr>
              <a:t/>
            </a:r>
          </a:p>
        </p:txBody>
      </p:sp>
      <p:sp>
        <p:nvSpPr>
          <p:cNvPr id="24" name="TextBox 24">
            <a:extLst xmlns:a="http://schemas.openxmlformats.org/drawingml/2006/main">
              <a:ext uri="{FF2B5EF4-FFF2-40B4-BE49-F238E27FC236}">
                <a16:creationId xmlns:a16="http://schemas.microsoft.com/office/drawing/2014/main" id="{4530D983-4E75-4D17-A450-69CC2855E612}"/>
              </a:ext>
            </a:extLst>
          </p:cNvPr>
          <p:cNvSpPr>
            <a:spLocks xmlns:a="http://schemas.openxmlformats.org/drawingml/2006/main" noGrp="1"/>
          </p:cNvSpPr>
          <p:nvPr/>
        </p:nvSpPr>
        <p:spPr>
          <a:xfrm xmlns:a="http://schemas.openxmlformats.org/drawingml/2006/main" rot="0">
            <a:off x="8580161" y="3486794"/>
            <a:ext cx="7990447" cy="568833"/>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4479"/>
              </a:lnSpc>
              <a:buNone/>
            </a:pPr>
            <a:r>
              <a:rPr sz="3199">
                <a:solidFill>
                  <a:srgbClr val="FFFFFF"/>
                </a:solidFill>
                <a:latin typeface="Poppins"/>
                <a:ea typeface="Poppins"/>
                <a:cs typeface="Poppins"/>
              </a:rPr>
              <a:t/>
            </a:r>
          </a:p>
        </p:txBody>
      </p:sp>
      <p:sp>
        <p:nvSpPr>
          <p:cNvPr id="25" name="TextBox 25">
            <a:extLst xmlns:a="http://schemas.openxmlformats.org/drawingml/2006/main">
              <a:ext uri="{FF2B5EF4-FFF2-40B4-BE49-F238E27FC236}">
                <a16:creationId xmlns:a16="http://schemas.microsoft.com/office/drawing/2014/main" id="{669A6243-00FF-4A70-AC52-2B2AB27A3542}"/>
              </a:ext>
            </a:extLst>
          </p:cNvPr>
          <p:cNvSpPr>
            <a:spLocks xmlns:a="http://schemas.openxmlformats.org/drawingml/2006/main" noGrp="1"/>
          </p:cNvSpPr>
          <p:nvPr/>
        </p:nvSpPr>
        <p:spPr>
          <a:xfrm xmlns:a="http://schemas.openxmlformats.org/drawingml/2006/main" rot="0">
            <a:off x="9437852" y="5010494"/>
            <a:ext cx="6275065" cy="568833"/>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4479"/>
              </a:lnSpc>
              <a:buNone/>
            </a:pPr>
            <a:r>
              <a:rPr sz="3199">
                <a:solidFill>
                  <a:srgbClr val="FFFFFF"/>
                </a:solidFill>
                <a:latin typeface="Poppins"/>
                <a:ea typeface="Poppins"/>
                <a:cs typeface="Poppins"/>
              </a:rPr>
              <a:t/>
            </a:r>
          </a:p>
        </p:txBody>
      </p:sp>
      <p:sp>
        <p:nvSpPr>
          <p:cNvPr id="26" name="TextBox 26">
            <a:extLst xmlns:a="http://schemas.openxmlformats.org/drawingml/2006/main">
              <a:ext uri="{FF2B5EF4-FFF2-40B4-BE49-F238E27FC236}">
                <a16:creationId xmlns:a16="http://schemas.microsoft.com/office/drawing/2014/main" id="{0A734DE8-3BFC-495E-88C0-30699F89E1D7}"/>
              </a:ext>
            </a:extLst>
          </p:cNvPr>
          <p:cNvSpPr>
            <a:spLocks xmlns:a="http://schemas.openxmlformats.org/drawingml/2006/main" noGrp="1"/>
          </p:cNvSpPr>
          <p:nvPr/>
        </p:nvSpPr>
        <p:spPr>
          <a:xfrm xmlns:a="http://schemas.openxmlformats.org/drawingml/2006/main" rot="0">
            <a:off x="9437852" y="6527828"/>
            <a:ext cx="6275065" cy="568833"/>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4479"/>
              </a:lnSpc>
              <a:buNone/>
            </a:pPr>
            <a:r>
              <a:rPr sz="3199">
                <a:solidFill>
                  <a:srgbClr val="FFFFFF"/>
                </a:solidFill>
                <a:latin typeface="Poppins"/>
                <a:ea typeface="Poppins"/>
                <a:cs typeface="Poppins"/>
              </a:rPr>
              <a:t/>
            </a:r>
          </a:p>
        </p:txBody>
      </p:sp>
      <p:sp>
        <p:nvSpPr>
          <p:cNvPr id="27" name="TextBox 27">
            <a:extLst xmlns:a="http://schemas.openxmlformats.org/drawingml/2006/main">
              <a:ext uri="{FF2B5EF4-FFF2-40B4-BE49-F238E27FC236}">
                <a16:creationId xmlns:a16="http://schemas.microsoft.com/office/drawing/2014/main" id="{D1057171-BE98-472A-BBDB-7D0463DC5D45}"/>
              </a:ext>
            </a:extLst>
          </p:cNvPr>
          <p:cNvSpPr>
            <a:spLocks xmlns:a="http://schemas.openxmlformats.org/drawingml/2006/main" noGrp="1"/>
          </p:cNvSpPr>
          <p:nvPr/>
        </p:nvSpPr>
        <p:spPr>
          <a:xfrm xmlns:a="http://schemas.openxmlformats.org/drawingml/2006/main" rot="0">
            <a:off x="9437852" y="8063936"/>
            <a:ext cx="6275065" cy="568833"/>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4479"/>
              </a:lnSpc>
              <a:buNone/>
            </a:pPr>
            <a:r>
              <a:rPr sz="3199">
                <a:solidFill>
                  <a:srgbClr val="FFFFFF"/>
                </a:solidFill>
                <a:latin typeface="Poppins"/>
                <a:ea typeface="Poppins"/>
                <a:cs typeface="Poppins"/>
              </a:rPr>
              <a:t/>
            </a:r>
          </a:p>
        </p:txBody>
      </p:sp>
      <p:sp>
        <p:nvSpPr>
          <p:cNvPr id="28" name="">
            <a:extLst xmlns:a="http://schemas.openxmlformats.org/drawingml/2006/main">
              <a:ext uri="{FF2B5EF4-FFF2-40B4-BE49-F238E27FC236}">
                <a16:creationId xmlns:a16="http://schemas.microsoft.com/office/drawing/2014/main" id="{53F3BF5C-9062-4943-8854-85CBD2B079DB}"/>
              </a:ext>
            </a:extLst>
          </p:cNvPr>
          <p:cNvSpPr>
            <a:spLocks xmlns:a="http://schemas.openxmlformats.org/drawingml/2006/main" noGrp="1"/>
          </p:cNvSpPr>
          <p:nvPr/>
        </p:nvSpPr>
        <p:spPr>
          <a:xfrm xmlns:a="http://schemas.openxmlformats.org/drawingml/2006/main">
            <a:off x="685800" y="2333625"/>
            <a:ext cx="15859125" cy="62865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9" name="">
            <a:extLst xmlns:a="http://schemas.openxmlformats.org/drawingml/2006/main">
              <a:ext uri="{FF2B5EF4-FFF2-40B4-BE49-F238E27FC236}">
                <a16:creationId xmlns:a16="http://schemas.microsoft.com/office/drawing/2014/main" id="{14F8B13A-E841-4163-9486-C8DF9C997FE9}"/>
              </a:ext>
            </a:extLst>
          </p:cNvPr>
          <p:cNvSpPr>
            <a:spLocks xmlns:a="http://schemas.openxmlformats.org/drawingml/2006/main" noGrp="1"/>
          </p:cNvSpPr>
          <p:nvPr/>
        </p:nvSpPr>
        <p:spPr>
          <a:xfrm xmlns:a="http://schemas.openxmlformats.org/drawingml/2006/main">
            <a:off x="1047750" y="647700"/>
            <a:ext cx="762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1">
                <a:solidFill>
                  <a:srgbClr val="2686C5"/>
                </a:solidFill>
              </a:defRPr>
            </a:defPPr>
            <a:lvl1pPr>
              <a:defRPr sz="1200" b="1">
                <a:solidFill>
                  <a:srgbClr val="2686C5"/>
                </a:solidFill>
              </a:defRPr>
            </a:lvl1pPr>
            <a:lvl2pPr>
              <a:defRPr sz="1200" b="1">
                <a:solidFill>
                  <a:srgbClr val="2686C5"/>
                </a:solidFill>
              </a:defRPr>
            </a:lvl2pPr>
            <a:lvl3pPr>
              <a:defRPr sz="1200" b="1">
                <a:solidFill>
                  <a:srgbClr val="2686C5"/>
                </a:solidFill>
              </a:defRPr>
            </a:lvl3pPr>
            <a:lvl4pPr>
              <a:defRPr sz="1200" b="1">
                <a:solidFill>
                  <a:srgbClr val="2686C5"/>
                </a:solidFill>
              </a:defRPr>
            </a:lvl4pPr>
            <a:lvl5pPr>
              <a:defRPr sz="1200" b="1">
                <a:solidFill>
                  <a:srgbClr val="2686C5"/>
                </a:solidFill>
              </a:defRPr>
            </a:lvl5pPr>
            <a:lvl6pPr>
              <a:defRPr sz="1200" b="1">
                <a:solidFill>
                  <a:srgbClr val="2686C5"/>
                </a:solidFill>
              </a:defRPr>
            </a:lvl6pPr>
            <a:lvl7pPr>
              <a:defRPr sz="1200" b="1">
                <a:solidFill>
                  <a:srgbClr val="2686C5"/>
                </a:solidFill>
              </a:defRPr>
            </a:lvl7pPr>
            <a:lvl8pPr>
              <a:defRPr sz="1200" b="1">
                <a:solidFill>
                  <a:srgbClr val="2686C5"/>
                </a:solidFill>
              </a:defRPr>
            </a:lvl8pPr>
            <a:lvl9pPr>
              <a:defRPr sz="1200" b="1">
                <a:solidFill>
                  <a:srgbClr val="2686C5"/>
                </a:solidFill>
              </a:defRPr>
            </a:lvl9pPr>
          </a:lstStyle>
          <a:p xmlns:a="http://schemas.openxmlformats.org/drawingml/2006/main">
            <a:pPr>
              <a:defRPr sz="1200" b="1">
                <a:solidFill>
                  <a:srgbClr val="2686C5"/>
                </a:solidFill>
              </a:defRPr>
            </a:pPr>
            <a:r>
              <a:rPr sz="1200" b="1">
                <a:solidFill>
                  <a:srgbClr val="2686C5"/>
                </a:solidFill>
              </a:rPr>
              <a:t>04</a:t>
            </a:r>
          </a:p>
        </p:txBody>
      </p:sp>
      <p:sp>
        <p:nvSpPr>
          <p:cNvPr id="30" name="">
            <a:extLst xmlns:a="http://schemas.openxmlformats.org/drawingml/2006/main">
              <a:ext uri="{FF2B5EF4-FFF2-40B4-BE49-F238E27FC236}">
                <a16:creationId xmlns:a16="http://schemas.microsoft.com/office/drawing/2014/main" id="{6FEBEA48-FAFE-45C8-A231-A2EF0A021E61}"/>
              </a:ext>
            </a:extLst>
          </p:cNvPr>
          <p:cNvSpPr>
            <a:spLocks xmlns:a="http://schemas.openxmlformats.org/drawingml/2006/main" noGrp="1"/>
          </p:cNvSpPr>
          <p:nvPr/>
        </p:nvSpPr>
        <p:spPr>
          <a:xfrm xmlns:a="http://schemas.openxmlformats.org/drawingml/2006/main">
            <a:off x="1047750" y="990600"/>
            <a:ext cx="15240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750" b="1">
                <a:solidFill>
                  <a:srgbClr val="1E5AA8"/>
                </a:solidFill>
              </a:defRPr>
            </a:defPPr>
            <a:lvl1pPr>
              <a:defRPr sz="3750" b="1">
                <a:solidFill>
                  <a:srgbClr val="1E5AA8"/>
                </a:solidFill>
              </a:defRPr>
            </a:lvl1pPr>
            <a:lvl2pPr>
              <a:defRPr sz="3750" b="1">
                <a:solidFill>
                  <a:srgbClr val="1E5AA8"/>
                </a:solidFill>
              </a:defRPr>
            </a:lvl2pPr>
            <a:lvl3pPr>
              <a:defRPr sz="3750" b="1">
                <a:solidFill>
                  <a:srgbClr val="1E5AA8"/>
                </a:solidFill>
              </a:defRPr>
            </a:lvl3pPr>
            <a:lvl4pPr>
              <a:defRPr sz="3750" b="1">
                <a:solidFill>
                  <a:srgbClr val="1E5AA8"/>
                </a:solidFill>
              </a:defRPr>
            </a:lvl4pPr>
            <a:lvl5pPr>
              <a:defRPr sz="3750" b="1">
                <a:solidFill>
                  <a:srgbClr val="1E5AA8"/>
                </a:solidFill>
              </a:defRPr>
            </a:lvl5pPr>
            <a:lvl6pPr>
              <a:defRPr sz="3750" b="1">
                <a:solidFill>
                  <a:srgbClr val="1E5AA8"/>
                </a:solidFill>
              </a:defRPr>
            </a:lvl6pPr>
            <a:lvl7pPr>
              <a:defRPr sz="3750" b="1">
                <a:solidFill>
                  <a:srgbClr val="1E5AA8"/>
                </a:solidFill>
              </a:defRPr>
            </a:lvl7pPr>
            <a:lvl8pPr>
              <a:defRPr sz="3750" b="1">
                <a:solidFill>
                  <a:srgbClr val="1E5AA8"/>
                </a:solidFill>
              </a:defRPr>
            </a:lvl8pPr>
            <a:lvl9pPr>
              <a:defRPr sz="3750" b="1">
                <a:solidFill>
                  <a:srgbClr val="1E5AA8"/>
                </a:solidFill>
              </a:defRPr>
            </a:lvl9pPr>
          </a:lstStyle>
          <a:p xmlns:a="http://schemas.openxmlformats.org/drawingml/2006/main">
            <a:pPr>
              <a:defRPr sz="3750" b="1">
                <a:solidFill>
                  <a:srgbClr val="1E5AA8"/>
                </a:solidFill>
              </a:defRPr>
            </a:pPr>
            <a:r>
              <a:rPr sz="3750" b="1">
                <a:solidFill>
                  <a:srgbClr val="1E5AA8"/>
                </a:solidFill>
              </a:rPr>
              <a:t>Ba luồng người dùng</a:t>
            </a:r>
          </a:p>
        </p:txBody>
      </p:sp>
      <p:sp>
        <p:nvSpPr>
          <p:cNvPr id="31" name="">
            <a:extLst xmlns:a="http://schemas.openxmlformats.org/drawingml/2006/main">
              <a:ext uri="{FF2B5EF4-FFF2-40B4-BE49-F238E27FC236}">
                <a16:creationId xmlns:a16="http://schemas.microsoft.com/office/drawing/2014/main" id="{C77F7011-BAD1-46CE-A5C0-6298F2F78CDD}"/>
              </a:ext>
            </a:extLst>
          </p:cNvPr>
          <p:cNvSpPr>
            <a:spLocks xmlns:a="http://schemas.openxmlformats.org/drawingml/2006/main" noGrp="1"/>
          </p:cNvSpPr>
          <p:nvPr/>
        </p:nvSpPr>
        <p:spPr>
          <a:xfrm xmlns:a="http://schemas.openxmlformats.org/drawingml/2006/main">
            <a:off x="1066800" y="1866900"/>
            <a:ext cx="14287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a:solidFill>
                  <a:srgbClr val="536878"/>
                </a:solidFill>
              </a:defRPr>
            </a:defPPr>
            <a:lvl1pPr>
              <a:defRPr sz="1575">
                <a:solidFill>
                  <a:srgbClr val="536878"/>
                </a:solidFill>
              </a:defRPr>
            </a:lvl1pPr>
            <a:lvl2pPr>
              <a:defRPr sz="1575">
                <a:solidFill>
                  <a:srgbClr val="536878"/>
                </a:solidFill>
              </a:defRPr>
            </a:lvl2pPr>
            <a:lvl3pPr>
              <a:defRPr sz="1575">
                <a:solidFill>
                  <a:srgbClr val="536878"/>
                </a:solidFill>
              </a:defRPr>
            </a:lvl3pPr>
            <a:lvl4pPr>
              <a:defRPr sz="1575">
                <a:solidFill>
                  <a:srgbClr val="536878"/>
                </a:solidFill>
              </a:defRPr>
            </a:lvl4pPr>
            <a:lvl5pPr>
              <a:defRPr sz="1575">
                <a:solidFill>
                  <a:srgbClr val="536878"/>
                </a:solidFill>
              </a:defRPr>
            </a:lvl5pPr>
            <a:lvl6pPr>
              <a:defRPr sz="1575">
                <a:solidFill>
                  <a:srgbClr val="536878"/>
                </a:solidFill>
              </a:defRPr>
            </a:lvl6pPr>
            <a:lvl7pPr>
              <a:defRPr sz="1575">
                <a:solidFill>
                  <a:srgbClr val="536878"/>
                </a:solidFill>
              </a:defRPr>
            </a:lvl7pPr>
            <a:lvl8pPr>
              <a:defRPr sz="1575">
                <a:solidFill>
                  <a:srgbClr val="536878"/>
                </a:solidFill>
              </a:defRPr>
            </a:lvl8pPr>
            <a:lvl9pPr>
              <a:defRPr sz="1575">
                <a:solidFill>
                  <a:srgbClr val="536878"/>
                </a:solidFill>
              </a:defRPr>
            </a:lvl9pPr>
          </a:lstStyle>
          <a:p xmlns:a="http://schemas.openxmlformats.org/drawingml/2006/main">
            <a:pPr>
              <a:defRPr sz="1575">
                <a:solidFill>
                  <a:srgbClr val="536878"/>
                </a:solidFill>
              </a:defRPr>
            </a:pPr>
            <a:r>
              <a:rPr sz="1575">
                <a:solidFill>
                  <a:srgbClr val="536878"/>
                </a:solidFill>
              </a:rPr>
              <a:t>Mỗi luồng có happy path; luồng đổi lịch có nhánh kiểm tra và phản hồi lỗi.</a:t>
            </a:r>
          </a:p>
        </p:txBody>
      </p:sp>
      <p:sp>
        <p:nvSpPr>
          <p:cNvPr id="32" name="">
            <a:extLst xmlns:a="http://schemas.openxmlformats.org/drawingml/2006/main">
              <a:ext uri="{FF2B5EF4-FFF2-40B4-BE49-F238E27FC236}">
                <a16:creationId xmlns:a16="http://schemas.microsoft.com/office/drawing/2014/main" id="{0F71CAE7-8278-4644-ADFD-F1E3AC26980E}"/>
              </a:ext>
            </a:extLst>
          </p:cNvPr>
          <p:cNvSpPr>
            <a:spLocks xmlns:a="http://schemas.openxmlformats.org/drawingml/2006/main" noGrp="1"/>
          </p:cNvSpPr>
          <p:nvPr/>
        </p:nvSpPr>
        <p:spPr>
          <a:xfrm xmlns:a="http://schemas.openxmlformats.org/drawingml/2006/main">
            <a:off x="1524000" y="2857500"/>
            <a:ext cx="4000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1">
                <a:solidFill>
                  <a:srgbClr val="1E5AA8"/>
                </a:solidFill>
              </a:defRPr>
            </a:defPPr>
            <a:lvl1pPr>
              <a:defRPr sz="1875" b="1">
                <a:solidFill>
                  <a:srgbClr val="1E5AA8"/>
                </a:solidFill>
              </a:defRPr>
            </a:lvl1pPr>
            <a:lvl2pPr>
              <a:defRPr sz="1875" b="1">
                <a:solidFill>
                  <a:srgbClr val="1E5AA8"/>
                </a:solidFill>
              </a:defRPr>
            </a:lvl2pPr>
            <a:lvl3pPr>
              <a:defRPr sz="1875" b="1">
                <a:solidFill>
                  <a:srgbClr val="1E5AA8"/>
                </a:solidFill>
              </a:defRPr>
            </a:lvl3pPr>
            <a:lvl4pPr>
              <a:defRPr sz="1875" b="1">
                <a:solidFill>
                  <a:srgbClr val="1E5AA8"/>
                </a:solidFill>
              </a:defRPr>
            </a:lvl4pPr>
            <a:lvl5pPr>
              <a:defRPr sz="1875" b="1">
                <a:solidFill>
                  <a:srgbClr val="1E5AA8"/>
                </a:solidFill>
              </a:defRPr>
            </a:lvl5pPr>
            <a:lvl6pPr>
              <a:defRPr sz="1875" b="1">
                <a:solidFill>
                  <a:srgbClr val="1E5AA8"/>
                </a:solidFill>
              </a:defRPr>
            </a:lvl6pPr>
            <a:lvl7pPr>
              <a:defRPr sz="1875" b="1">
                <a:solidFill>
                  <a:srgbClr val="1E5AA8"/>
                </a:solidFill>
              </a:defRPr>
            </a:lvl7pPr>
            <a:lvl8pPr>
              <a:defRPr sz="1875" b="1">
                <a:solidFill>
                  <a:srgbClr val="1E5AA8"/>
                </a:solidFill>
              </a:defRPr>
            </a:lvl8pPr>
            <a:lvl9pPr>
              <a:defRPr sz="1875" b="1">
                <a:solidFill>
                  <a:srgbClr val="1E5AA8"/>
                </a:solidFill>
              </a:defRPr>
            </a:lvl9pPr>
          </a:lstStyle>
          <a:p xmlns:a="http://schemas.openxmlformats.org/drawingml/2006/main">
            <a:pPr>
              <a:defRPr sz="1875" b="1">
                <a:solidFill>
                  <a:srgbClr val="1E5AA8"/>
                </a:solidFill>
              </a:defRPr>
            </a:pPr>
            <a:r>
              <a:rPr sz="1875" b="1">
                <a:solidFill>
                  <a:srgbClr val="1E5AA8"/>
                </a:solidFill>
              </a:rPr>
              <a:t>F01 · Thêm thói quen</a:t>
            </a:r>
          </a:p>
        </p:txBody>
      </p:sp>
      <p:sp>
        <p:nvSpPr>
          <p:cNvPr id="33" name="">
            <a:extLst xmlns:a="http://schemas.openxmlformats.org/drawingml/2006/main">
              <a:ext uri="{FF2B5EF4-FFF2-40B4-BE49-F238E27FC236}">
                <a16:creationId xmlns:a16="http://schemas.microsoft.com/office/drawing/2014/main" id="{B31C2C96-3D04-45A5-87F4-F85865FFA9D0}"/>
              </a:ext>
            </a:extLst>
          </p:cNvPr>
          <p:cNvSpPr>
            <a:spLocks xmlns:a="http://schemas.openxmlformats.org/drawingml/2006/main" noGrp="1"/>
          </p:cNvSpPr>
          <p:nvPr/>
        </p:nvSpPr>
        <p:spPr>
          <a:xfrm xmlns:a="http://schemas.openxmlformats.org/drawingml/2006/main">
            <a:off x="5810250" y="2857500"/>
            <a:ext cx="8858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a:solidFill>
                  <a:srgbClr val="111827"/>
                </a:solidFill>
              </a:defRPr>
            </a:defPPr>
            <a:lvl1pPr>
              <a:defRPr sz="1650">
                <a:solidFill>
                  <a:srgbClr val="111827"/>
                </a:solidFill>
              </a:defRPr>
            </a:lvl1pPr>
            <a:lvl2pPr>
              <a:defRPr sz="1650">
                <a:solidFill>
                  <a:srgbClr val="111827"/>
                </a:solidFill>
              </a:defRPr>
            </a:lvl2pPr>
            <a:lvl3pPr>
              <a:defRPr sz="1650">
                <a:solidFill>
                  <a:srgbClr val="111827"/>
                </a:solidFill>
              </a:defRPr>
            </a:lvl3pPr>
            <a:lvl4pPr>
              <a:defRPr sz="1650">
                <a:solidFill>
                  <a:srgbClr val="111827"/>
                </a:solidFill>
              </a:defRPr>
            </a:lvl4pPr>
            <a:lvl5pPr>
              <a:defRPr sz="1650">
                <a:solidFill>
                  <a:srgbClr val="111827"/>
                </a:solidFill>
              </a:defRPr>
            </a:lvl5pPr>
            <a:lvl6pPr>
              <a:defRPr sz="1650">
                <a:solidFill>
                  <a:srgbClr val="111827"/>
                </a:solidFill>
              </a:defRPr>
            </a:lvl6pPr>
            <a:lvl7pPr>
              <a:defRPr sz="1650">
                <a:solidFill>
                  <a:srgbClr val="111827"/>
                </a:solidFill>
              </a:defRPr>
            </a:lvl7pPr>
            <a:lvl8pPr>
              <a:defRPr sz="1650">
                <a:solidFill>
                  <a:srgbClr val="111827"/>
                </a:solidFill>
              </a:defRPr>
            </a:lvl8pPr>
            <a:lvl9pPr>
              <a:defRPr sz="1650">
                <a:solidFill>
                  <a:srgbClr val="111827"/>
                </a:solidFill>
              </a:defRPr>
            </a:lvl9pPr>
          </a:lstStyle>
          <a:p xmlns:a="http://schemas.openxmlformats.org/drawingml/2006/main">
            <a:pPr>
              <a:defRPr sz="1650">
                <a:solidFill>
                  <a:srgbClr val="111827"/>
                </a:solidFill>
              </a:defRPr>
            </a:pPr>
            <a:r>
              <a:rPr sz="1650">
                <a:solidFill>
                  <a:srgbClr val="111827"/>
                </a:solidFill>
              </a:rPr>
              <a:t>S01 Hôm nay → S05 Khám phá → S06 Chi tiết → “Thêm vào hôm nay” → S01</a:t>
            </a:r>
          </a:p>
        </p:txBody>
      </p:sp>
      <p:sp>
        <p:nvSpPr>
          <p:cNvPr id="34" name="">
            <a:extLst xmlns:a="http://schemas.openxmlformats.org/drawingml/2006/main">
              <a:ext uri="{FF2B5EF4-FFF2-40B4-BE49-F238E27FC236}">
                <a16:creationId xmlns:a16="http://schemas.microsoft.com/office/drawing/2014/main" id="{91DB53B8-17BD-40A5-80EF-2901A9714F9F}"/>
              </a:ext>
            </a:extLst>
          </p:cNvPr>
          <p:cNvSpPr>
            <a:spLocks xmlns:a="http://schemas.openxmlformats.org/drawingml/2006/main" noGrp="1"/>
          </p:cNvSpPr>
          <p:nvPr/>
        </p:nvSpPr>
        <p:spPr>
          <a:xfrm xmlns:a="http://schemas.openxmlformats.org/drawingml/2006/main">
            <a:off x="1524000" y="3600450"/>
            <a:ext cx="13144500" cy="9525"/>
          </a:xfrm>
          <a:prstGeom xmlns:a="http://schemas.openxmlformats.org/drawingml/2006/main" prst="line">
            <a:avLst/>
          </a:prstGeom>
          <a:ln xmlns:a="http://schemas.openxmlformats.org/drawingml/2006/main" w="19050">
            <a:solidFill>
              <a:srgbClr val="A7C9E6"/>
            </a:solidFill>
            <a:prstDash val="solid"/>
          </a:ln>
        </p:spPr>
      </p:sp>
      <p:sp>
        <p:nvSpPr>
          <p:cNvPr id="35" name="">
            <a:extLst xmlns:a="http://schemas.openxmlformats.org/drawingml/2006/main">
              <a:ext uri="{FF2B5EF4-FFF2-40B4-BE49-F238E27FC236}">
                <a16:creationId xmlns:a16="http://schemas.microsoft.com/office/drawing/2014/main" id="{B7DB5FC0-5C2A-466B-ABDE-8FA483561B10}"/>
              </a:ext>
            </a:extLst>
          </p:cNvPr>
          <p:cNvSpPr>
            <a:spLocks xmlns:a="http://schemas.openxmlformats.org/drawingml/2006/main" noGrp="1"/>
          </p:cNvSpPr>
          <p:nvPr/>
        </p:nvSpPr>
        <p:spPr>
          <a:xfrm xmlns:a="http://schemas.openxmlformats.org/drawingml/2006/main">
            <a:off x="1524000" y="4476750"/>
            <a:ext cx="4000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1">
                <a:solidFill>
                  <a:srgbClr val="1E5AA8"/>
                </a:solidFill>
              </a:defRPr>
            </a:defPPr>
            <a:lvl1pPr>
              <a:defRPr sz="1875" b="1">
                <a:solidFill>
                  <a:srgbClr val="1E5AA8"/>
                </a:solidFill>
              </a:defRPr>
            </a:lvl1pPr>
            <a:lvl2pPr>
              <a:defRPr sz="1875" b="1">
                <a:solidFill>
                  <a:srgbClr val="1E5AA8"/>
                </a:solidFill>
              </a:defRPr>
            </a:lvl2pPr>
            <a:lvl3pPr>
              <a:defRPr sz="1875" b="1">
                <a:solidFill>
                  <a:srgbClr val="1E5AA8"/>
                </a:solidFill>
              </a:defRPr>
            </a:lvl3pPr>
            <a:lvl4pPr>
              <a:defRPr sz="1875" b="1">
                <a:solidFill>
                  <a:srgbClr val="1E5AA8"/>
                </a:solidFill>
              </a:defRPr>
            </a:lvl4pPr>
            <a:lvl5pPr>
              <a:defRPr sz="1875" b="1">
                <a:solidFill>
                  <a:srgbClr val="1E5AA8"/>
                </a:solidFill>
              </a:defRPr>
            </a:lvl5pPr>
            <a:lvl6pPr>
              <a:defRPr sz="1875" b="1">
                <a:solidFill>
                  <a:srgbClr val="1E5AA8"/>
                </a:solidFill>
              </a:defRPr>
            </a:lvl6pPr>
            <a:lvl7pPr>
              <a:defRPr sz="1875" b="1">
                <a:solidFill>
                  <a:srgbClr val="1E5AA8"/>
                </a:solidFill>
              </a:defRPr>
            </a:lvl7pPr>
            <a:lvl8pPr>
              <a:defRPr sz="1875" b="1">
                <a:solidFill>
                  <a:srgbClr val="1E5AA8"/>
                </a:solidFill>
              </a:defRPr>
            </a:lvl8pPr>
            <a:lvl9pPr>
              <a:defRPr sz="1875" b="1">
                <a:solidFill>
                  <a:srgbClr val="1E5AA8"/>
                </a:solidFill>
              </a:defRPr>
            </a:lvl9pPr>
          </a:lstStyle>
          <a:p xmlns:a="http://schemas.openxmlformats.org/drawingml/2006/main">
            <a:pPr>
              <a:defRPr sz="1875" b="1">
                <a:solidFill>
                  <a:srgbClr val="1E5AA8"/>
                </a:solidFill>
              </a:defRPr>
            </a:pPr>
            <a:r>
              <a:rPr sz="1875" b="1">
                <a:solidFill>
                  <a:srgbClr val="1E5AA8"/>
                </a:solidFill>
              </a:rPr>
              <a:t>F02 · Hoàn thành</a:t>
            </a:r>
          </a:p>
        </p:txBody>
      </p:sp>
      <p:sp>
        <p:nvSpPr>
          <p:cNvPr id="36" name="">
            <a:extLst xmlns:a="http://schemas.openxmlformats.org/drawingml/2006/main">
              <a:ext uri="{FF2B5EF4-FFF2-40B4-BE49-F238E27FC236}">
                <a16:creationId xmlns:a16="http://schemas.microsoft.com/office/drawing/2014/main" id="{BB45C754-422E-4D17-8E97-DA3C8DCD99FB}"/>
              </a:ext>
            </a:extLst>
          </p:cNvPr>
          <p:cNvSpPr>
            <a:spLocks xmlns:a="http://schemas.openxmlformats.org/drawingml/2006/main" noGrp="1"/>
          </p:cNvSpPr>
          <p:nvPr/>
        </p:nvSpPr>
        <p:spPr>
          <a:xfrm xmlns:a="http://schemas.openxmlformats.org/drawingml/2006/main">
            <a:off x="5810250" y="4476750"/>
            <a:ext cx="8858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a:solidFill>
                  <a:srgbClr val="111827"/>
                </a:solidFill>
              </a:defRPr>
            </a:defPPr>
            <a:lvl1pPr>
              <a:defRPr sz="1650">
                <a:solidFill>
                  <a:srgbClr val="111827"/>
                </a:solidFill>
              </a:defRPr>
            </a:lvl1pPr>
            <a:lvl2pPr>
              <a:defRPr sz="1650">
                <a:solidFill>
                  <a:srgbClr val="111827"/>
                </a:solidFill>
              </a:defRPr>
            </a:lvl2pPr>
            <a:lvl3pPr>
              <a:defRPr sz="1650">
                <a:solidFill>
                  <a:srgbClr val="111827"/>
                </a:solidFill>
              </a:defRPr>
            </a:lvl3pPr>
            <a:lvl4pPr>
              <a:defRPr sz="1650">
                <a:solidFill>
                  <a:srgbClr val="111827"/>
                </a:solidFill>
              </a:defRPr>
            </a:lvl4pPr>
            <a:lvl5pPr>
              <a:defRPr sz="1650">
                <a:solidFill>
                  <a:srgbClr val="111827"/>
                </a:solidFill>
              </a:defRPr>
            </a:lvl5pPr>
            <a:lvl6pPr>
              <a:defRPr sz="1650">
                <a:solidFill>
                  <a:srgbClr val="111827"/>
                </a:solidFill>
              </a:defRPr>
            </a:lvl6pPr>
            <a:lvl7pPr>
              <a:defRPr sz="1650">
                <a:solidFill>
                  <a:srgbClr val="111827"/>
                </a:solidFill>
              </a:defRPr>
            </a:lvl7pPr>
            <a:lvl8pPr>
              <a:defRPr sz="1650">
                <a:solidFill>
                  <a:srgbClr val="111827"/>
                </a:solidFill>
              </a:defRPr>
            </a:lvl8pPr>
            <a:lvl9pPr>
              <a:defRPr sz="1650">
                <a:solidFill>
                  <a:srgbClr val="111827"/>
                </a:solidFill>
              </a:defRPr>
            </a:lvl9pPr>
          </a:lstStyle>
          <a:p xmlns:a="http://schemas.openxmlformats.org/drawingml/2006/main">
            <a:pPr>
              <a:defRPr sz="1650">
                <a:solidFill>
                  <a:srgbClr val="111827"/>
                </a:solidFill>
              </a:defRPr>
            </a:pPr>
            <a:r>
              <a:rPr sz="1650">
                <a:solidFill>
                  <a:srgbClr val="111827"/>
                </a:solidFill>
              </a:rPr>
              <a:t>S01 → chọn “Thở chậm” → “Hoàn thành” → trạng thái đã lưu → S08</a:t>
            </a:r>
          </a:p>
        </p:txBody>
      </p:sp>
      <p:sp>
        <p:nvSpPr>
          <p:cNvPr id="37" name="">
            <a:extLst xmlns:a="http://schemas.openxmlformats.org/drawingml/2006/main">
              <a:ext uri="{FF2B5EF4-FFF2-40B4-BE49-F238E27FC236}">
                <a16:creationId xmlns:a16="http://schemas.microsoft.com/office/drawing/2014/main" id="{1A34095F-7428-44C9-98E3-6497D509BC40}"/>
              </a:ext>
            </a:extLst>
          </p:cNvPr>
          <p:cNvSpPr>
            <a:spLocks xmlns:a="http://schemas.openxmlformats.org/drawingml/2006/main" noGrp="1"/>
          </p:cNvSpPr>
          <p:nvPr/>
        </p:nvSpPr>
        <p:spPr>
          <a:xfrm xmlns:a="http://schemas.openxmlformats.org/drawingml/2006/main">
            <a:off x="1524000" y="5219700"/>
            <a:ext cx="13144500" cy="9525"/>
          </a:xfrm>
          <a:prstGeom xmlns:a="http://schemas.openxmlformats.org/drawingml/2006/main" prst="line">
            <a:avLst/>
          </a:prstGeom>
          <a:ln xmlns:a="http://schemas.openxmlformats.org/drawingml/2006/main" w="19050">
            <a:solidFill>
              <a:srgbClr val="A7C9E6"/>
            </a:solidFill>
            <a:prstDash val="solid"/>
          </a:ln>
        </p:spPr>
      </p:sp>
      <p:sp>
        <p:nvSpPr>
          <p:cNvPr id="38" name="">
            <a:extLst xmlns:a="http://schemas.openxmlformats.org/drawingml/2006/main">
              <a:ext uri="{FF2B5EF4-FFF2-40B4-BE49-F238E27FC236}">
                <a16:creationId xmlns:a16="http://schemas.microsoft.com/office/drawing/2014/main" id="{76DE52BA-B692-4854-B0C7-DD95A7A985A5}"/>
              </a:ext>
            </a:extLst>
          </p:cNvPr>
          <p:cNvSpPr>
            <a:spLocks xmlns:a="http://schemas.openxmlformats.org/drawingml/2006/main" noGrp="1"/>
          </p:cNvSpPr>
          <p:nvPr/>
        </p:nvSpPr>
        <p:spPr>
          <a:xfrm xmlns:a="http://schemas.openxmlformats.org/drawingml/2006/main">
            <a:off x="1524000" y="6096000"/>
            <a:ext cx="4000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1">
                <a:solidFill>
                  <a:srgbClr val="1E5AA8"/>
                </a:solidFill>
              </a:defRPr>
            </a:defPPr>
            <a:lvl1pPr>
              <a:defRPr sz="1875" b="1">
                <a:solidFill>
                  <a:srgbClr val="1E5AA8"/>
                </a:solidFill>
              </a:defRPr>
            </a:lvl1pPr>
            <a:lvl2pPr>
              <a:defRPr sz="1875" b="1">
                <a:solidFill>
                  <a:srgbClr val="1E5AA8"/>
                </a:solidFill>
              </a:defRPr>
            </a:lvl2pPr>
            <a:lvl3pPr>
              <a:defRPr sz="1875" b="1">
                <a:solidFill>
                  <a:srgbClr val="1E5AA8"/>
                </a:solidFill>
              </a:defRPr>
            </a:lvl3pPr>
            <a:lvl4pPr>
              <a:defRPr sz="1875" b="1">
                <a:solidFill>
                  <a:srgbClr val="1E5AA8"/>
                </a:solidFill>
              </a:defRPr>
            </a:lvl4pPr>
            <a:lvl5pPr>
              <a:defRPr sz="1875" b="1">
                <a:solidFill>
                  <a:srgbClr val="1E5AA8"/>
                </a:solidFill>
              </a:defRPr>
            </a:lvl5pPr>
            <a:lvl6pPr>
              <a:defRPr sz="1875" b="1">
                <a:solidFill>
                  <a:srgbClr val="1E5AA8"/>
                </a:solidFill>
              </a:defRPr>
            </a:lvl6pPr>
            <a:lvl7pPr>
              <a:defRPr sz="1875" b="1">
                <a:solidFill>
                  <a:srgbClr val="1E5AA8"/>
                </a:solidFill>
              </a:defRPr>
            </a:lvl7pPr>
            <a:lvl8pPr>
              <a:defRPr sz="1875" b="1">
                <a:solidFill>
                  <a:srgbClr val="1E5AA8"/>
                </a:solidFill>
              </a:defRPr>
            </a:lvl8pPr>
            <a:lvl9pPr>
              <a:defRPr sz="1875" b="1">
                <a:solidFill>
                  <a:srgbClr val="1E5AA8"/>
                </a:solidFill>
              </a:defRPr>
            </a:lvl9pPr>
          </a:lstStyle>
          <a:p xmlns:a="http://schemas.openxmlformats.org/drawingml/2006/main">
            <a:pPr>
              <a:defRPr sz="1875" b="1">
                <a:solidFill>
                  <a:srgbClr val="1E5AA8"/>
                </a:solidFill>
              </a:defRPr>
            </a:pPr>
            <a:r>
              <a:rPr sz="1875" b="1">
                <a:solidFill>
                  <a:srgbClr val="1E5AA8"/>
                </a:solidFill>
              </a:rPr>
              <a:t>F03 · Đổi lịch</a:t>
            </a:r>
          </a:p>
        </p:txBody>
      </p:sp>
      <p:sp>
        <p:nvSpPr>
          <p:cNvPr id="39" name="">
            <a:extLst xmlns:a="http://schemas.openxmlformats.org/drawingml/2006/main">
              <a:ext uri="{FF2B5EF4-FFF2-40B4-BE49-F238E27FC236}">
                <a16:creationId xmlns:a16="http://schemas.microsoft.com/office/drawing/2014/main" id="{B4C97C45-39B4-4C1A-8579-74450B716E33}"/>
              </a:ext>
            </a:extLst>
          </p:cNvPr>
          <p:cNvSpPr>
            <a:spLocks xmlns:a="http://schemas.openxmlformats.org/drawingml/2006/main" noGrp="1"/>
          </p:cNvSpPr>
          <p:nvPr/>
        </p:nvSpPr>
        <p:spPr>
          <a:xfrm xmlns:a="http://schemas.openxmlformats.org/drawingml/2006/main">
            <a:off x="5810250" y="6096000"/>
            <a:ext cx="8858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a:solidFill>
                  <a:srgbClr val="111827"/>
                </a:solidFill>
              </a:defRPr>
            </a:defPPr>
            <a:lvl1pPr>
              <a:defRPr sz="1650">
                <a:solidFill>
                  <a:srgbClr val="111827"/>
                </a:solidFill>
              </a:defRPr>
            </a:lvl1pPr>
            <a:lvl2pPr>
              <a:defRPr sz="1650">
                <a:solidFill>
                  <a:srgbClr val="111827"/>
                </a:solidFill>
              </a:defRPr>
            </a:lvl2pPr>
            <a:lvl3pPr>
              <a:defRPr sz="1650">
                <a:solidFill>
                  <a:srgbClr val="111827"/>
                </a:solidFill>
              </a:defRPr>
            </a:lvl3pPr>
            <a:lvl4pPr>
              <a:defRPr sz="1650">
                <a:solidFill>
                  <a:srgbClr val="111827"/>
                </a:solidFill>
              </a:defRPr>
            </a:lvl4pPr>
            <a:lvl5pPr>
              <a:defRPr sz="1650">
                <a:solidFill>
                  <a:srgbClr val="111827"/>
                </a:solidFill>
              </a:defRPr>
            </a:lvl5pPr>
            <a:lvl6pPr>
              <a:defRPr sz="1650">
                <a:solidFill>
                  <a:srgbClr val="111827"/>
                </a:solidFill>
              </a:defRPr>
            </a:lvl6pPr>
            <a:lvl7pPr>
              <a:defRPr sz="1650">
                <a:solidFill>
                  <a:srgbClr val="111827"/>
                </a:solidFill>
              </a:defRPr>
            </a:lvl7pPr>
            <a:lvl8pPr>
              <a:defRPr sz="1650">
                <a:solidFill>
                  <a:srgbClr val="111827"/>
                </a:solidFill>
              </a:defRPr>
            </a:lvl8pPr>
            <a:lvl9pPr>
              <a:defRPr sz="1650">
                <a:solidFill>
                  <a:srgbClr val="111827"/>
                </a:solidFill>
              </a:defRPr>
            </a:lvl9pPr>
          </a:lstStyle>
          <a:p xmlns:a="http://schemas.openxmlformats.org/drawingml/2006/main">
            <a:pPr>
              <a:defRPr sz="1650">
                <a:solidFill>
                  <a:srgbClr val="111827"/>
                </a:solidFill>
              </a:defRPr>
            </a:pPr>
            <a:r>
              <a:rPr sz="1650">
                <a:solidFill>
                  <a:srgbClr val="111827"/>
                </a:solidFill>
              </a:rPr>
              <a:t>S01/S06 → S07 Lịch → chọn ngày/giờ → lưu → xác nhận; dữ liệu thiếu → thông báo lỗi</a:t>
            </a:r>
          </a:p>
        </p:txBody>
      </p:sp>
      <p:sp>
        <p:nvSpPr>
          <p:cNvPr id="40" name="">
            <a:extLst xmlns:a="http://schemas.openxmlformats.org/drawingml/2006/main">
              <a:ext uri="{FF2B5EF4-FFF2-40B4-BE49-F238E27FC236}">
                <a16:creationId xmlns:a16="http://schemas.microsoft.com/office/drawing/2014/main" id="{49C220B6-A08D-41B7-87C8-4834185D5933}"/>
              </a:ext>
            </a:extLst>
          </p:cNvPr>
          <p:cNvSpPr>
            <a:spLocks xmlns:a="http://schemas.openxmlformats.org/drawingml/2006/main" noGrp="1"/>
          </p:cNvSpPr>
          <p:nvPr/>
        </p:nvSpPr>
        <p:spPr>
          <a:xfrm xmlns:a="http://schemas.openxmlformats.org/drawingml/2006/main">
            <a:off x="1524000" y="6838950"/>
            <a:ext cx="13144500" cy="9525"/>
          </a:xfrm>
          <a:prstGeom xmlns:a="http://schemas.openxmlformats.org/drawingml/2006/main" prst="line">
            <a:avLst/>
          </a:prstGeom>
          <a:ln xmlns:a="http://schemas.openxmlformats.org/drawingml/2006/main" w="19050">
            <a:solidFill>
              <a:srgbClr val="A7C9E6"/>
            </a:solidFill>
            <a:prstDash val="solid"/>
          </a:ln>
        </p:spPr>
      </p:sp>
      <p:sp>
        <p:nvSpPr>
          <p:cNvPr id="41" name="">
            <a:extLst xmlns:a="http://schemas.openxmlformats.org/drawingml/2006/main">
              <a:ext uri="{FF2B5EF4-FFF2-40B4-BE49-F238E27FC236}">
                <a16:creationId xmlns:a16="http://schemas.microsoft.com/office/drawing/2014/main" id="{14BCEE87-DD83-439D-B09D-E1295CBD6CCD}"/>
              </a:ext>
            </a:extLst>
          </p:cNvPr>
          <p:cNvSpPr>
            <a:spLocks xmlns:a="http://schemas.openxmlformats.org/drawingml/2006/main" noGrp="1"/>
          </p:cNvSpPr>
          <p:nvPr/>
        </p:nvSpPr>
        <p:spPr>
          <a:xfrm xmlns:a="http://schemas.openxmlformats.org/drawingml/2006/main">
            <a:off x="1524000" y="8096250"/>
            <a:ext cx="13335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a:solidFill>
                  <a:srgbClr val="536878"/>
                </a:solidFill>
              </a:defRPr>
            </a:defPPr>
            <a:lvl1pPr>
              <a:defRPr sz="1350">
                <a:solidFill>
                  <a:srgbClr val="536878"/>
                </a:solidFill>
              </a:defRPr>
            </a:lvl1pPr>
            <a:lvl2pPr>
              <a:defRPr sz="1350">
                <a:solidFill>
                  <a:srgbClr val="536878"/>
                </a:solidFill>
              </a:defRPr>
            </a:lvl2pPr>
            <a:lvl3pPr>
              <a:defRPr sz="1350">
                <a:solidFill>
                  <a:srgbClr val="536878"/>
                </a:solidFill>
              </a:defRPr>
            </a:lvl3pPr>
            <a:lvl4pPr>
              <a:defRPr sz="1350">
                <a:solidFill>
                  <a:srgbClr val="536878"/>
                </a:solidFill>
              </a:defRPr>
            </a:lvl4pPr>
            <a:lvl5pPr>
              <a:defRPr sz="1350">
                <a:solidFill>
                  <a:srgbClr val="536878"/>
                </a:solidFill>
              </a:defRPr>
            </a:lvl5pPr>
            <a:lvl6pPr>
              <a:defRPr sz="1350">
                <a:solidFill>
                  <a:srgbClr val="536878"/>
                </a:solidFill>
              </a:defRPr>
            </a:lvl6pPr>
            <a:lvl7pPr>
              <a:defRPr sz="1350">
                <a:solidFill>
                  <a:srgbClr val="536878"/>
                </a:solidFill>
              </a:defRPr>
            </a:lvl7pPr>
            <a:lvl8pPr>
              <a:defRPr sz="1350">
                <a:solidFill>
                  <a:srgbClr val="536878"/>
                </a:solidFill>
              </a:defRPr>
            </a:lvl8pPr>
            <a:lvl9pPr>
              <a:defRPr sz="1350">
                <a:solidFill>
                  <a:srgbClr val="536878"/>
                </a:solidFill>
              </a:defRPr>
            </a:lvl9pPr>
          </a:lstStyle>
          <a:p xmlns:a="http://schemas.openxmlformats.org/drawingml/2006/main">
            <a:pPr>
              <a:defRPr sz="1350">
                <a:solidFill>
                  <a:srgbClr val="536878"/>
                </a:solidFill>
              </a:defRPr>
            </a:pPr>
            <a:r>
              <a:rPr sz="1350">
                <a:solidFill>
                  <a:srgbClr val="536878"/>
                </a:solidFill>
              </a:rPr>
              <a:t>Phục hồi: nếu không chọn giờ nhắc hoặc không lưu được lịch, hiển thị thông báo và giữ nguyên dữ liệu đã nhập.</a:t>
            </a:r>
          </a:p>
        </p:txBody>
      </p:sp>
    </p:spTree>
    <p:extLst>
      <p:ext uri="{BB962C8B-B14F-4D97-AF65-F5344CB8AC3E}">
        <p14:creationId xmlns:p14="http://schemas.microsoft.com/office/powerpoint/2010/main" val="1260576819"/>
      </p:ext>
    </p:extLst>
  </p:cSld>
</p:sld>
</file>

<file path=ppt/slides/slide5.xml><?xml version="1.0" encoding="utf-8"?>
<p:sld xmlns:p="http://schemas.openxmlformats.org/presentationml/2006/main">
  <p:cSld>
    <p:bg>
      <p:bgPr>
        <a:solidFill xmlns:a="http://schemas.openxmlformats.org/drawingml/2006/main">
          <a:srgbClr val="EEEEEE"/>
        </a:solidFill>
      </p:bgPr>
    </p:bg>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87C9B248-EC40-4B21-A641-BD8D0B8950C8}"/>
              </a:ext>
            </a:extLst>
          </p:cNvPr>
          <p:cNvSpPr>
            <a:spLocks xmlns:a="http://schemas.openxmlformats.org/drawingml/2006/main" noGrp="1"/>
          </p:cNvSpPr>
          <p:nvPr/>
        </p:nvSpPr>
        <p:spPr>
          <a:xfrm xmlns:a="http://schemas.openxmlformats.org/drawingml/2006/main" rot="0" flipH="0" flipV="0">
            <a:off x="7795227" y="3194175"/>
            <a:ext cx="9464073" cy="1235293"/>
          </a:xfrm>
          <a:custGeom xmlns:a="http://schemas.openxmlformats.org/drawingml/2006/main">
            <a:rect l="l" t="t" r="r" b="b"/>
            <a:pathLst>
              <a:path w="2492595" h="325345">
                <a:moveTo>
                  <a:pt x="22087" y="0"/>
                </a:moveTo>
                <a:lnTo>
                  <a:pt x="2470509" y="0"/>
                </a:lnTo>
                <a:cubicBezTo>
                  <a:pt x="2482707" y="0"/>
                  <a:pt x="2492595" y="9889"/>
                  <a:pt x="2492595" y="22087"/>
                </a:cubicBezTo>
                <a:lnTo>
                  <a:pt x="2492595" y="303258"/>
                </a:lnTo>
                <a:cubicBezTo>
                  <a:pt x="2492595" y="309116"/>
                  <a:pt x="2490268" y="314734"/>
                  <a:pt x="2486126" y="318876"/>
                </a:cubicBezTo>
                <a:cubicBezTo>
                  <a:pt x="2481984" y="323018"/>
                  <a:pt x="2476366" y="325345"/>
                  <a:pt x="2470509" y="325345"/>
                </a:cubicBezTo>
                <a:lnTo>
                  <a:pt x="22087" y="325345"/>
                </a:lnTo>
                <a:cubicBezTo>
                  <a:pt x="9889" y="325345"/>
                  <a:pt x="0" y="315456"/>
                  <a:pt x="0" y="303258"/>
                </a:cubicBezTo>
                <a:lnTo>
                  <a:pt x="0" y="22087"/>
                </a:lnTo>
                <a:cubicBezTo>
                  <a:pt x="0" y="16229"/>
                  <a:pt x="2327" y="10611"/>
                  <a:pt x="6469" y="6469"/>
                </a:cubicBezTo>
                <a:cubicBezTo>
                  <a:pt x="10611" y="2327"/>
                  <a:pt x="16229" y="0"/>
                  <a:pt x="22087" y="0"/>
                </a:cubicBezTo>
                <a:close/>
              </a:path>
            </a:pathLst>
          </a:custGeom>
          <a:solidFill xmlns:a="http://schemas.openxmlformats.org/drawingml/2006/main">
            <a:srgbClr val="548CA8"/>
          </a:solidFill>
        </p:spPr>
      </p:sp>
      <p:sp>
        <p:nvSpPr>
          <p:cNvPr id="4" name="TextBox 4">
            <a:extLst xmlns:a="http://schemas.openxmlformats.org/drawingml/2006/main">
              <a:ext uri="{FF2B5EF4-FFF2-40B4-BE49-F238E27FC236}">
                <a16:creationId xmlns:a16="http://schemas.microsoft.com/office/drawing/2014/main" id="{251D7269-380B-4D75-8729-4295256D16D3}"/>
              </a:ext>
            </a:extLst>
          </p:cNvPr>
          <p:cNvSpPr>
            <a:spLocks xmlns:a="http://schemas.openxmlformats.org/drawingml/2006/main" noGrp="1"/>
          </p:cNvSpPr>
          <p:nvPr/>
        </p:nvSpPr>
        <p:spPr>
          <a:xfrm xmlns:a="http://schemas.openxmlformats.org/drawingml/2006/main" rot="0" flipH="0" flipV="0">
            <a:off x="7795227" y="3049515"/>
            <a:ext cx="9464073" cy="1379953"/>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2659"/>
              </a:lnSpc>
              <a:buNone/>
            </a:pPr>
          </a:p>
        </p:txBody>
      </p:sp>
      <p:sp>
        <p:nvSpPr>
          <p:cNvPr id="6" name="Freeform 6">
            <a:extLst xmlns:a="http://schemas.openxmlformats.org/drawingml/2006/main">
              <a:ext uri="{FF2B5EF4-FFF2-40B4-BE49-F238E27FC236}">
                <a16:creationId xmlns:a16="http://schemas.microsoft.com/office/drawing/2014/main" id="{6B09D9F2-5773-465A-B0C3-B084708D5162}"/>
              </a:ext>
            </a:extLst>
          </p:cNvPr>
          <p:cNvSpPr>
            <a:spLocks xmlns:a="http://schemas.openxmlformats.org/drawingml/2006/main" noGrp="1"/>
          </p:cNvSpPr>
          <p:nvPr/>
        </p:nvSpPr>
        <p:spPr>
          <a:xfrm xmlns:a="http://schemas.openxmlformats.org/drawingml/2006/main" rot="0" flipH="0" flipV="0">
            <a:off x="7795227" y="4715219"/>
            <a:ext cx="9464073" cy="1235293"/>
          </a:xfrm>
          <a:custGeom xmlns:a="http://schemas.openxmlformats.org/drawingml/2006/main">
            <a:rect l="l" t="t" r="r" b="b"/>
            <a:pathLst>
              <a:path w="2492595" h="325345">
                <a:moveTo>
                  <a:pt x="22087" y="0"/>
                </a:moveTo>
                <a:lnTo>
                  <a:pt x="2470509" y="0"/>
                </a:lnTo>
                <a:cubicBezTo>
                  <a:pt x="2482707" y="0"/>
                  <a:pt x="2492595" y="9889"/>
                  <a:pt x="2492595" y="22087"/>
                </a:cubicBezTo>
                <a:lnTo>
                  <a:pt x="2492595" y="303258"/>
                </a:lnTo>
                <a:cubicBezTo>
                  <a:pt x="2492595" y="309116"/>
                  <a:pt x="2490268" y="314734"/>
                  <a:pt x="2486126" y="318876"/>
                </a:cubicBezTo>
                <a:cubicBezTo>
                  <a:pt x="2481984" y="323018"/>
                  <a:pt x="2476366" y="325345"/>
                  <a:pt x="2470509" y="325345"/>
                </a:cubicBezTo>
                <a:lnTo>
                  <a:pt x="22087" y="325345"/>
                </a:lnTo>
                <a:cubicBezTo>
                  <a:pt x="9889" y="325345"/>
                  <a:pt x="0" y="315456"/>
                  <a:pt x="0" y="303258"/>
                </a:cubicBezTo>
                <a:lnTo>
                  <a:pt x="0" y="22087"/>
                </a:lnTo>
                <a:cubicBezTo>
                  <a:pt x="0" y="16229"/>
                  <a:pt x="2327" y="10611"/>
                  <a:pt x="6469" y="6469"/>
                </a:cubicBezTo>
                <a:cubicBezTo>
                  <a:pt x="10611" y="2327"/>
                  <a:pt x="16229" y="0"/>
                  <a:pt x="22087" y="0"/>
                </a:cubicBezTo>
                <a:close/>
              </a:path>
            </a:pathLst>
          </a:custGeom>
          <a:solidFill xmlns:a="http://schemas.openxmlformats.org/drawingml/2006/main">
            <a:srgbClr val="548CA8"/>
          </a:solidFill>
        </p:spPr>
      </p:sp>
      <p:sp>
        <p:nvSpPr>
          <p:cNvPr id="7" name="TextBox 7">
            <a:extLst xmlns:a="http://schemas.openxmlformats.org/drawingml/2006/main">
              <a:ext uri="{FF2B5EF4-FFF2-40B4-BE49-F238E27FC236}">
                <a16:creationId xmlns:a16="http://schemas.microsoft.com/office/drawing/2014/main" id="{CA7ABBBB-D9C1-40A9-AC62-2BC15F0042A4}"/>
              </a:ext>
            </a:extLst>
          </p:cNvPr>
          <p:cNvSpPr>
            <a:spLocks xmlns:a="http://schemas.openxmlformats.org/drawingml/2006/main" noGrp="1"/>
          </p:cNvSpPr>
          <p:nvPr/>
        </p:nvSpPr>
        <p:spPr>
          <a:xfrm xmlns:a="http://schemas.openxmlformats.org/drawingml/2006/main" rot="0" flipH="0" flipV="0">
            <a:off x="7795227" y="4570559"/>
            <a:ext cx="9464073" cy="1379953"/>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2659"/>
              </a:lnSpc>
              <a:buNone/>
            </a:pPr>
          </a:p>
        </p:txBody>
      </p:sp>
      <p:sp>
        <p:nvSpPr>
          <p:cNvPr id="9" name="Freeform 9">
            <a:extLst xmlns:a="http://schemas.openxmlformats.org/drawingml/2006/main">
              <a:ext uri="{FF2B5EF4-FFF2-40B4-BE49-F238E27FC236}">
                <a16:creationId xmlns:a16="http://schemas.microsoft.com/office/drawing/2014/main" id="{2FC37CA4-B14C-455B-9873-BC90B6636663}"/>
              </a:ext>
            </a:extLst>
          </p:cNvPr>
          <p:cNvSpPr>
            <a:spLocks xmlns:a="http://schemas.openxmlformats.org/drawingml/2006/main" noGrp="1"/>
          </p:cNvSpPr>
          <p:nvPr/>
        </p:nvSpPr>
        <p:spPr>
          <a:xfrm xmlns:a="http://schemas.openxmlformats.org/drawingml/2006/main" rot="0" flipH="0" flipV="0">
            <a:off x="7795227" y="6236262"/>
            <a:ext cx="9464073" cy="1235293"/>
          </a:xfrm>
          <a:custGeom xmlns:a="http://schemas.openxmlformats.org/drawingml/2006/main">
            <a:rect l="l" t="t" r="r" b="b"/>
            <a:pathLst>
              <a:path w="2492595" h="325345">
                <a:moveTo>
                  <a:pt x="22087" y="0"/>
                </a:moveTo>
                <a:lnTo>
                  <a:pt x="2470509" y="0"/>
                </a:lnTo>
                <a:cubicBezTo>
                  <a:pt x="2482707" y="0"/>
                  <a:pt x="2492595" y="9889"/>
                  <a:pt x="2492595" y="22087"/>
                </a:cubicBezTo>
                <a:lnTo>
                  <a:pt x="2492595" y="303258"/>
                </a:lnTo>
                <a:cubicBezTo>
                  <a:pt x="2492595" y="309116"/>
                  <a:pt x="2490268" y="314734"/>
                  <a:pt x="2486126" y="318876"/>
                </a:cubicBezTo>
                <a:cubicBezTo>
                  <a:pt x="2481984" y="323018"/>
                  <a:pt x="2476366" y="325345"/>
                  <a:pt x="2470509" y="325345"/>
                </a:cubicBezTo>
                <a:lnTo>
                  <a:pt x="22087" y="325345"/>
                </a:lnTo>
                <a:cubicBezTo>
                  <a:pt x="9889" y="325345"/>
                  <a:pt x="0" y="315456"/>
                  <a:pt x="0" y="303258"/>
                </a:cubicBezTo>
                <a:lnTo>
                  <a:pt x="0" y="22087"/>
                </a:lnTo>
                <a:cubicBezTo>
                  <a:pt x="0" y="16229"/>
                  <a:pt x="2327" y="10611"/>
                  <a:pt x="6469" y="6469"/>
                </a:cubicBezTo>
                <a:cubicBezTo>
                  <a:pt x="10611" y="2327"/>
                  <a:pt x="16229" y="0"/>
                  <a:pt x="22087" y="0"/>
                </a:cubicBezTo>
                <a:close/>
              </a:path>
            </a:pathLst>
          </a:custGeom>
          <a:solidFill xmlns:a="http://schemas.openxmlformats.org/drawingml/2006/main">
            <a:srgbClr val="548CA8"/>
          </a:solidFill>
        </p:spPr>
      </p:sp>
      <p:sp>
        <p:nvSpPr>
          <p:cNvPr id="10" name="TextBox 10">
            <a:extLst xmlns:a="http://schemas.openxmlformats.org/drawingml/2006/main">
              <a:ext uri="{FF2B5EF4-FFF2-40B4-BE49-F238E27FC236}">
                <a16:creationId xmlns:a16="http://schemas.microsoft.com/office/drawing/2014/main" id="{223798D8-66F5-41DC-90F6-0AF700F359BF}"/>
              </a:ext>
            </a:extLst>
          </p:cNvPr>
          <p:cNvSpPr>
            <a:spLocks xmlns:a="http://schemas.openxmlformats.org/drawingml/2006/main" noGrp="1"/>
          </p:cNvSpPr>
          <p:nvPr/>
        </p:nvSpPr>
        <p:spPr>
          <a:xfrm xmlns:a="http://schemas.openxmlformats.org/drawingml/2006/main" rot="0" flipH="0" flipV="0">
            <a:off x="7795227" y="6091602"/>
            <a:ext cx="9464073" cy="1379953"/>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2659"/>
              </a:lnSpc>
              <a:buNone/>
            </a:pPr>
          </a:p>
        </p:txBody>
      </p:sp>
      <p:sp>
        <p:nvSpPr>
          <p:cNvPr id="12" name="Freeform 12">
            <a:extLst xmlns:a="http://schemas.openxmlformats.org/drawingml/2006/main">
              <a:ext uri="{FF2B5EF4-FFF2-40B4-BE49-F238E27FC236}">
                <a16:creationId xmlns:a16="http://schemas.microsoft.com/office/drawing/2014/main" id="{B7589F4F-E632-4401-B181-88143BE020FF}"/>
              </a:ext>
            </a:extLst>
          </p:cNvPr>
          <p:cNvSpPr>
            <a:spLocks xmlns:a="http://schemas.openxmlformats.org/drawingml/2006/main" noGrp="1"/>
          </p:cNvSpPr>
          <p:nvPr/>
        </p:nvSpPr>
        <p:spPr>
          <a:xfrm xmlns:a="http://schemas.openxmlformats.org/drawingml/2006/main" rot="0" flipH="0" flipV="0">
            <a:off x="7795227" y="7757306"/>
            <a:ext cx="9464073" cy="1235293"/>
          </a:xfrm>
          <a:custGeom xmlns:a="http://schemas.openxmlformats.org/drawingml/2006/main">
            <a:rect l="l" t="t" r="r" b="b"/>
            <a:pathLst>
              <a:path w="2492595" h="325345">
                <a:moveTo>
                  <a:pt x="22087" y="0"/>
                </a:moveTo>
                <a:lnTo>
                  <a:pt x="2470509" y="0"/>
                </a:lnTo>
                <a:cubicBezTo>
                  <a:pt x="2482707" y="0"/>
                  <a:pt x="2492595" y="9889"/>
                  <a:pt x="2492595" y="22087"/>
                </a:cubicBezTo>
                <a:lnTo>
                  <a:pt x="2492595" y="303258"/>
                </a:lnTo>
                <a:cubicBezTo>
                  <a:pt x="2492595" y="309116"/>
                  <a:pt x="2490268" y="314734"/>
                  <a:pt x="2486126" y="318876"/>
                </a:cubicBezTo>
                <a:cubicBezTo>
                  <a:pt x="2481984" y="323018"/>
                  <a:pt x="2476366" y="325345"/>
                  <a:pt x="2470509" y="325345"/>
                </a:cubicBezTo>
                <a:lnTo>
                  <a:pt x="22087" y="325345"/>
                </a:lnTo>
                <a:cubicBezTo>
                  <a:pt x="9889" y="325345"/>
                  <a:pt x="0" y="315456"/>
                  <a:pt x="0" y="303258"/>
                </a:cubicBezTo>
                <a:lnTo>
                  <a:pt x="0" y="22087"/>
                </a:lnTo>
                <a:cubicBezTo>
                  <a:pt x="0" y="16229"/>
                  <a:pt x="2327" y="10611"/>
                  <a:pt x="6469" y="6469"/>
                </a:cubicBezTo>
                <a:cubicBezTo>
                  <a:pt x="10611" y="2327"/>
                  <a:pt x="16229" y="0"/>
                  <a:pt x="22087" y="0"/>
                </a:cubicBezTo>
                <a:close/>
              </a:path>
            </a:pathLst>
          </a:custGeom>
          <a:solidFill xmlns:a="http://schemas.openxmlformats.org/drawingml/2006/main">
            <a:srgbClr val="548CA8"/>
          </a:solidFill>
        </p:spPr>
      </p:sp>
      <p:sp>
        <p:nvSpPr>
          <p:cNvPr id="13" name="TextBox 13">
            <a:extLst xmlns:a="http://schemas.openxmlformats.org/drawingml/2006/main">
              <a:ext uri="{FF2B5EF4-FFF2-40B4-BE49-F238E27FC236}">
                <a16:creationId xmlns:a16="http://schemas.microsoft.com/office/drawing/2014/main" id="{764EA909-07E2-4F95-80B7-1526B7201EA9}"/>
              </a:ext>
            </a:extLst>
          </p:cNvPr>
          <p:cNvSpPr>
            <a:spLocks xmlns:a="http://schemas.openxmlformats.org/drawingml/2006/main" noGrp="1"/>
          </p:cNvSpPr>
          <p:nvPr/>
        </p:nvSpPr>
        <p:spPr>
          <a:xfrm xmlns:a="http://schemas.openxmlformats.org/drawingml/2006/main" rot="0" flipH="0" flipV="0">
            <a:off x="7795227" y="7612646"/>
            <a:ext cx="9464073" cy="1379953"/>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2659"/>
              </a:lnSpc>
              <a:buNone/>
            </a:pPr>
          </a:p>
        </p:txBody>
      </p:sp>
      <p:sp>
        <p:nvSpPr>
          <p:cNvPr id="15" name="Freeform 15">
            <a:extLst xmlns:a="http://schemas.openxmlformats.org/drawingml/2006/main">
              <a:ext uri="{FF2B5EF4-FFF2-40B4-BE49-F238E27FC236}">
                <a16:creationId xmlns:a16="http://schemas.microsoft.com/office/drawing/2014/main" id="{77BED78E-78E8-48C1-80D3-2E84546736DD}"/>
              </a:ext>
            </a:extLst>
          </p:cNvPr>
          <p:cNvSpPr>
            <a:spLocks xmlns:a="http://schemas.openxmlformats.org/drawingml/2006/main" noGrp="1"/>
          </p:cNvSpPr>
          <p:nvPr/>
        </p:nvSpPr>
        <p:spPr>
          <a:xfrm xmlns:a="http://schemas.openxmlformats.org/drawingml/2006/main" rot="0" flipH="0" flipV="0">
            <a:off x="3842966" y="6046104"/>
            <a:ext cx="5842437" cy="50553"/>
          </a:xfrm>
          <a:custGeom xmlns:a="http://schemas.openxmlformats.org/drawingml/2006/main">
            <a:rect l="l" t="t" r="r" b="b"/>
            <a:pathLst>
              <a:path w="1538749" h="13314">
                <a:moveTo>
                  <a:pt x="0" y="0"/>
                </a:moveTo>
                <a:lnTo>
                  <a:pt x="1538749" y="0"/>
                </a:lnTo>
                <a:lnTo>
                  <a:pt x="1538749" y="13314"/>
                </a:lnTo>
                <a:lnTo>
                  <a:pt x="0" y="13314"/>
                </a:lnTo>
                <a:close/>
              </a:path>
            </a:pathLst>
          </a:custGeom>
          <a:solidFill xmlns:a="http://schemas.openxmlformats.org/drawingml/2006/main">
            <a:srgbClr val="476072"/>
          </a:solidFill>
        </p:spPr>
      </p:sp>
      <p:sp>
        <p:nvSpPr>
          <p:cNvPr id="16" name="TextBox 16">
            <a:extLst xmlns:a="http://schemas.openxmlformats.org/drawingml/2006/main">
              <a:ext uri="{FF2B5EF4-FFF2-40B4-BE49-F238E27FC236}">
                <a16:creationId xmlns:a16="http://schemas.microsoft.com/office/drawing/2014/main" id="{157AA86B-DF71-42E1-BB26-E29DD083E79D}"/>
              </a:ext>
            </a:extLst>
          </p:cNvPr>
          <p:cNvSpPr>
            <a:spLocks xmlns:a="http://schemas.openxmlformats.org/drawingml/2006/main" noGrp="1"/>
          </p:cNvSpPr>
          <p:nvPr/>
        </p:nvSpPr>
        <p:spPr>
          <a:xfrm xmlns:a="http://schemas.openxmlformats.org/drawingml/2006/main" rot="0" flipH="0" flipV="0">
            <a:off x="3842966" y="5901440"/>
            <a:ext cx="5842437" cy="195217"/>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2659"/>
              </a:lnSpc>
              <a:buNone/>
            </a:pPr>
          </a:p>
        </p:txBody>
      </p:sp>
      <p:sp>
        <p:nvSpPr>
          <p:cNvPr id="18" name="Freeform 18">
            <a:extLst xmlns:a="http://schemas.openxmlformats.org/drawingml/2006/main">
              <a:ext uri="{FF2B5EF4-FFF2-40B4-BE49-F238E27FC236}">
                <a16:creationId xmlns:a16="http://schemas.microsoft.com/office/drawing/2014/main" id="{89555E27-80A9-4A69-8906-A33870FA4277}"/>
              </a:ext>
            </a:extLst>
          </p:cNvPr>
          <p:cNvSpPr>
            <a:spLocks xmlns:a="http://schemas.openxmlformats.org/drawingml/2006/main" noGrp="1"/>
          </p:cNvSpPr>
          <p:nvPr/>
        </p:nvSpPr>
        <p:spPr>
          <a:xfrm xmlns:a="http://schemas.openxmlformats.org/drawingml/2006/main" rot="0" flipH="0" flipV="0">
            <a:off x="2610178" y="1311639"/>
            <a:ext cx="2744423" cy="5483182"/>
          </a:xfrm>
          <a:custGeom xmlns:a="http://schemas.openxmlformats.org/drawingml/2006/main">
            <a:rect l="l" t="t" r="r" b="b"/>
            <a:pathLst>
              <a:path w="722811" h="1444130">
                <a:moveTo>
                  <a:pt x="0" y="0"/>
                </a:moveTo>
                <a:lnTo>
                  <a:pt x="722811" y="0"/>
                </a:lnTo>
                <a:lnTo>
                  <a:pt x="722811" y="1444130"/>
                </a:lnTo>
                <a:lnTo>
                  <a:pt x="0" y="1444130"/>
                </a:lnTo>
                <a:close/>
              </a:path>
            </a:pathLst>
          </a:custGeom>
          <a:solidFill xmlns:a="http://schemas.openxmlformats.org/drawingml/2006/main">
            <a:srgbClr val="548CA8"/>
          </a:solidFill>
        </p:spPr>
      </p:sp>
      <p:sp>
        <p:nvSpPr>
          <p:cNvPr id="19" name="TextBox 19">
            <a:extLst xmlns:a="http://schemas.openxmlformats.org/drawingml/2006/main">
              <a:ext uri="{FF2B5EF4-FFF2-40B4-BE49-F238E27FC236}">
                <a16:creationId xmlns:a16="http://schemas.microsoft.com/office/drawing/2014/main" id="{A6D1D83A-7E77-4E3B-B2A4-23D7F8395256}"/>
              </a:ext>
            </a:extLst>
          </p:cNvPr>
          <p:cNvSpPr>
            <a:spLocks xmlns:a="http://schemas.openxmlformats.org/drawingml/2006/main" noGrp="1"/>
          </p:cNvSpPr>
          <p:nvPr/>
        </p:nvSpPr>
        <p:spPr>
          <a:xfrm xmlns:a="http://schemas.openxmlformats.org/drawingml/2006/main" rot="0" flipH="0" flipV="0">
            <a:off x="2610178" y="1166979"/>
            <a:ext cx="2744423" cy="5627842"/>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2659"/>
              </a:lnSpc>
              <a:buNone/>
            </a:pPr>
          </a:p>
        </p:txBody>
      </p:sp>
      <p:sp>
        <p:nvSpPr>
          <p:cNvPr id="21" name="Freeform 21">
            <a:extLst xmlns:a="http://schemas.openxmlformats.org/drawingml/2006/main">
              <a:ext uri="{FF2B5EF4-FFF2-40B4-BE49-F238E27FC236}">
                <a16:creationId xmlns:a16="http://schemas.microsoft.com/office/drawing/2014/main" id="{F9289889-DAC4-44CD-B206-1BD2F88EC0B8}"/>
              </a:ext>
            </a:extLst>
          </p:cNvPr>
          <p:cNvSpPr>
            <a:spLocks xmlns:a="http://schemas.openxmlformats.org/drawingml/2006/main" noGrp="1"/>
          </p:cNvSpPr>
          <p:nvPr/>
        </p:nvSpPr>
        <p:spPr>
          <a:xfrm xmlns:a="http://schemas.openxmlformats.org/drawingml/2006/main" rot="0" flipH="0" flipV="0">
            <a:off x="0" y="-203137"/>
            <a:ext cx="4948650" cy="7674693"/>
          </a:xfrm>
          <a:custGeom xmlns:a="http://schemas.openxmlformats.org/drawingml/2006/main">
            <a:rect l="l" t="t" r="r" b="b"/>
            <a:pathLst>
              <a:path w="766675" h="1189011">
                <a:moveTo>
                  <a:pt x="0" y="0"/>
                </a:moveTo>
                <a:lnTo>
                  <a:pt x="766675" y="0"/>
                </a:lnTo>
                <a:lnTo>
                  <a:pt x="766675" y="1189011"/>
                </a:lnTo>
                <a:lnTo>
                  <a:pt x="0" y="1189011"/>
                </a:lnTo>
                <a:close/>
              </a:path>
            </a:pathLst>
          </a:custGeom>
          <a:blipFill xmlns:a="http://schemas.openxmlformats.org/drawingml/2006/main">
            <a:blip xmlns:r="http://schemas.openxmlformats.org/officeDocument/2006/relationships" r:embed="R4dda6da0dc504111"/>
            <a:stretch>
              <a:fillRect l="-107931" t="0" r="-41036" b="0"/>
            </a:stretch>
          </a:blipFill>
        </p:spPr>
      </p:sp>
      <p:sp>
        <p:nvSpPr>
          <p:cNvPr id="22" name="Freeform 22">
            <a:extLst xmlns:a="http://schemas.openxmlformats.org/drawingml/2006/main">
              <a:ext uri="{FF2B5EF4-FFF2-40B4-BE49-F238E27FC236}">
                <a16:creationId xmlns:a16="http://schemas.microsoft.com/office/drawing/2014/main" id="{46D2F9F5-92FD-47A5-93B6-31CE52E53533}"/>
              </a:ext>
            </a:extLst>
          </p:cNvPr>
          <p:cNvSpPr>
            <a:spLocks xmlns:a="http://schemas.openxmlformats.org/drawingml/2006/main" noGrp="1"/>
          </p:cNvSpPr>
          <p:nvPr/>
        </p:nvSpPr>
        <p:spPr>
          <a:xfrm xmlns:a="http://schemas.openxmlformats.org/drawingml/2006/main" rot="0" flipH="0" flipV="0">
            <a:off x="-406909" y="8390017"/>
            <a:ext cx="2162425" cy="2162425"/>
          </a:xfrm>
          <a:custGeom xmlns:a="http://schemas.openxmlformats.org/drawingml/2006/main">
            <a:rect l="l" t="t" r="r" b="b"/>
            <a:pathLst>
              <a:path w="2162425" h="2162425">
                <a:moveTo>
                  <a:pt x="0" y="0"/>
                </a:moveTo>
                <a:lnTo>
                  <a:pt x="2162424" y="0"/>
                </a:lnTo>
                <a:lnTo>
                  <a:pt x="2162424" y="2162424"/>
                </a:lnTo>
                <a:lnTo>
                  <a:pt x="0" y="2162424"/>
                </a:lnTo>
                <a:lnTo>
                  <a:pt x="0" y="0"/>
                </a:lnTo>
                <a:close/>
              </a:path>
            </a:pathLst>
          </a:custGeom>
          <a:blipFill xmlns:a="http://schemas.openxmlformats.org/drawingml/2006/main">
            <a:blip xmlns:r="http://schemas.openxmlformats.org/officeDocument/2006/relationships" r:embed="R59acbd87c49044a0">
              <a:extLst>
                <a:ext uri="{96DAC541-7B7A-43D3-8B79-37D633B846F1}">
                  <asvg:svgBlip xmlns:asvg="http://schemas.microsoft.com/office/drawing/2016/SVG/main" r:embed="R9bb69ca863c248c2"/>
                </a:ext>
              </a:extLst>
            </a:blip>
            <a:stretch>
              <a:fillRect l="0" t="0" r="0" b="0"/>
            </a:stretch>
          </a:blipFill>
        </p:spPr>
      </p:sp>
      <p:sp>
        <p:nvSpPr>
          <p:cNvPr id="23" name="TextBox 23">
            <a:extLst xmlns:a="http://schemas.openxmlformats.org/drawingml/2006/main">
              <a:ext uri="{FF2B5EF4-FFF2-40B4-BE49-F238E27FC236}">
                <a16:creationId xmlns:a16="http://schemas.microsoft.com/office/drawing/2014/main" id="{170EFF46-3E5E-4B6D-BC08-4E74615D09BC}"/>
              </a:ext>
            </a:extLst>
          </p:cNvPr>
          <p:cNvSpPr>
            <a:spLocks xmlns:a="http://schemas.openxmlformats.org/drawingml/2006/main" noGrp="1"/>
          </p:cNvSpPr>
          <p:nvPr/>
        </p:nvSpPr>
        <p:spPr>
          <a:xfrm xmlns:a="http://schemas.openxmlformats.org/drawingml/2006/main" rot="0">
            <a:off x="5264149" y="1009650"/>
            <a:ext cx="11995151" cy="1291463"/>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r">
              <a:lnSpc>
                <a:spcPts val="10169"/>
              </a:lnSpc>
              <a:buNone/>
            </a:pPr>
            <a:r>
              <a:rPr sz="9000" b="1">
                <a:solidFill>
                  <a:srgbClr val="548CA8"/>
                </a:solidFill>
                <a:latin typeface="Poppins Bold"/>
                <a:ea typeface="Poppins Bold"/>
                <a:cs typeface="Poppins Bold"/>
              </a:rPr>
              <a:t/>
            </a:r>
          </a:p>
        </p:txBody>
      </p:sp>
      <p:sp>
        <p:nvSpPr>
          <p:cNvPr id="24" name="TextBox 24">
            <a:extLst xmlns:a="http://schemas.openxmlformats.org/drawingml/2006/main">
              <a:ext uri="{FF2B5EF4-FFF2-40B4-BE49-F238E27FC236}">
                <a16:creationId xmlns:a16="http://schemas.microsoft.com/office/drawing/2014/main" id="{A3783DBD-5518-425D-977D-D49F4E54713C}"/>
              </a:ext>
            </a:extLst>
          </p:cNvPr>
          <p:cNvSpPr>
            <a:spLocks xmlns:a="http://schemas.openxmlformats.org/drawingml/2006/main" noGrp="1"/>
          </p:cNvSpPr>
          <p:nvPr/>
        </p:nvSpPr>
        <p:spPr>
          <a:xfrm xmlns:a="http://schemas.openxmlformats.org/drawingml/2006/main" rot="0">
            <a:off x="8580161" y="3486794"/>
            <a:ext cx="7990447" cy="568833"/>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4479"/>
              </a:lnSpc>
              <a:buNone/>
            </a:pPr>
            <a:r>
              <a:rPr sz="3199">
                <a:solidFill>
                  <a:srgbClr val="FFFFFF"/>
                </a:solidFill>
                <a:latin typeface="Poppins"/>
                <a:ea typeface="Poppins"/>
                <a:cs typeface="Poppins"/>
              </a:rPr>
              <a:t/>
            </a:r>
          </a:p>
        </p:txBody>
      </p:sp>
      <p:sp>
        <p:nvSpPr>
          <p:cNvPr id="25" name="TextBox 25">
            <a:extLst xmlns:a="http://schemas.openxmlformats.org/drawingml/2006/main">
              <a:ext uri="{FF2B5EF4-FFF2-40B4-BE49-F238E27FC236}">
                <a16:creationId xmlns:a16="http://schemas.microsoft.com/office/drawing/2014/main" id="{97841E6B-2517-430E-88ED-661B2F4EABFA}"/>
              </a:ext>
            </a:extLst>
          </p:cNvPr>
          <p:cNvSpPr>
            <a:spLocks xmlns:a="http://schemas.openxmlformats.org/drawingml/2006/main" noGrp="1"/>
          </p:cNvSpPr>
          <p:nvPr/>
        </p:nvSpPr>
        <p:spPr>
          <a:xfrm xmlns:a="http://schemas.openxmlformats.org/drawingml/2006/main" rot="0">
            <a:off x="9437852" y="5010494"/>
            <a:ext cx="6275065" cy="568833"/>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4479"/>
              </a:lnSpc>
              <a:buNone/>
            </a:pPr>
            <a:r>
              <a:rPr sz="3199">
                <a:solidFill>
                  <a:srgbClr val="FFFFFF"/>
                </a:solidFill>
                <a:latin typeface="Poppins"/>
                <a:ea typeface="Poppins"/>
                <a:cs typeface="Poppins"/>
              </a:rPr>
              <a:t/>
            </a:r>
          </a:p>
        </p:txBody>
      </p:sp>
      <p:sp>
        <p:nvSpPr>
          <p:cNvPr id="26" name="TextBox 26">
            <a:extLst xmlns:a="http://schemas.openxmlformats.org/drawingml/2006/main">
              <a:ext uri="{FF2B5EF4-FFF2-40B4-BE49-F238E27FC236}">
                <a16:creationId xmlns:a16="http://schemas.microsoft.com/office/drawing/2014/main" id="{D4D04D3D-D77B-432F-8867-AAE75015AA5F}"/>
              </a:ext>
            </a:extLst>
          </p:cNvPr>
          <p:cNvSpPr>
            <a:spLocks xmlns:a="http://schemas.openxmlformats.org/drawingml/2006/main" noGrp="1"/>
          </p:cNvSpPr>
          <p:nvPr/>
        </p:nvSpPr>
        <p:spPr>
          <a:xfrm xmlns:a="http://schemas.openxmlformats.org/drawingml/2006/main" rot="0">
            <a:off x="9437852" y="6527828"/>
            <a:ext cx="6275065" cy="568833"/>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4479"/>
              </a:lnSpc>
              <a:buNone/>
            </a:pPr>
            <a:r>
              <a:rPr sz="3199">
                <a:solidFill>
                  <a:srgbClr val="FFFFFF"/>
                </a:solidFill>
                <a:latin typeface="Poppins"/>
                <a:ea typeface="Poppins"/>
                <a:cs typeface="Poppins"/>
              </a:rPr>
              <a:t/>
            </a:r>
          </a:p>
        </p:txBody>
      </p:sp>
      <p:sp>
        <p:nvSpPr>
          <p:cNvPr id="27" name="TextBox 27">
            <a:extLst xmlns:a="http://schemas.openxmlformats.org/drawingml/2006/main">
              <a:ext uri="{FF2B5EF4-FFF2-40B4-BE49-F238E27FC236}">
                <a16:creationId xmlns:a16="http://schemas.microsoft.com/office/drawing/2014/main" id="{7D55FCCB-CF6B-424D-A14D-14B4901E7646}"/>
              </a:ext>
            </a:extLst>
          </p:cNvPr>
          <p:cNvSpPr>
            <a:spLocks xmlns:a="http://schemas.openxmlformats.org/drawingml/2006/main" noGrp="1"/>
          </p:cNvSpPr>
          <p:nvPr/>
        </p:nvSpPr>
        <p:spPr>
          <a:xfrm xmlns:a="http://schemas.openxmlformats.org/drawingml/2006/main" rot="0">
            <a:off x="9437852" y="8063936"/>
            <a:ext cx="6275065" cy="568833"/>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4479"/>
              </a:lnSpc>
              <a:buNone/>
            </a:pPr>
            <a:r>
              <a:rPr sz="3199">
                <a:solidFill>
                  <a:srgbClr val="FFFFFF"/>
                </a:solidFill>
                <a:latin typeface="Poppins"/>
                <a:ea typeface="Poppins"/>
                <a:cs typeface="Poppins"/>
              </a:rPr>
              <a:t/>
            </a:r>
          </a:p>
        </p:txBody>
      </p:sp>
      <p:sp>
        <p:nvSpPr>
          <p:cNvPr id="28" name="">
            <a:extLst xmlns:a="http://schemas.openxmlformats.org/drawingml/2006/main">
              <a:ext uri="{FF2B5EF4-FFF2-40B4-BE49-F238E27FC236}">
                <a16:creationId xmlns:a16="http://schemas.microsoft.com/office/drawing/2014/main" id="{66593450-8ECB-4EDE-8AD4-C21EAD303DC0}"/>
              </a:ext>
            </a:extLst>
          </p:cNvPr>
          <p:cNvSpPr>
            <a:spLocks xmlns:a="http://schemas.openxmlformats.org/drawingml/2006/main" noGrp="1"/>
          </p:cNvSpPr>
          <p:nvPr/>
        </p:nvSpPr>
        <p:spPr>
          <a:xfrm xmlns:a="http://schemas.openxmlformats.org/drawingml/2006/main">
            <a:off x="685800" y="2333625"/>
            <a:ext cx="15859125" cy="62865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9" name="">
            <a:extLst xmlns:a="http://schemas.openxmlformats.org/drawingml/2006/main">
              <a:ext uri="{FF2B5EF4-FFF2-40B4-BE49-F238E27FC236}">
                <a16:creationId xmlns:a16="http://schemas.microsoft.com/office/drawing/2014/main" id="{8E5A5732-F74C-4732-A7B5-218061285D51}"/>
              </a:ext>
            </a:extLst>
          </p:cNvPr>
          <p:cNvSpPr>
            <a:spLocks xmlns:a="http://schemas.openxmlformats.org/drawingml/2006/main" noGrp="1"/>
          </p:cNvSpPr>
          <p:nvPr/>
        </p:nvSpPr>
        <p:spPr>
          <a:xfrm xmlns:a="http://schemas.openxmlformats.org/drawingml/2006/main">
            <a:off x="1047750" y="647700"/>
            <a:ext cx="762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1">
                <a:solidFill>
                  <a:srgbClr val="2686C5"/>
                </a:solidFill>
              </a:defRPr>
            </a:defPPr>
            <a:lvl1pPr>
              <a:defRPr sz="1200" b="1">
                <a:solidFill>
                  <a:srgbClr val="2686C5"/>
                </a:solidFill>
              </a:defRPr>
            </a:lvl1pPr>
            <a:lvl2pPr>
              <a:defRPr sz="1200" b="1">
                <a:solidFill>
                  <a:srgbClr val="2686C5"/>
                </a:solidFill>
              </a:defRPr>
            </a:lvl2pPr>
            <a:lvl3pPr>
              <a:defRPr sz="1200" b="1">
                <a:solidFill>
                  <a:srgbClr val="2686C5"/>
                </a:solidFill>
              </a:defRPr>
            </a:lvl3pPr>
            <a:lvl4pPr>
              <a:defRPr sz="1200" b="1">
                <a:solidFill>
                  <a:srgbClr val="2686C5"/>
                </a:solidFill>
              </a:defRPr>
            </a:lvl4pPr>
            <a:lvl5pPr>
              <a:defRPr sz="1200" b="1">
                <a:solidFill>
                  <a:srgbClr val="2686C5"/>
                </a:solidFill>
              </a:defRPr>
            </a:lvl5pPr>
            <a:lvl6pPr>
              <a:defRPr sz="1200" b="1">
                <a:solidFill>
                  <a:srgbClr val="2686C5"/>
                </a:solidFill>
              </a:defRPr>
            </a:lvl6pPr>
            <a:lvl7pPr>
              <a:defRPr sz="1200" b="1">
                <a:solidFill>
                  <a:srgbClr val="2686C5"/>
                </a:solidFill>
              </a:defRPr>
            </a:lvl7pPr>
            <a:lvl8pPr>
              <a:defRPr sz="1200" b="1">
                <a:solidFill>
                  <a:srgbClr val="2686C5"/>
                </a:solidFill>
              </a:defRPr>
            </a:lvl8pPr>
            <a:lvl9pPr>
              <a:defRPr sz="1200" b="1">
                <a:solidFill>
                  <a:srgbClr val="2686C5"/>
                </a:solidFill>
              </a:defRPr>
            </a:lvl9pPr>
          </a:lstStyle>
          <a:p xmlns:a="http://schemas.openxmlformats.org/drawingml/2006/main">
            <a:pPr>
              <a:defRPr sz="1200" b="1">
                <a:solidFill>
                  <a:srgbClr val="2686C5"/>
                </a:solidFill>
              </a:defRPr>
            </a:pPr>
            <a:r>
              <a:rPr sz="1200" b="1">
                <a:solidFill>
                  <a:srgbClr val="2686C5"/>
                </a:solidFill>
              </a:rPr>
              <a:t>05</a:t>
            </a:r>
          </a:p>
        </p:txBody>
      </p:sp>
      <p:sp>
        <p:nvSpPr>
          <p:cNvPr id="30" name="">
            <a:extLst xmlns:a="http://schemas.openxmlformats.org/drawingml/2006/main">
              <a:ext uri="{FF2B5EF4-FFF2-40B4-BE49-F238E27FC236}">
                <a16:creationId xmlns:a16="http://schemas.microsoft.com/office/drawing/2014/main" id="{4C651F98-DDB2-45D0-BD3F-0709D81FB905}"/>
              </a:ext>
            </a:extLst>
          </p:cNvPr>
          <p:cNvSpPr>
            <a:spLocks xmlns:a="http://schemas.openxmlformats.org/drawingml/2006/main" noGrp="1"/>
          </p:cNvSpPr>
          <p:nvPr/>
        </p:nvSpPr>
        <p:spPr>
          <a:xfrm xmlns:a="http://schemas.openxmlformats.org/drawingml/2006/main">
            <a:off x="1047750" y="990600"/>
            <a:ext cx="15240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750" b="1">
                <a:solidFill>
                  <a:srgbClr val="1E5AA8"/>
                </a:solidFill>
              </a:defRPr>
            </a:defPPr>
            <a:lvl1pPr>
              <a:defRPr sz="3750" b="1">
                <a:solidFill>
                  <a:srgbClr val="1E5AA8"/>
                </a:solidFill>
              </a:defRPr>
            </a:lvl1pPr>
            <a:lvl2pPr>
              <a:defRPr sz="3750" b="1">
                <a:solidFill>
                  <a:srgbClr val="1E5AA8"/>
                </a:solidFill>
              </a:defRPr>
            </a:lvl2pPr>
            <a:lvl3pPr>
              <a:defRPr sz="3750" b="1">
                <a:solidFill>
                  <a:srgbClr val="1E5AA8"/>
                </a:solidFill>
              </a:defRPr>
            </a:lvl3pPr>
            <a:lvl4pPr>
              <a:defRPr sz="3750" b="1">
                <a:solidFill>
                  <a:srgbClr val="1E5AA8"/>
                </a:solidFill>
              </a:defRPr>
            </a:lvl4pPr>
            <a:lvl5pPr>
              <a:defRPr sz="3750" b="1">
                <a:solidFill>
                  <a:srgbClr val="1E5AA8"/>
                </a:solidFill>
              </a:defRPr>
            </a:lvl5pPr>
            <a:lvl6pPr>
              <a:defRPr sz="3750" b="1">
                <a:solidFill>
                  <a:srgbClr val="1E5AA8"/>
                </a:solidFill>
              </a:defRPr>
            </a:lvl6pPr>
            <a:lvl7pPr>
              <a:defRPr sz="3750" b="1">
                <a:solidFill>
                  <a:srgbClr val="1E5AA8"/>
                </a:solidFill>
              </a:defRPr>
            </a:lvl7pPr>
            <a:lvl8pPr>
              <a:defRPr sz="3750" b="1">
                <a:solidFill>
                  <a:srgbClr val="1E5AA8"/>
                </a:solidFill>
              </a:defRPr>
            </a:lvl8pPr>
            <a:lvl9pPr>
              <a:defRPr sz="3750" b="1">
                <a:solidFill>
                  <a:srgbClr val="1E5AA8"/>
                </a:solidFill>
              </a:defRPr>
            </a:lvl9pPr>
          </a:lstStyle>
          <a:p xmlns:a="http://schemas.openxmlformats.org/drawingml/2006/main">
            <a:pPr>
              <a:defRPr sz="3750" b="1">
                <a:solidFill>
                  <a:srgbClr val="1E5AA8"/>
                </a:solidFill>
              </a:defRPr>
            </a:pPr>
            <a:r>
              <a:rPr sz="3750" b="1">
                <a:solidFill>
                  <a:srgbClr val="1E5AA8"/>
                </a:solidFill>
              </a:rPr>
              <a:t>AI UI Generation</a:t>
            </a:r>
          </a:p>
        </p:txBody>
      </p:sp>
      <p:sp>
        <p:nvSpPr>
          <p:cNvPr id="31" name="">
            <a:extLst xmlns:a="http://schemas.openxmlformats.org/drawingml/2006/main">
              <a:ext uri="{FF2B5EF4-FFF2-40B4-BE49-F238E27FC236}">
                <a16:creationId xmlns:a16="http://schemas.microsoft.com/office/drawing/2014/main" id="{EB273027-7074-4E85-847D-FB27FC7499E6}"/>
              </a:ext>
            </a:extLst>
          </p:cNvPr>
          <p:cNvSpPr>
            <a:spLocks xmlns:a="http://schemas.openxmlformats.org/drawingml/2006/main" noGrp="1"/>
          </p:cNvSpPr>
          <p:nvPr/>
        </p:nvSpPr>
        <p:spPr>
          <a:xfrm xmlns:a="http://schemas.openxmlformats.org/drawingml/2006/main">
            <a:off x="1066800" y="1866900"/>
            <a:ext cx="14287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a:solidFill>
                  <a:srgbClr val="536878"/>
                </a:solidFill>
              </a:defRPr>
            </a:defPPr>
            <a:lvl1pPr>
              <a:defRPr sz="1575">
                <a:solidFill>
                  <a:srgbClr val="536878"/>
                </a:solidFill>
              </a:defRPr>
            </a:lvl1pPr>
            <a:lvl2pPr>
              <a:defRPr sz="1575">
                <a:solidFill>
                  <a:srgbClr val="536878"/>
                </a:solidFill>
              </a:defRPr>
            </a:lvl2pPr>
            <a:lvl3pPr>
              <a:defRPr sz="1575">
                <a:solidFill>
                  <a:srgbClr val="536878"/>
                </a:solidFill>
              </a:defRPr>
            </a:lvl3pPr>
            <a:lvl4pPr>
              <a:defRPr sz="1575">
                <a:solidFill>
                  <a:srgbClr val="536878"/>
                </a:solidFill>
              </a:defRPr>
            </a:lvl4pPr>
            <a:lvl5pPr>
              <a:defRPr sz="1575">
                <a:solidFill>
                  <a:srgbClr val="536878"/>
                </a:solidFill>
              </a:defRPr>
            </a:lvl5pPr>
            <a:lvl6pPr>
              <a:defRPr sz="1575">
                <a:solidFill>
                  <a:srgbClr val="536878"/>
                </a:solidFill>
              </a:defRPr>
            </a:lvl6pPr>
            <a:lvl7pPr>
              <a:defRPr sz="1575">
                <a:solidFill>
                  <a:srgbClr val="536878"/>
                </a:solidFill>
              </a:defRPr>
            </a:lvl7pPr>
            <a:lvl8pPr>
              <a:defRPr sz="1575">
                <a:solidFill>
                  <a:srgbClr val="536878"/>
                </a:solidFill>
              </a:defRPr>
            </a:lvl8pPr>
            <a:lvl9pPr>
              <a:defRPr sz="1575">
                <a:solidFill>
                  <a:srgbClr val="536878"/>
                </a:solidFill>
              </a:defRPr>
            </a:lvl9pPr>
          </a:lstStyle>
          <a:p xmlns:a="http://schemas.openxmlformats.org/drawingml/2006/main">
            <a:pPr>
              <a:defRPr sz="1575">
                <a:solidFill>
                  <a:srgbClr val="536878"/>
                </a:solidFill>
              </a:defRPr>
            </a:pPr>
            <a:r>
              <a:rPr sz="1575">
                <a:solidFill>
                  <a:srgbClr val="536878"/>
                </a:solidFill>
              </a:rPr>
              <a:t>Google Stitch được dùng để tạo bản UI đầu; prompt, ảnh đầu ra và thay đổi được lưu trong repository.</a:t>
            </a:r>
          </a:p>
        </p:txBody>
      </p:sp>
      <p:pic>
        <p:nvPicPr>
          <p:cNvPr id="32" name="">
            <a:extLst xmlns:a="http://schemas.openxmlformats.org/drawingml/2006/main">
              <a:ext uri="{FF2B5EF4-FFF2-40B4-BE49-F238E27FC236}">
                <a16:creationId xmlns:a16="http://schemas.microsoft.com/office/drawing/2014/main" id="{6DAD5A2C-3C5B-446B-B171-3FB175AB4AFA}"/>
              </a:ext>
            </a:extLst>
          </p:cNvPr>
          <p:cNvPicPr>
            <a:picLocks xmlns:a="http://schemas.openxmlformats.org/drawingml/2006/main" noChangeAspect="1"/>
          </p:cNvPicPr>
          <p:nvPr/>
        </p:nvPicPr>
        <p:blipFill>
          <a:blip xmlns:r="http://schemas.openxmlformats.org/officeDocument/2006/relationships" xmlns:a="http://schemas.openxmlformats.org/drawingml/2006/main" r:embed="Rdd50f648940d4390"/>
          <a:stretch xmlns:a="http://schemas.openxmlformats.org/drawingml/2006/main"/>
        </p:blipFill>
        <p:spPr>
          <a:xfrm xmlns:a="http://schemas.openxmlformats.org/drawingml/2006/main">
            <a:off x="9906000" y="3934848"/>
            <a:ext cx="5143500" cy="2893554"/>
          </a:xfrm>
          <a:prstGeom xmlns:a="http://schemas.openxmlformats.org/drawingml/2006/main" prst="roundRect">
            <a:avLst>
              <a:gd name="adj" fmla="val 1481"/>
            </a:avLst>
          </a:prstGeom>
        </p:spPr>
      </p:pic>
      <p:sp>
        <p:nvSpPr>
          <p:cNvPr id="33" name="">
            <a:extLst xmlns:a="http://schemas.openxmlformats.org/drawingml/2006/main">
              <a:ext uri="{FF2B5EF4-FFF2-40B4-BE49-F238E27FC236}">
                <a16:creationId xmlns:a16="http://schemas.microsoft.com/office/drawing/2014/main" id="{434EBEC1-A272-4234-9348-8494483FE239}"/>
              </a:ext>
            </a:extLst>
          </p:cNvPr>
          <p:cNvSpPr>
            <a:spLocks xmlns:a="http://schemas.openxmlformats.org/drawingml/2006/main" noGrp="1"/>
          </p:cNvSpPr>
          <p:nvPr/>
        </p:nvSpPr>
        <p:spPr>
          <a:xfrm xmlns:a="http://schemas.openxmlformats.org/drawingml/2006/main">
            <a:off x="1238250" y="2714625"/>
            <a:ext cx="619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1">
                <a:solidFill>
                  <a:srgbClr val="1E5AA8"/>
                </a:solidFill>
              </a:defRPr>
            </a:defPPr>
            <a:lvl1pPr>
              <a:defRPr sz="1800" b="1">
                <a:solidFill>
                  <a:srgbClr val="1E5AA8"/>
                </a:solidFill>
              </a:defRPr>
            </a:lvl1pPr>
            <a:lvl2pPr>
              <a:defRPr sz="1800" b="1">
                <a:solidFill>
                  <a:srgbClr val="1E5AA8"/>
                </a:solidFill>
              </a:defRPr>
            </a:lvl2pPr>
            <a:lvl3pPr>
              <a:defRPr sz="1800" b="1">
                <a:solidFill>
                  <a:srgbClr val="1E5AA8"/>
                </a:solidFill>
              </a:defRPr>
            </a:lvl3pPr>
            <a:lvl4pPr>
              <a:defRPr sz="1800" b="1">
                <a:solidFill>
                  <a:srgbClr val="1E5AA8"/>
                </a:solidFill>
              </a:defRPr>
            </a:lvl4pPr>
            <a:lvl5pPr>
              <a:defRPr sz="1800" b="1">
                <a:solidFill>
                  <a:srgbClr val="1E5AA8"/>
                </a:solidFill>
              </a:defRPr>
            </a:lvl5pPr>
            <a:lvl6pPr>
              <a:defRPr sz="1800" b="1">
                <a:solidFill>
                  <a:srgbClr val="1E5AA8"/>
                </a:solidFill>
              </a:defRPr>
            </a:lvl6pPr>
            <a:lvl7pPr>
              <a:defRPr sz="1800" b="1">
                <a:solidFill>
                  <a:srgbClr val="1E5AA8"/>
                </a:solidFill>
              </a:defRPr>
            </a:lvl7pPr>
            <a:lvl8pPr>
              <a:defRPr sz="1800" b="1">
                <a:solidFill>
                  <a:srgbClr val="1E5AA8"/>
                </a:solidFill>
              </a:defRPr>
            </a:lvl8pPr>
            <a:lvl9pPr>
              <a:defRPr sz="1800" b="1">
                <a:solidFill>
                  <a:srgbClr val="1E5AA8"/>
                </a:solidFill>
              </a:defRPr>
            </a:lvl9pPr>
          </a:lstStyle>
          <a:p xmlns:a="http://schemas.openxmlformats.org/drawingml/2006/main">
            <a:pPr>
              <a:defRPr sz="1800" b="1">
                <a:solidFill>
                  <a:srgbClr val="1E5AA8"/>
                </a:solidFill>
              </a:defRPr>
            </a:pPr>
            <a:r>
              <a:rPr sz="1800" b="1">
                <a:solidFill>
                  <a:srgbClr val="1E5AA8"/>
                </a:solidFill>
              </a:rPr>
              <a:t>Prompt khởi đầu (P00)</a:t>
            </a:r>
          </a:p>
        </p:txBody>
      </p:sp>
      <p:sp>
        <p:nvSpPr>
          <p:cNvPr id="34" name="">
            <a:extLst xmlns:a="http://schemas.openxmlformats.org/drawingml/2006/main">
              <a:ext uri="{FF2B5EF4-FFF2-40B4-BE49-F238E27FC236}">
                <a16:creationId xmlns:a16="http://schemas.microsoft.com/office/drawing/2014/main" id="{78674F2B-267F-4F0D-B47F-1FF1ECE84096}"/>
              </a:ext>
            </a:extLst>
          </p:cNvPr>
          <p:cNvSpPr>
            <a:spLocks xmlns:a="http://schemas.openxmlformats.org/drawingml/2006/main" noGrp="1"/>
          </p:cNvSpPr>
          <p:nvPr/>
        </p:nvSpPr>
        <p:spPr>
          <a:xfrm xmlns:a="http://schemas.openxmlformats.org/drawingml/2006/main">
            <a:off x="1238250" y="3286125"/>
            <a:ext cx="65722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a:solidFill>
                  <a:srgbClr val="111827"/>
                </a:solidFill>
              </a:defRPr>
            </a:defPPr>
            <a:lvl1pPr>
              <a:defRPr sz="1725">
                <a:solidFill>
                  <a:srgbClr val="111827"/>
                </a:solidFill>
              </a:defRPr>
            </a:lvl1pPr>
            <a:lvl2pPr>
              <a:defRPr sz="1725">
                <a:solidFill>
                  <a:srgbClr val="111827"/>
                </a:solidFill>
              </a:defRPr>
            </a:lvl2pPr>
            <a:lvl3pPr>
              <a:defRPr sz="1725">
                <a:solidFill>
                  <a:srgbClr val="111827"/>
                </a:solidFill>
              </a:defRPr>
            </a:lvl3pPr>
            <a:lvl4pPr>
              <a:defRPr sz="1725">
                <a:solidFill>
                  <a:srgbClr val="111827"/>
                </a:solidFill>
              </a:defRPr>
            </a:lvl4pPr>
            <a:lvl5pPr>
              <a:defRPr sz="1725">
                <a:solidFill>
                  <a:srgbClr val="111827"/>
                </a:solidFill>
              </a:defRPr>
            </a:lvl5pPr>
            <a:lvl6pPr>
              <a:defRPr sz="1725">
                <a:solidFill>
                  <a:srgbClr val="111827"/>
                </a:solidFill>
              </a:defRPr>
            </a:lvl6pPr>
            <a:lvl7pPr>
              <a:defRPr sz="1725">
                <a:solidFill>
                  <a:srgbClr val="111827"/>
                </a:solidFill>
              </a:defRPr>
            </a:lvl7pPr>
            <a:lvl8pPr>
              <a:defRPr sz="1725">
                <a:solidFill>
                  <a:srgbClr val="111827"/>
                </a:solidFill>
              </a:defRPr>
            </a:lvl8pPr>
            <a:lvl9pPr>
              <a:defRPr sz="1725">
                <a:solidFill>
                  <a:srgbClr val="111827"/>
                </a:solidFill>
              </a:defRPr>
            </a:lvl9pPr>
          </a:lstStyle>
          <a:p xmlns:a="http://schemas.openxmlformats.org/drawingml/2006/main">
            <a:pPr>
              <a:defRPr sz="1725">
                <a:solidFill>
                  <a:srgbClr val="111827"/>
                </a:solidFill>
              </a:defRPr>
            </a:pPr>
            <a:r>
              <a:rPr sz="1725">
                <a:solidFill>
                  <a:srgbClr val="111827"/>
                </a:solidFill>
              </a:rPr>
              <a:t>“Thiết kế ứng dụng Android Power9 Family Routine cho Linh. Ưu tiên các thói quen 3–10 phút, thao tác nhanh, nhãn rõ ràng và phản hồi lưu thành công.”</a:t>
            </a:r>
          </a:p>
        </p:txBody>
      </p:sp>
      <p:sp>
        <p:nvSpPr>
          <p:cNvPr id="35" name="">
            <a:extLst xmlns:a="http://schemas.openxmlformats.org/drawingml/2006/main">
              <a:ext uri="{FF2B5EF4-FFF2-40B4-BE49-F238E27FC236}">
                <a16:creationId xmlns:a16="http://schemas.microsoft.com/office/drawing/2014/main" id="{0E0F9419-FA0B-4F57-9646-737CAA53D2A0}"/>
              </a:ext>
            </a:extLst>
          </p:cNvPr>
          <p:cNvSpPr>
            <a:spLocks xmlns:a="http://schemas.openxmlformats.org/drawingml/2006/main" noGrp="1"/>
          </p:cNvSpPr>
          <p:nvPr/>
        </p:nvSpPr>
        <p:spPr>
          <a:xfrm xmlns:a="http://schemas.openxmlformats.org/drawingml/2006/main">
            <a:off x="1238250" y="5048250"/>
            <a:ext cx="6858000" cy="1714500"/>
          </a:xfrm>
          <a:prstGeom xmlns:a="http://schemas.openxmlformats.org/drawingml/2006/main" prst="roundRect">
            <a:avLst>
              <a:gd name="adj" fmla="val 6667"/>
            </a:avLst>
          </a:prstGeom>
          <a:solidFill xmlns:a="http://schemas.openxmlformats.org/drawingml/2006/main">
            <a:srgbClr val="FFFFFF"/>
          </a:solidFill>
          <a:ln xmlns:a="http://schemas.openxmlformats.org/drawingml/2006/main" w="9525">
            <a:solidFill>
              <a:srgbClr val="D6E3ED"/>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6" name="">
            <a:extLst xmlns:a="http://schemas.openxmlformats.org/drawingml/2006/main">
              <a:ext uri="{FF2B5EF4-FFF2-40B4-BE49-F238E27FC236}">
                <a16:creationId xmlns:a16="http://schemas.microsoft.com/office/drawing/2014/main" id="{C96F0DE7-50F5-46BD-953E-C5E7C29F0878}"/>
              </a:ext>
            </a:extLst>
          </p:cNvPr>
          <p:cNvSpPr>
            <a:spLocks xmlns:a="http://schemas.openxmlformats.org/drawingml/2006/main" noGrp="1"/>
          </p:cNvSpPr>
          <p:nvPr/>
        </p:nvSpPr>
        <p:spPr>
          <a:xfrm xmlns:a="http://schemas.openxmlformats.org/drawingml/2006/main">
            <a:off x="1238250" y="5048250"/>
            <a:ext cx="95250" cy="1714500"/>
          </a:xfrm>
          <a:prstGeom xmlns:a="http://schemas.openxmlformats.org/drawingml/2006/main" prst="rect">
            <a:avLst/>
          </a:prstGeom>
          <a:solidFill xmlns:a="http://schemas.openxmlformats.org/drawingml/2006/main">
            <a:srgbClr val="2686C5"/>
          </a:solidFill>
          <a:ln xmlns:a="http://schemas.openxmlformats.org/drawingml/2006/main" w="0">
            <a:solidFill>
              <a:srgbClr val="2686C5"/>
            </a:solidFill>
            <a:prstDash val="solid"/>
          </a:ln>
        </p:spPr>
      </p:sp>
      <p:sp>
        <p:nvSpPr>
          <p:cNvPr id="37" name="">
            <a:extLst xmlns:a="http://schemas.openxmlformats.org/drawingml/2006/main">
              <a:ext uri="{FF2B5EF4-FFF2-40B4-BE49-F238E27FC236}">
                <a16:creationId xmlns:a16="http://schemas.microsoft.com/office/drawing/2014/main" id="{FE17AFC5-4F84-4F95-BB7A-3D02633A3666}"/>
              </a:ext>
            </a:extLst>
          </p:cNvPr>
          <p:cNvSpPr>
            <a:spLocks xmlns:a="http://schemas.openxmlformats.org/drawingml/2006/main" noGrp="1"/>
          </p:cNvSpPr>
          <p:nvPr/>
        </p:nvSpPr>
        <p:spPr>
          <a:xfrm xmlns:a="http://schemas.openxmlformats.org/drawingml/2006/main">
            <a:off x="1524000" y="5257800"/>
            <a:ext cx="6324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1E5AA8"/>
                </a:solidFill>
              </a:defRPr>
            </a:defPPr>
            <a:lvl1pPr>
              <a:defRPr sz="2025" b="1">
                <a:solidFill>
                  <a:srgbClr val="1E5AA8"/>
                </a:solidFill>
              </a:defRPr>
            </a:lvl1pPr>
            <a:lvl2pPr>
              <a:defRPr sz="2025" b="1">
                <a:solidFill>
                  <a:srgbClr val="1E5AA8"/>
                </a:solidFill>
              </a:defRPr>
            </a:lvl2pPr>
            <a:lvl3pPr>
              <a:defRPr sz="2025" b="1">
                <a:solidFill>
                  <a:srgbClr val="1E5AA8"/>
                </a:solidFill>
              </a:defRPr>
            </a:lvl3pPr>
            <a:lvl4pPr>
              <a:defRPr sz="2025" b="1">
                <a:solidFill>
                  <a:srgbClr val="1E5AA8"/>
                </a:solidFill>
              </a:defRPr>
            </a:lvl4pPr>
            <a:lvl5pPr>
              <a:defRPr sz="2025" b="1">
                <a:solidFill>
                  <a:srgbClr val="1E5AA8"/>
                </a:solidFill>
              </a:defRPr>
            </a:lvl5pPr>
            <a:lvl6pPr>
              <a:defRPr sz="2025" b="1">
                <a:solidFill>
                  <a:srgbClr val="1E5AA8"/>
                </a:solidFill>
              </a:defRPr>
            </a:lvl6pPr>
            <a:lvl7pPr>
              <a:defRPr sz="2025" b="1">
                <a:solidFill>
                  <a:srgbClr val="1E5AA8"/>
                </a:solidFill>
              </a:defRPr>
            </a:lvl7pPr>
            <a:lvl8pPr>
              <a:defRPr sz="2025" b="1">
                <a:solidFill>
                  <a:srgbClr val="1E5AA8"/>
                </a:solidFill>
              </a:defRPr>
            </a:lvl8pPr>
            <a:lvl9pPr>
              <a:defRPr sz="2025" b="1">
                <a:solidFill>
                  <a:srgbClr val="1E5AA8"/>
                </a:solidFill>
              </a:defRPr>
            </a:lvl9pPr>
          </a:lstStyle>
          <a:p xmlns:a="http://schemas.openxmlformats.org/drawingml/2006/main">
            <a:pPr>
              <a:defRPr sz="2025" b="1">
                <a:solidFill>
                  <a:srgbClr val="1E5AA8"/>
                </a:solidFill>
              </a:defRPr>
            </a:pPr>
            <a:r>
              <a:rPr sz="2025" b="1">
                <a:solidFill>
                  <a:srgbClr val="1E5AA8"/>
                </a:solidFill>
              </a:rPr>
              <a:t>Ràng buộc đưa vào prompt</a:t>
            </a:r>
          </a:p>
        </p:txBody>
      </p:sp>
      <p:sp>
        <p:nvSpPr>
          <p:cNvPr id="38" name="">
            <a:extLst xmlns:a="http://schemas.openxmlformats.org/drawingml/2006/main">
              <a:ext uri="{FF2B5EF4-FFF2-40B4-BE49-F238E27FC236}">
                <a16:creationId xmlns:a16="http://schemas.microsoft.com/office/drawing/2014/main" id="{4993FB64-6E2C-4FD9-88BD-77868A77B371}"/>
              </a:ext>
            </a:extLst>
          </p:cNvPr>
          <p:cNvSpPr>
            <a:spLocks xmlns:a="http://schemas.openxmlformats.org/drawingml/2006/main" noGrp="1"/>
          </p:cNvSpPr>
          <p:nvPr/>
        </p:nvSpPr>
        <p:spPr>
          <a:xfrm xmlns:a="http://schemas.openxmlformats.org/drawingml/2006/main">
            <a:off x="1524000" y="5791200"/>
            <a:ext cx="63246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a:solidFill>
                  <a:srgbClr val="334155"/>
                </a:solidFill>
              </a:defRPr>
            </a:defPPr>
            <a:lvl1pPr>
              <a:defRPr sz="1500">
                <a:solidFill>
                  <a:srgbClr val="334155"/>
                </a:solidFill>
              </a:defRPr>
            </a:lvl1pPr>
            <a:lvl2pPr>
              <a:defRPr sz="1500">
                <a:solidFill>
                  <a:srgbClr val="334155"/>
                </a:solidFill>
              </a:defRPr>
            </a:lvl2pPr>
            <a:lvl3pPr>
              <a:defRPr sz="1500">
                <a:solidFill>
                  <a:srgbClr val="334155"/>
                </a:solidFill>
              </a:defRPr>
            </a:lvl3pPr>
            <a:lvl4pPr>
              <a:defRPr sz="1500">
                <a:solidFill>
                  <a:srgbClr val="334155"/>
                </a:solidFill>
              </a:defRPr>
            </a:lvl4pPr>
            <a:lvl5pPr>
              <a:defRPr sz="1500">
                <a:solidFill>
                  <a:srgbClr val="334155"/>
                </a:solidFill>
              </a:defRPr>
            </a:lvl5pPr>
            <a:lvl6pPr>
              <a:defRPr sz="1500">
                <a:solidFill>
                  <a:srgbClr val="334155"/>
                </a:solidFill>
              </a:defRPr>
            </a:lvl6pPr>
            <a:lvl7pPr>
              <a:defRPr sz="1500">
                <a:solidFill>
                  <a:srgbClr val="334155"/>
                </a:solidFill>
              </a:defRPr>
            </a:lvl7pPr>
            <a:lvl8pPr>
              <a:defRPr sz="1500">
                <a:solidFill>
                  <a:srgbClr val="334155"/>
                </a:solidFill>
              </a:defRPr>
            </a:lvl8pPr>
            <a:lvl9pPr>
              <a:defRPr sz="1500">
                <a:solidFill>
                  <a:srgbClr val="334155"/>
                </a:solidFill>
              </a:defRPr>
            </a:lvl9pPr>
          </a:lstStyle>
          <a:p xmlns:a="http://schemas.openxmlformats.org/drawingml/2006/main">
            <a:pPr>
              <a:defRPr sz="1500">
                <a:solidFill>
                  <a:srgbClr val="334155"/>
                </a:solidFill>
              </a:defRPr>
            </a:pPr>
            <a:r>
              <a:rPr sz="1500">
                <a:solidFill>
                  <a:srgbClr val="334155"/>
                </a:solidFill>
              </a:rPr>
              <a:t>Giao diện Android; tiếng Việt có dấu; nút lớn; nội dung gần gũi; hiển thị thời lượng trên card; không dùng gradient.</a:t>
            </a:r>
          </a:p>
        </p:txBody>
      </p:sp>
      <p:sp>
        <p:nvSpPr>
          <p:cNvPr id="39" name="">
            <a:extLst xmlns:a="http://schemas.openxmlformats.org/drawingml/2006/main">
              <a:ext uri="{FF2B5EF4-FFF2-40B4-BE49-F238E27FC236}">
                <a16:creationId xmlns:a16="http://schemas.microsoft.com/office/drawing/2014/main" id="{E383E116-3923-45AD-86E0-D4EED575BEEC}"/>
              </a:ext>
            </a:extLst>
          </p:cNvPr>
          <p:cNvSpPr>
            <a:spLocks xmlns:a="http://schemas.openxmlformats.org/drawingml/2006/main" noGrp="1"/>
          </p:cNvSpPr>
          <p:nvPr/>
        </p:nvSpPr>
        <p:spPr>
          <a:xfrm xmlns:a="http://schemas.openxmlformats.org/drawingml/2006/main">
            <a:off x="1238250" y="7524750"/>
            <a:ext cx="7429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a:solidFill>
                  <a:srgbClr val="536878"/>
                </a:solidFill>
              </a:defRPr>
            </a:defPPr>
            <a:lvl1pPr>
              <a:defRPr sz="1125">
                <a:solidFill>
                  <a:srgbClr val="536878"/>
                </a:solidFill>
              </a:defRPr>
            </a:lvl1pPr>
            <a:lvl2pPr>
              <a:defRPr sz="1125">
                <a:solidFill>
                  <a:srgbClr val="536878"/>
                </a:solidFill>
              </a:defRPr>
            </a:lvl2pPr>
            <a:lvl3pPr>
              <a:defRPr sz="1125">
                <a:solidFill>
                  <a:srgbClr val="536878"/>
                </a:solidFill>
              </a:defRPr>
            </a:lvl3pPr>
            <a:lvl4pPr>
              <a:defRPr sz="1125">
                <a:solidFill>
                  <a:srgbClr val="536878"/>
                </a:solidFill>
              </a:defRPr>
            </a:lvl4pPr>
            <a:lvl5pPr>
              <a:defRPr sz="1125">
                <a:solidFill>
                  <a:srgbClr val="536878"/>
                </a:solidFill>
              </a:defRPr>
            </a:lvl5pPr>
            <a:lvl6pPr>
              <a:defRPr sz="1125">
                <a:solidFill>
                  <a:srgbClr val="536878"/>
                </a:solidFill>
              </a:defRPr>
            </a:lvl6pPr>
            <a:lvl7pPr>
              <a:defRPr sz="1125">
                <a:solidFill>
                  <a:srgbClr val="536878"/>
                </a:solidFill>
              </a:defRPr>
            </a:lvl7pPr>
            <a:lvl8pPr>
              <a:defRPr sz="1125">
                <a:solidFill>
                  <a:srgbClr val="536878"/>
                </a:solidFill>
              </a:defRPr>
            </a:lvl8pPr>
            <a:lvl9pPr>
              <a:defRPr sz="1125">
                <a:solidFill>
                  <a:srgbClr val="536878"/>
                </a:solidFill>
              </a:defRPr>
            </a:lvl9pPr>
          </a:lstStyle>
          <a:p xmlns:a="http://schemas.openxmlformats.org/drawingml/2006/main">
            <a:pPr>
              <a:defRPr sz="1125">
                <a:solidFill>
                  <a:srgbClr val="536878"/>
                </a:solidFill>
              </a:defRPr>
            </a:pPr>
            <a:r>
              <a:rPr sz="1125">
                <a:solidFill>
                  <a:srgbClr val="536878"/>
                </a:solidFill>
              </a:rPr>
              <a:t>Bằng chứng đầy đủ: ai/prompts/P00-stitch-initial.md · assets/stitch/V00/</a:t>
            </a:r>
          </a:p>
        </p:txBody>
      </p:sp>
    </p:spTree>
    <p:extLst>
      <p:ext uri="{BB962C8B-B14F-4D97-AF65-F5344CB8AC3E}">
        <p14:creationId xmlns:p14="http://schemas.microsoft.com/office/powerpoint/2010/main" val="1316310042"/>
      </p:ext>
    </p:extLst>
  </p:cSld>
</p:sld>
</file>

<file path=ppt/slides/slide6.xml><?xml version="1.0" encoding="utf-8"?>
<p:sld xmlns:p="http://schemas.openxmlformats.org/presentationml/2006/main">
  <p:cSld>
    <p:bg>
      <p:bgPr>
        <a:solidFill xmlns:a="http://schemas.openxmlformats.org/drawingml/2006/main">
          <a:srgbClr val="EEEEEE"/>
        </a:solidFill>
      </p:bgPr>
    </p:bg>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27F4FED3-6EA2-4BFA-ACD9-44B530528D92}"/>
              </a:ext>
            </a:extLst>
          </p:cNvPr>
          <p:cNvSpPr>
            <a:spLocks xmlns:a="http://schemas.openxmlformats.org/drawingml/2006/main" noGrp="1"/>
          </p:cNvSpPr>
          <p:nvPr/>
        </p:nvSpPr>
        <p:spPr>
          <a:xfrm xmlns:a="http://schemas.openxmlformats.org/drawingml/2006/main" rot="0" flipH="0" flipV="0">
            <a:off x="-517095" y="7922023"/>
            <a:ext cx="3091590" cy="3091590"/>
          </a:xfrm>
          <a:custGeom xmlns:a="http://schemas.openxmlformats.org/drawingml/2006/main">
            <a:rect l="l" t="t" r="r" b="b"/>
            <a:pathLst>
              <a:path w="3091590" h="3091590">
                <a:moveTo>
                  <a:pt x="0" y="0"/>
                </a:moveTo>
                <a:lnTo>
                  <a:pt x="3091590" y="0"/>
                </a:lnTo>
                <a:lnTo>
                  <a:pt x="3091590" y="3091590"/>
                </a:lnTo>
                <a:lnTo>
                  <a:pt x="0" y="3091590"/>
                </a:lnTo>
                <a:lnTo>
                  <a:pt x="0" y="0"/>
                </a:lnTo>
                <a:close/>
              </a:path>
            </a:pathLst>
          </a:custGeom>
          <a:blipFill xmlns:a="http://schemas.openxmlformats.org/drawingml/2006/main">
            <a:blip xmlns:r="http://schemas.openxmlformats.org/officeDocument/2006/relationships" r:embed="R1166af4b09e54637">
              <a:extLst>
                <a:ext uri="{96DAC541-7B7A-43D3-8B79-37D633B846F1}">
                  <asvg:svgBlip xmlns:asvg="http://schemas.microsoft.com/office/drawing/2016/SVG/main" r:embed="R881792b23a724f67"/>
                </a:ext>
              </a:extLst>
            </a:blip>
            <a:stretch>
              <a:fillRect l="0" t="0" r="0" b="0"/>
            </a:stretch>
          </a:blipFill>
        </p:spPr>
      </p:sp>
      <p:sp>
        <p:nvSpPr>
          <p:cNvPr id="4" name="Freeform 4">
            <a:extLst xmlns:a="http://schemas.openxmlformats.org/drawingml/2006/main">
              <a:ext uri="{FF2B5EF4-FFF2-40B4-BE49-F238E27FC236}">
                <a16:creationId xmlns:a16="http://schemas.microsoft.com/office/drawing/2014/main" id="{40D363B7-EDC7-406C-9BD4-E1A330909D15}"/>
              </a:ext>
            </a:extLst>
          </p:cNvPr>
          <p:cNvSpPr>
            <a:spLocks xmlns:a="http://schemas.openxmlformats.org/drawingml/2006/main" noGrp="1"/>
          </p:cNvSpPr>
          <p:nvPr/>
        </p:nvSpPr>
        <p:spPr>
          <a:xfrm xmlns:a="http://schemas.openxmlformats.org/drawingml/2006/main" rot="0" flipH="0" flipV="0">
            <a:off x="1616834" y="2282349"/>
            <a:ext cx="7118142" cy="1218014"/>
          </a:xfrm>
          <a:custGeom xmlns:a="http://schemas.openxmlformats.org/drawingml/2006/main">
            <a:rect l="l" t="t" r="r" b="b"/>
            <a:pathLst>
              <a:path w="2015787" h="344929">
                <a:moveTo>
                  <a:pt x="29366" y="0"/>
                </a:moveTo>
                <a:lnTo>
                  <a:pt x="1986421" y="0"/>
                </a:lnTo>
                <a:cubicBezTo>
                  <a:pt x="2002639" y="0"/>
                  <a:pt x="2015787" y="13148"/>
                  <a:pt x="2015787" y="29366"/>
                </a:cubicBezTo>
                <a:lnTo>
                  <a:pt x="2015787" y="315563"/>
                </a:lnTo>
                <a:cubicBezTo>
                  <a:pt x="2015787" y="331782"/>
                  <a:pt x="2002639" y="344929"/>
                  <a:pt x="1986421" y="344929"/>
                </a:cubicBezTo>
                <a:lnTo>
                  <a:pt x="29366" y="344929"/>
                </a:lnTo>
                <a:cubicBezTo>
                  <a:pt x="13148" y="344929"/>
                  <a:pt x="0" y="331782"/>
                  <a:pt x="0" y="315563"/>
                </a:cubicBezTo>
                <a:lnTo>
                  <a:pt x="0" y="29366"/>
                </a:lnTo>
                <a:cubicBezTo>
                  <a:pt x="0" y="13148"/>
                  <a:pt x="13148" y="0"/>
                  <a:pt x="29366" y="0"/>
                </a:cubicBezTo>
                <a:close/>
              </a:path>
            </a:pathLst>
          </a:custGeom>
          <a:solidFill xmlns:a="http://schemas.openxmlformats.org/drawingml/2006/main">
            <a:srgbClr val="548CA8"/>
          </a:solidFill>
        </p:spPr>
      </p:sp>
      <p:sp>
        <p:nvSpPr>
          <p:cNvPr id="5" name="TextBox 5">
            <a:extLst xmlns:a="http://schemas.openxmlformats.org/drawingml/2006/main">
              <a:ext uri="{FF2B5EF4-FFF2-40B4-BE49-F238E27FC236}">
                <a16:creationId xmlns:a16="http://schemas.microsoft.com/office/drawing/2014/main" id="{45DBE1E4-12A6-4E9E-A5AA-85AD0D9C8537}"/>
              </a:ext>
            </a:extLst>
          </p:cNvPr>
          <p:cNvSpPr>
            <a:spLocks xmlns:a="http://schemas.openxmlformats.org/drawingml/2006/main" noGrp="1"/>
          </p:cNvSpPr>
          <p:nvPr/>
        </p:nvSpPr>
        <p:spPr>
          <a:xfrm xmlns:a="http://schemas.openxmlformats.org/drawingml/2006/main" rot="0" flipH="0" flipV="0">
            <a:off x="1616834" y="2147811"/>
            <a:ext cx="7118142" cy="1352552"/>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2659"/>
              </a:lnSpc>
              <a:buNone/>
            </a:pPr>
          </a:p>
        </p:txBody>
      </p:sp>
      <p:sp>
        <p:nvSpPr>
          <p:cNvPr id="7" name="Freeform 7">
            <a:extLst xmlns:a="http://schemas.openxmlformats.org/drawingml/2006/main">
              <a:ext uri="{FF2B5EF4-FFF2-40B4-BE49-F238E27FC236}">
                <a16:creationId xmlns:a16="http://schemas.microsoft.com/office/drawing/2014/main" id="{DD12C05C-09FF-46ED-9C05-B3F8FAC74410}"/>
              </a:ext>
            </a:extLst>
          </p:cNvPr>
          <p:cNvSpPr>
            <a:spLocks xmlns:a="http://schemas.openxmlformats.org/drawingml/2006/main" noGrp="1"/>
          </p:cNvSpPr>
          <p:nvPr/>
        </p:nvSpPr>
        <p:spPr>
          <a:xfrm xmlns:a="http://schemas.openxmlformats.org/drawingml/2006/main" rot="0" flipH="0" flipV="0">
            <a:off x="1616834" y="3834688"/>
            <a:ext cx="7118142" cy="1218014"/>
          </a:xfrm>
          <a:custGeom xmlns:a="http://schemas.openxmlformats.org/drawingml/2006/main">
            <a:rect l="l" t="t" r="r" b="b"/>
            <a:pathLst>
              <a:path w="2015787" h="344929">
                <a:moveTo>
                  <a:pt x="29366" y="0"/>
                </a:moveTo>
                <a:lnTo>
                  <a:pt x="1986421" y="0"/>
                </a:lnTo>
                <a:cubicBezTo>
                  <a:pt x="2002639" y="0"/>
                  <a:pt x="2015787" y="13148"/>
                  <a:pt x="2015787" y="29366"/>
                </a:cubicBezTo>
                <a:lnTo>
                  <a:pt x="2015787" y="315563"/>
                </a:lnTo>
                <a:cubicBezTo>
                  <a:pt x="2015787" y="331782"/>
                  <a:pt x="2002639" y="344929"/>
                  <a:pt x="1986421" y="344929"/>
                </a:cubicBezTo>
                <a:lnTo>
                  <a:pt x="29366" y="344929"/>
                </a:lnTo>
                <a:cubicBezTo>
                  <a:pt x="13148" y="344929"/>
                  <a:pt x="0" y="331782"/>
                  <a:pt x="0" y="315563"/>
                </a:cubicBezTo>
                <a:lnTo>
                  <a:pt x="0" y="29366"/>
                </a:lnTo>
                <a:cubicBezTo>
                  <a:pt x="0" y="13148"/>
                  <a:pt x="13148" y="0"/>
                  <a:pt x="29366" y="0"/>
                </a:cubicBezTo>
                <a:close/>
              </a:path>
            </a:pathLst>
          </a:custGeom>
          <a:solidFill xmlns:a="http://schemas.openxmlformats.org/drawingml/2006/main">
            <a:srgbClr val="548CA8"/>
          </a:solidFill>
        </p:spPr>
      </p:sp>
      <p:sp>
        <p:nvSpPr>
          <p:cNvPr id="8" name="TextBox 8">
            <a:extLst xmlns:a="http://schemas.openxmlformats.org/drawingml/2006/main">
              <a:ext uri="{FF2B5EF4-FFF2-40B4-BE49-F238E27FC236}">
                <a16:creationId xmlns:a16="http://schemas.microsoft.com/office/drawing/2014/main" id="{0A7736F8-98F7-4203-80FE-6B36509CE9FF}"/>
              </a:ext>
            </a:extLst>
          </p:cNvPr>
          <p:cNvSpPr>
            <a:spLocks xmlns:a="http://schemas.openxmlformats.org/drawingml/2006/main" noGrp="1"/>
          </p:cNvSpPr>
          <p:nvPr/>
        </p:nvSpPr>
        <p:spPr>
          <a:xfrm xmlns:a="http://schemas.openxmlformats.org/drawingml/2006/main" rot="0" flipH="0" flipV="0">
            <a:off x="1616834" y="3700150"/>
            <a:ext cx="7118142" cy="1352552"/>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2659"/>
              </a:lnSpc>
              <a:buNone/>
            </a:pPr>
          </a:p>
        </p:txBody>
      </p:sp>
      <p:sp>
        <p:nvSpPr>
          <p:cNvPr id="10" name="Freeform 10">
            <a:extLst xmlns:a="http://schemas.openxmlformats.org/drawingml/2006/main">
              <a:ext uri="{FF2B5EF4-FFF2-40B4-BE49-F238E27FC236}">
                <a16:creationId xmlns:a16="http://schemas.microsoft.com/office/drawing/2014/main" id="{B0C0ADF0-0208-4147-AC5E-5077E19D2BC6}"/>
              </a:ext>
            </a:extLst>
          </p:cNvPr>
          <p:cNvSpPr>
            <a:spLocks xmlns:a="http://schemas.openxmlformats.org/drawingml/2006/main" noGrp="1"/>
          </p:cNvSpPr>
          <p:nvPr/>
        </p:nvSpPr>
        <p:spPr>
          <a:xfrm xmlns:a="http://schemas.openxmlformats.org/drawingml/2006/main" rot="0" flipH="0" flipV="0">
            <a:off x="1616834" y="5387026"/>
            <a:ext cx="7118142" cy="1218014"/>
          </a:xfrm>
          <a:custGeom xmlns:a="http://schemas.openxmlformats.org/drawingml/2006/main">
            <a:rect l="l" t="t" r="r" b="b"/>
            <a:pathLst>
              <a:path w="2015787" h="344929">
                <a:moveTo>
                  <a:pt x="29366" y="0"/>
                </a:moveTo>
                <a:lnTo>
                  <a:pt x="1986421" y="0"/>
                </a:lnTo>
                <a:cubicBezTo>
                  <a:pt x="2002639" y="0"/>
                  <a:pt x="2015787" y="13148"/>
                  <a:pt x="2015787" y="29366"/>
                </a:cubicBezTo>
                <a:lnTo>
                  <a:pt x="2015787" y="315563"/>
                </a:lnTo>
                <a:cubicBezTo>
                  <a:pt x="2015787" y="331782"/>
                  <a:pt x="2002639" y="344929"/>
                  <a:pt x="1986421" y="344929"/>
                </a:cubicBezTo>
                <a:lnTo>
                  <a:pt x="29366" y="344929"/>
                </a:lnTo>
                <a:cubicBezTo>
                  <a:pt x="13148" y="344929"/>
                  <a:pt x="0" y="331782"/>
                  <a:pt x="0" y="315563"/>
                </a:cubicBezTo>
                <a:lnTo>
                  <a:pt x="0" y="29366"/>
                </a:lnTo>
                <a:cubicBezTo>
                  <a:pt x="0" y="13148"/>
                  <a:pt x="13148" y="0"/>
                  <a:pt x="29366" y="0"/>
                </a:cubicBezTo>
                <a:close/>
              </a:path>
            </a:pathLst>
          </a:custGeom>
          <a:solidFill xmlns:a="http://schemas.openxmlformats.org/drawingml/2006/main">
            <a:srgbClr val="548CA8"/>
          </a:solidFill>
        </p:spPr>
      </p:sp>
      <p:sp>
        <p:nvSpPr>
          <p:cNvPr id="11" name="TextBox 11">
            <a:extLst xmlns:a="http://schemas.openxmlformats.org/drawingml/2006/main">
              <a:ext uri="{FF2B5EF4-FFF2-40B4-BE49-F238E27FC236}">
                <a16:creationId xmlns:a16="http://schemas.microsoft.com/office/drawing/2014/main" id="{F5849AC9-2132-4E96-BDC2-1250C6DABF10}"/>
              </a:ext>
            </a:extLst>
          </p:cNvPr>
          <p:cNvSpPr>
            <a:spLocks xmlns:a="http://schemas.openxmlformats.org/drawingml/2006/main" noGrp="1"/>
          </p:cNvSpPr>
          <p:nvPr/>
        </p:nvSpPr>
        <p:spPr>
          <a:xfrm xmlns:a="http://schemas.openxmlformats.org/drawingml/2006/main" rot="0" flipH="0" flipV="0">
            <a:off x="1616834" y="5252488"/>
            <a:ext cx="7118142" cy="1352552"/>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2659"/>
              </a:lnSpc>
              <a:buNone/>
            </a:pPr>
          </a:p>
        </p:txBody>
      </p:sp>
      <p:sp>
        <p:nvSpPr>
          <p:cNvPr id="13" name="Freeform 13">
            <a:extLst xmlns:a="http://schemas.openxmlformats.org/drawingml/2006/main">
              <a:ext uri="{FF2B5EF4-FFF2-40B4-BE49-F238E27FC236}">
                <a16:creationId xmlns:a16="http://schemas.microsoft.com/office/drawing/2014/main" id="{A155A9CE-ED08-4CF9-A39E-7A6D866885C7}"/>
              </a:ext>
            </a:extLst>
          </p:cNvPr>
          <p:cNvSpPr>
            <a:spLocks xmlns:a="http://schemas.openxmlformats.org/drawingml/2006/main" noGrp="1"/>
          </p:cNvSpPr>
          <p:nvPr/>
        </p:nvSpPr>
        <p:spPr>
          <a:xfrm xmlns:a="http://schemas.openxmlformats.org/drawingml/2006/main" rot="0" flipH="0" flipV="0">
            <a:off x="1616834" y="6941663"/>
            <a:ext cx="7118142" cy="1218014"/>
          </a:xfrm>
          <a:custGeom xmlns:a="http://schemas.openxmlformats.org/drawingml/2006/main">
            <a:rect l="l" t="t" r="r" b="b"/>
            <a:pathLst>
              <a:path w="2015787" h="344929">
                <a:moveTo>
                  <a:pt x="29366" y="0"/>
                </a:moveTo>
                <a:lnTo>
                  <a:pt x="1986421" y="0"/>
                </a:lnTo>
                <a:cubicBezTo>
                  <a:pt x="2002639" y="0"/>
                  <a:pt x="2015787" y="13148"/>
                  <a:pt x="2015787" y="29366"/>
                </a:cubicBezTo>
                <a:lnTo>
                  <a:pt x="2015787" y="315563"/>
                </a:lnTo>
                <a:cubicBezTo>
                  <a:pt x="2015787" y="331782"/>
                  <a:pt x="2002639" y="344929"/>
                  <a:pt x="1986421" y="344929"/>
                </a:cubicBezTo>
                <a:lnTo>
                  <a:pt x="29366" y="344929"/>
                </a:lnTo>
                <a:cubicBezTo>
                  <a:pt x="13148" y="344929"/>
                  <a:pt x="0" y="331782"/>
                  <a:pt x="0" y="315563"/>
                </a:cubicBezTo>
                <a:lnTo>
                  <a:pt x="0" y="29366"/>
                </a:lnTo>
                <a:cubicBezTo>
                  <a:pt x="0" y="13148"/>
                  <a:pt x="13148" y="0"/>
                  <a:pt x="29366" y="0"/>
                </a:cubicBezTo>
                <a:close/>
              </a:path>
            </a:pathLst>
          </a:custGeom>
          <a:solidFill xmlns:a="http://schemas.openxmlformats.org/drawingml/2006/main">
            <a:srgbClr val="548CA8"/>
          </a:solidFill>
        </p:spPr>
      </p:sp>
      <p:sp>
        <p:nvSpPr>
          <p:cNvPr id="14" name="TextBox 14">
            <a:extLst xmlns:a="http://schemas.openxmlformats.org/drawingml/2006/main">
              <a:ext uri="{FF2B5EF4-FFF2-40B4-BE49-F238E27FC236}">
                <a16:creationId xmlns:a16="http://schemas.microsoft.com/office/drawing/2014/main" id="{220FDEC5-8479-49E9-9462-9B9CEFB11D07}"/>
              </a:ext>
            </a:extLst>
          </p:cNvPr>
          <p:cNvSpPr>
            <a:spLocks xmlns:a="http://schemas.openxmlformats.org/drawingml/2006/main" noGrp="1"/>
          </p:cNvSpPr>
          <p:nvPr/>
        </p:nvSpPr>
        <p:spPr>
          <a:xfrm xmlns:a="http://schemas.openxmlformats.org/drawingml/2006/main" rot="0" flipH="0" flipV="0">
            <a:off x="1616834" y="6807125"/>
            <a:ext cx="7118142" cy="1352552"/>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2659"/>
              </a:lnSpc>
              <a:buNone/>
            </a:pPr>
          </a:p>
        </p:txBody>
      </p:sp>
      <p:sp>
        <p:nvSpPr>
          <p:cNvPr id="16" name="Freeform 16">
            <a:extLst xmlns:a="http://schemas.openxmlformats.org/drawingml/2006/main">
              <a:ext uri="{FF2B5EF4-FFF2-40B4-BE49-F238E27FC236}">
                <a16:creationId xmlns:a16="http://schemas.microsoft.com/office/drawing/2014/main" id="{4A0ED1D4-C597-401A-ABA1-FECF4B648E12}"/>
              </a:ext>
            </a:extLst>
          </p:cNvPr>
          <p:cNvSpPr>
            <a:spLocks xmlns:a="http://schemas.openxmlformats.org/drawingml/2006/main" noGrp="1"/>
          </p:cNvSpPr>
          <p:nvPr/>
        </p:nvSpPr>
        <p:spPr>
          <a:xfrm xmlns:a="http://schemas.openxmlformats.org/drawingml/2006/main" rot="0" flipH="0" flipV="0">
            <a:off x="9430544" y="5447368"/>
            <a:ext cx="7240622" cy="2712309"/>
          </a:xfrm>
          <a:custGeom xmlns:a="http://schemas.openxmlformats.org/drawingml/2006/main">
            <a:rect l="l" t="t" r="r" b="b"/>
            <a:pathLst>
              <a:path w="1121762" h="420208">
                <a:moveTo>
                  <a:pt x="0" y="0"/>
                </a:moveTo>
                <a:lnTo>
                  <a:pt x="1121762" y="0"/>
                </a:lnTo>
                <a:lnTo>
                  <a:pt x="1121762" y="420208"/>
                </a:lnTo>
                <a:lnTo>
                  <a:pt x="0" y="420208"/>
                </a:lnTo>
                <a:close/>
              </a:path>
            </a:pathLst>
          </a:custGeom>
          <a:blipFill xmlns:a="http://schemas.openxmlformats.org/drawingml/2006/main">
            <a:blip xmlns:r="http://schemas.openxmlformats.org/officeDocument/2006/relationships" r:embed="R5b87ca13a63b471a"/>
            <a:stretch>
              <a:fillRect l="0" t="-38929" r="0" b="-38929"/>
            </a:stretch>
          </a:blipFill>
        </p:spPr>
      </p:sp>
      <p:sp>
        <p:nvSpPr>
          <p:cNvPr id="17" name="TextBox 17">
            <a:extLst xmlns:a="http://schemas.openxmlformats.org/drawingml/2006/main">
              <a:ext uri="{FF2B5EF4-FFF2-40B4-BE49-F238E27FC236}">
                <a16:creationId xmlns:a16="http://schemas.microsoft.com/office/drawing/2014/main" id="{4D159F91-5830-45E7-9631-2902F6D0DB0B}"/>
              </a:ext>
            </a:extLst>
          </p:cNvPr>
          <p:cNvSpPr>
            <a:spLocks xmlns:a="http://schemas.openxmlformats.org/drawingml/2006/main" noGrp="1"/>
          </p:cNvSpPr>
          <p:nvPr/>
        </p:nvSpPr>
        <p:spPr>
          <a:xfrm xmlns:a="http://schemas.openxmlformats.org/drawingml/2006/main" rot="0">
            <a:off x="8306357" y="762923"/>
            <a:ext cx="8364808" cy="1291463"/>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r">
              <a:lnSpc>
                <a:spcPts val="10169"/>
              </a:lnSpc>
              <a:buNone/>
            </a:pPr>
            <a:r>
              <a:rPr sz="9000" b="1">
                <a:solidFill>
                  <a:srgbClr val="548CA8"/>
                </a:solidFill>
                <a:latin typeface="Poppins Bold"/>
                <a:ea typeface="Poppins Bold"/>
                <a:cs typeface="Poppins Bold"/>
              </a:rPr>
              <a:t/>
            </a:r>
          </a:p>
        </p:txBody>
      </p:sp>
      <p:sp>
        <p:nvSpPr>
          <p:cNvPr id="18" name="TextBox 18">
            <a:extLst xmlns:a="http://schemas.openxmlformats.org/drawingml/2006/main">
              <a:ext uri="{FF2B5EF4-FFF2-40B4-BE49-F238E27FC236}">
                <a16:creationId xmlns:a16="http://schemas.microsoft.com/office/drawing/2014/main" id="{CB4D6FDE-C131-4B51-9A14-B37ED6CC823C}"/>
              </a:ext>
            </a:extLst>
          </p:cNvPr>
          <p:cNvSpPr>
            <a:spLocks xmlns:a="http://schemas.openxmlformats.org/drawingml/2006/main" noGrp="1"/>
          </p:cNvSpPr>
          <p:nvPr/>
        </p:nvSpPr>
        <p:spPr>
          <a:xfrm xmlns:a="http://schemas.openxmlformats.org/drawingml/2006/main" rot="0">
            <a:off x="3426768" y="2501143"/>
            <a:ext cx="3498275" cy="65290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5141"/>
              </a:lnSpc>
              <a:buNone/>
            </a:pPr>
            <a:r>
              <a:rPr sz="3672">
                <a:solidFill>
                  <a:srgbClr val="FFFFFF"/>
                </a:solidFill>
                <a:latin typeface="Poppins"/>
                <a:ea typeface="Poppins"/>
                <a:cs typeface="Poppins"/>
              </a:rPr>
              <a:t/>
            </a:r>
          </a:p>
        </p:txBody>
      </p:sp>
      <p:sp>
        <p:nvSpPr>
          <p:cNvPr id="19" name="TextBox 19">
            <a:extLst xmlns:a="http://schemas.openxmlformats.org/drawingml/2006/main">
              <a:ext uri="{FF2B5EF4-FFF2-40B4-BE49-F238E27FC236}">
                <a16:creationId xmlns:a16="http://schemas.microsoft.com/office/drawing/2014/main" id="{1E06FBE8-9930-4621-8415-438AC3E1811D}"/>
              </a:ext>
            </a:extLst>
          </p:cNvPr>
          <p:cNvSpPr>
            <a:spLocks xmlns:a="http://schemas.openxmlformats.org/drawingml/2006/main" noGrp="1"/>
          </p:cNvSpPr>
          <p:nvPr/>
        </p:nvSpPr>
        <p:spPr>
          <a:xfrm xmlns:a="http://schemas.openxmlformats.org/drawingml/2006/main" rot="0">
            <a:off x="3426768" y="4053481"/>
            <a:ext cx="3498275" cy="65290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5141"/>
              </a:lnSpc>
              <a:buNone/>
            </a:pPr>
            <a:r>
              <a:rPr sz="3672">
                <a:solidFill>
                  <a:srgbClr val="FFFFFF"/>
                </a:solidFill>
                <a:latin typeface="Poppins"/>
                <a:ea typeface="Poppins"/>
                <a:cs typeface="Poppins"/>
              </a:rPr>
              <a:t/>
            </a:r>
          </a:p>
        </p:txBody>
      </p:sp>
      <p:sp>
        <p:nvSpPr>
          <p:cNvPr id="20" name="TextBox 20">
            <a:extLst xmlns:a="http://schemas.openxmlformats.org/drawingml/2006/main">
              <a:ext uri="{FF2B5EF4-FFF2-40B4-BE49-F238E27FC236}">
                <a16:creationId xmlns:a16="http://schemas.microsoft.com/office/drawing/2014/main" id="{62C74967-778E-42E4-AD4D-A834B1B04802}"/>
              </a:ext>
            </a:extLst>
          </p:cNvPr>
          <p:cNvSpPr>
            <a:spLocks xmlns:a="http://schemas.openxmlformats.org/drawingml/2006/main" noGrp="1"/>
          </p:cNvSpPr>
          <p:nvPr/>
        </p:nvSpPr>
        <p:spPr>
          <a:xfrm xmlns:a="http://schemas.openxmlformats.org/drawingml/2006/main" rot="0">
            <a:off x="3426768" y="5602790"/>
            <a:ext cx="3498275" cy="65290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5141"/>
              </a:lnSpc>
              <a:buNone/>
            </a:pPr>
            <a:r>
              <a:rPr sz="3672">
                <a:solidFill>
                  <a:srgbClr val="FFFFFF"/>
                </a:solidFill>
                <a:latin typeface="Poppins"/>
                <a:ea typeface="Poppins"/>
                <a:cs typeface="Poppins"/>
              </a:rPr>
              <a:t/>
            </a:r>
          </a:p>
        </p:txBody>
      </p:sp>
      <p:sp>
        <p:nvSpPr>
          <p:cNvPr id="21" name="TextBox 21">
            <a:extLst xmlns:a="http://schemas.openxmlformats.org/drawingml/2006/main">
              <a:ext uri="{FF2B5EF4-FFF2-40B4-BE49-F238E27FC236}">
                <a16:creationId xmlns:a16="http://schemas.microsoft.com/office/drawing/2014/main" id="{D5437727-6705-4937-AA64-F91CDA4F5336}"/>
              </a:ext>
            </a:extLst>
          </p:cNvPr>
          <p:cNvSpPr>
            <a:spLocks xmlns:a="http://schemas.openxmlformats.org/drawingml/2006/main" noGrp="1"/>
          </p:cNvSpPr>
          <p:nvPr/>
        </p:nvSpPr>
        <p:spPr>
          <a:xfrm xmlns:a="http://schemas.openxmlformats.org/drawingml/2006/main" rot="0">
            <a:off x="3899076" y="7160456"/>
            <a:ext cx="2553658" cy="65290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5141"/>
              </a:lnSpc>
              <a:buNone/>
            </a:pPr>
            <a:r>
              <a:rPr sz="3672">
                <a:solidFill>
                  <a:srgbClr val="FFFFFF"/>
                </a:solidFill>
                <a:latin typeface="Poppins"/>
                <a:ea typeface="Poppins"/>
                <a:cs typeface="Poppins"/>
              </a:rPr>
              <a:t/>
            </a:r>
          </a:p>
        </p:txBody>
      </p:sp>
      <p:sp>
        <p:nvSpPr>
          <p:cNvPr id="22" name="Freeform 22">
            <a:extLst xmlns:a="http://schemas.openxmlformats.org/drawingml/2006/main">
              <a:ext uri="{FF2B5EF4-FFF2-40B4-BE49-F238E27FC236}">
                <a16:creationId xmlns:a16="http://schemas.microsoft.com/office/drawing/2014/main" id="{C49B5B01-BC83-4AC7-AC27-0A917E2AF364}"/>
              </a:ext>
            </a:extLst>
          </p:cNvPr>
          <p:cNvSpPr>
            <a:spLocks xmlns:a="http://schemas.openxmlformats.org/drawingml/2006/main" noGrp="1"/>
          </p:cNvSpPr>
          <p:nvPr/>
        </p:nvSpPr>
        <p:spPr>
          <a:xfrm xmlns:a="http://schemas.openxmlformats.org/drawingml/2006/main" rot="0" flipH="1" flipV="0">
            <a:off x="15840742" y="7789665"/>
            <a:ext cx="3091590" cy="3091590"/>
          </a:xfrm>
          <a:custGeom xmlns:a="http://schemas.openxmlformats.org/drawingml/2006/main">
            <a:rect l="l" t="t" r="r" b="b"/>
            <a:pathLst>
              <a:path w="3091590" h="3091590">
                <a:moveTo>
                  <a:pt x="3091590" y="0"/>
                </a:moveTo>
                <a:lnTo>
                  <a:pt x="0" y="0"/>
                </a:lnTo>
                <a:lnTo>
                  <a:pt x="0" y="3091590"/>
                </a:lnTo>
                <a:lnTo>
                  <a:pt x="3091590" y="3091590"/>
                </a:lnTo>
                <a:lnTo>
                  <a:pt x="3091590" y="0"/>
                </a:lnTo>
                <a:close/>
              </a:path>
            </a:pathLst>
          </a:custGeom>
          <a:blipFill xmlns:a="http://schemas.openxmlformats.org/drawingml/2006/main">
            <a:blip xmlns:r="http://schemas.openxmlformats.org/officeDocument/2006/relationships" r:embed="R1166af4b09e54637">
              <a:extLst>
                <a:ext uri="{96DAC541-7B7A-43D3-8B79-37D633B846F1}">
                  <asvg:svgBlip xmlns:asvg="http://schemas.microsoft.com/office/drawing/2016/SVG/main" r:embed="R881792b23a724f67"/>
                </a:ext>
              </a:extLst>
            </a:blip>
            <a:stretch>
              <a:fillRect l="0" t="0" r="0" b="0"/>
            </a:stretch>
          </a:blipFill>
        </p:spPr>
      </p:sp>
      <p:sp>
        <p:nvSpPr>
          <p:cNvPr id="23" name="Freeform 23">
            <a:extLst xmlns:a="http://schemas.openxmlformats.org/drawingml/2006/main">
              <a:ext uri="{FF2B5EF4-FFF2-40B4-BE49-F238E27FC236}">
                <a16:creationId xmlns:a16="http://schemas.microsoft.com/office/drawing/2014/main" id="{F71A0945-7B37-440F-83A9-AF8F10124E5E}"/>
              </a:ext>
            </a:extLst>
          </p:cNvPr>
          <p:cNvSpPr>
            <a:spLocks xmlns:a="http://schemas.openxmlformats.org/drawingml/2006/main" noGrp="1"/>
          </p:cNvSpPr>
          <p:nvPr/>
        </p:nvSpPr>
        <p:spPr>
          <a:xfrm xmlns:a="http://schemas.openxmlformats.org/drawingml/2006/main" rot="0" flipH="0" flipV="1">
            <a:off x="-268816" y="-710752"/>
            <a:ext cx="3091590" cy="3091590"/>
          </a:xfrm>
          <a:custGeom xmlns:a="http://schemas.openxmlformats.org/drawingml/2006/main">
            <a:rect l="l" t="t" r="r" b="b"/>
            <a:pathLst>
              <a:path w="3091590" h="3091590">
                <a:moveTo>
                  <a:pt x="0" y="3091589"/>
                </a:moveTo>
                <a:lnTo>
                  <a:pt x="3091590" y="3091589"/>
                </a:lnTo>
                <a:lnTo>
                  <a:pt x="3091590" y="0"/>
                </a:lnTo>
                <a:lnTo>
                  <a:pt x="0" y="0"/>
                </a:lnTo>
                <a:lnTo>
                  <a:pt x="0" y="3091589"/>
                </a:lnTo>
                <a:close/>
              </a:path>
            </a:pathLst>
          </a:custGeom>
          <a:blipFill xmlns:a="http://schemas.openxmlformats.org/drawingml/2006/main">
            <a:blip xmlns:r="http://schemas.openxmlformats.org/officeDocument/2006/relationships" r:embed="R1166af4b09e54637">
              <a:extLst>
                <a:ext uri="{96DAC541-7B7A-43D3-8B79-37D633B846F1}">
                  <asvg:svgBlip xmlns:asvg="http://schemas.microsoft.com/office/drawing/2016/SVG/main" r:embed="R881792b23a724f67"/>
                </a:ext>
              </a:extLst>
            </a:blip>
            <a:stretch>
              <a:fillRect l="0" t="0" r="0" b="0"/>
            </a:stretch>
          </a:blipFill>
        </p:spPr>
      </p:sp>
      <p:sp>
        <p:nvSpPr>
          <p:cNvPr id="24" name="Freeform 24">
            <a:extLst xmlns:a="http://schemas.openxmlformats.org/drawingml/2006/main">
              <a:ext uri="{FF2B5EF4-FFF2-40B4-BE49-F238E27FC236}">
                <a16:creationId xmlns:a16="http://schemas.microsoft.com/office/drawing/2014/main" id="{E1B61519-D233-405D-8015-77D941A5234A}"/>
              </a:ext>
            </a:extLst>
          </p:cNvPr>
          <p:cNvSpPr>
            <a:spLocks xmlns:a="http://schemas.openxmlformats.org/drawingml/2006/main" noGrp="1"/>
          </p:cNvSpPr>
          <p:nvPr/>
        </p:nvSpPr>
        <p:spPr>
          <a:xfrm xmlns:a="http://schemas.openxmlformats.org/drawingml/2006/main" rot="0" flipH="1" flipV="1">
            <a:off x="15502586" y="-846159"/>
            <a:ext cx="3091590" cy="3091590"/>
          </a:xfrm>
          <a:custGeom xmlns:a="http://schemas.openxmlformats.org/drawingml/2006/main">
            <a:rect l="l" t="t" r="r" b="b"/>
            <a:pathLst>
              <a:path w="3091590" h="3091590">
                <a:moveTo>
                  <a:pt x="3091589" y="3091590"/>
                </a:moveTo>
                <a:lnTo>
                  <a:pt x="0" y="3091590"/>
                </a:lnTo>
                <a:lnTo>
                  <a:pt x="0" y="0"/>
                </a:lnTo>
                <a:lnTo>
                  <a:pt x="3091589" y="0"/>
                </a:lnTo>
                <a:lnTo>
                  <a:pt x="3091589" y="3091590"/>
                </a:lnTo>
                <a:close/>
              </a:path>
            </a:pathLst>
          </a:custGeom>
          <a:blipFill xmlns:a="http://schemas.openxmlformats.org/drawingml/2006/main">
            <a:blip xmlns:r="http://schemas.openxmlformats.org/officeDocument/2006/relationships" r:embed="R1166af4b09e54637">
              <a:extLst>
                <a:ext uri="{96DAC541-7B7A-43D3-8B79-37D633B846F1}">
                  <asvg:svgBlip xmlns:asvg="http://schemas.microsoft.com/office/drawing/2016/SVG/main" r:embed="R881792b23a724f67"/>
                </a:ext>
              </a:extLst>
            </a:blip>
            <a:stretch>
              <a:fillRect l="0" t="0" r="0" b="0"/>
            </a:stretch>
          </a:blipFill>
        </p:spPr>
      </p:sp>
      <p:sp>
        <p:nvSpPr>
          <p:cNvPr id="25" name="">
            <a:extLst xmlns:a="http://schemas.openxmlformats.org/drawingml/2006/main">
              <a:ext uri="{FF2B5EF4-FFF2-40B4-BE49-F238E27FC236}">
                <a16:creationId xmlns:a16="http://schemas.microsoft.com/office/drawing/2014/main" id="{81FE1AE3-6386-45CE-8834-108E161B15F4}"/>
              </a:ext>
            </a:extLst>
          </p:cNvPr>
          <p:cNvSpPr>
            <a:spLocks xmlns:a="http://schemas.openxmlformats.org/drawingml/2006/main" noGrp="1"/>
          </p:cNvSpPr>
          <p:nvPr/>
        </p:nvSpPr>
        <p:spPr>
          <a:xfrm xmlns:a="http://schemas.openxmlformats.org/drawingml/2006/main">
            <a:off x="685800" y="2333625"/>
            <a:ext cx="15859125" cy="62865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6" name="">
            <a:extLst xmlns:a="http://schemas.openxmlformats.org/drawingml/2006/main">
              <a:ext uri="{FF2B5EF4-FFF2-40B4-BE49-F238E27FC236}">
                <a16:creationId xmlns:a16="http://schemas.microsoft.com/office/drawing/2014/main" id="{D251FADE-8F49-4A62-8634-BE31243B5D97}"/>
              </a:ext>
            </a:extLst>
          </p:cNvPr>
          <p:cNvSpPr>
            <a:spLocks xmlns:a="http://schemas.openxmlformats.org/drawingml/2006/main" noGrp="1"/>
          </p:cNvSpPr>
          <p:nvPr/>
        </p:nvSpPr>
        <p:spPr>
          <a:xfrm xmlns:a="http://schemas.openxmlformats.org/drawingml/2006/main">
            <a:off x="1047750" y="647700"/>
            <a:ext cx="762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1">
                <a:solidFill>
                  <a:srgbClr val="2686C5"/>
                </a:solidFill>
              </a:defRPr>
            </a:defPPr>
            <a:lvl1pPr>
              <a:defRPr sz="1200" b="1">
                <a:solidFill>
                  <a:srgbClr val="2686C5"/>
                </a:solidFill>
              </a:defRPr>
            </a:lvl1pPr>
            <a:lvl2pPr>
              <a:defRPr sz="1200" b="1">
                <a:solidFill>
                  <a:srgbClr val="2686C5"/>
                </a:solidFill>
              </a:defRPr>
            </a:lvl2pPr>
            <a:lvl3pPr>
              <a:defRPr sz="1200" b="1">
                <a:solidFill>
                  <a:srgbClr val="2686C5"/>
                </a:solidFill>
              </a:defRPr>
            </a:lvl3pPr>
            <a:lvl4pPr>
              <a:defRPr sz="1200" b="1">
                <a:solidFill>
                  <a:srgbClr val="2686C5"/>
                </a:solidFill>
              </a:defRPr>
            </a:lvl4pPr>
            <a:lvl5pPr>
              <a:defRPr sz="1200" b="1">
                <a:solidFill>
                  <a:srgbClr val="2686C5"/>
                </a:solidFill>
              </a:defRPr>
            </a:lvl5pPr>
            <a:lvl6pPr>
              <a:defRPr sz="1200" b="1">
                <a:solidFill>
                  <a:srgbClr val="2686C5"/>
                </a:solidFill>
              </a:defRPr>
            </a:lvl6pPr>
            <a:lvl7pPr>
              <a:defRPr sz="1200" b="1">
                <a:solidFill>
                  <a:srgbClr val="2686C5"/>
                </a:solidFill>
              </a:defRPr>
            </a:lvl7pPr>
            <a:lvl8pPr>
              <a:defRPr sz="1200" b="1">
                <a:solidFill>
                  <a:srgbClr val="2686C5"/>
                </a:solidFill>
              </a:defRPr>
            </a:lvl8pPr>
            <a:lvl9pPr>
              <a:defRPr sz="1200" b="1">
                <a:solidFill>
                  <a:srgbClr val="2686C5"/>
                </a:solidFill>
              </a:defRPr>
            </a:lvl9pPr>
          </a:lstStyle>
          <a:p xmlns:a="http://schemas.openxmlformats.org/drawingml/2006/main">
            <a:pPr>
              <a:defRPr sz="1200" b="1">
                <a:solidFill>
                  <a:srgbClr val="2686C5"/>
                </a:solidFill>
              </a:defRPr>
            </a:pPr>
            <a:r>
              <a:rPr sz="1200" b="1">
                <a:solidFill>
                  <a:srgbClr val="2686C5"/>
                </a:solidFill>
              </a:rPr>
              <a:t>06</a:t>
            </a:r>
          </a:p>
        </p:txBody>
      </p:sp>
      <p:sp>
        <p:nvSpPr>
          <p:cNvPr id="27" name="">
            <a:extLst xmlns:a="http://schemas.openxmlformats.org/drawingml/2006/main">
              <a:ext uri="{FF2B5EF4-FFF2-40B4-BE49-F238E27FC236}">
                <a16:creationId xmlns:a16="http://schemas.microsoft.com/office/drawing/2014/main" id="{7416F789-A802-433E-8D56-A0EBC7E22395}"/>
              </a:ext>
            </a:extLst>
          </p:cNvPr>
          <p:cNvSpPr>
            <a:spLocks xmlns:a="http://schemas.openxmlformats.org/drawingml/2006/main" noGrp="1"/>
          </p:cNvSpPr>
          <p:nvPr/>
        </p:nvSpPr>
        <p:spPr>
          <a:xfrm xmlns:a="http://schemas.openxmlformats.org/drawingml/2006/main">
            <a:off x="1047750" y="990600"/>
            <a:ext cx="15240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750" b="1">
                <a:solidFill>
                  <a:srgbClr val="1E5AA8"/>
                </a:solidFill>
              </a:defRPr>
            </a:defPPr>
            <a:lvl1pPr>
              <a:defRPr sz="3750" b="1">
                <a:solidFill>
                  <a:srgbClr val="1E5AA8"/>
                </a:solidFill>
              </a:defRPr>
            </a:lvl1pPr>
            <a:lvl2pPr>
              <a:defRPr sz="3750" b="1">
                <a:solidFill>
                  <a:srgbClr val="1E5AA8"/>
                </a:solidFill>
              </a:defRPr>
            </a:lvl2pPr>
            <a:lvl3pPr>
              <a:defRPr sz="3750" b="1">
                <a:solidFill>
                  <a:srgbClr val="1E5AA8"/>
                </a:solidFill>
              </a:defRPr>
            </a:lvl3pPr>
            <a:lvl4pPr>
              <a:defRPr sz="3750" b="1">
                <a:solidFill>
                  <a:srgbClr val="1E5AA8"/>
                </a:solidFill>
              </a:defRPr>
            </a:lvl4pPr>
            <a:lvl5pPr>
              <a:defRPr sz="3750" b="1">
                <a:solidFill>
                  <a:srgbClr val="1E5AA8"/>
                </a:solidFill>
              </a:defRPr>
            </a:lvl5pPr>
            <a:lvl6pPr>
              <a:defRPr sz="3750" b="1">
                <a:solidFill>
                  <a:srgbClr val="1E5AA8"/>
                </a:solidFill>
              </a:defRPr>
            </a:lvl6pPr>
            <a:lvl7pPr>
              <a:defRPr sz="3750" b="1">
                <a:solidFill>
                  <a:srgbClr val="1E5AA8"/>
                </a:solidFill>
              </a:defRPr>
            </a:lvl7pPr>
            <a:lvl8pPr>
              <a:defRPr sz="3750" b="1">
                <a:solidFill>
                  <a:srgbClr val="1E5AA8"/>
                </a:solidFill>
              </a:defRPr>
            </a:lvl8pPr>
            <a:lvl9pPr>
              <a:defRPr sz="3750" b="1">
                <a:solidFill>
                  <a:srgbClr val="1E5AA8"/>
                </a:solidFill>
              </a:defRPr>
            </a:lvl9pPr>
          </a:lstStyle>
          <a:p xmlns:a="http://schemas.openxmlformats.org/drawingml/2006/main">
            <a:pPr>
              <a:defRPr sz="3750" b="1">
                <a:solidFill>
                  <a:srgbClr val="1E5AA8"/>
                </a:solidFill>
              </a:defRPr>
            </a:pPr>
            <a:r>
              <a:rPr sz="3750" b="1">
                <a:solidFill>
                  <a:srgbClr val="1E5AA8"/>
                </a:solidFill>
              </a:rPr>
              <a:t>Ba vòng lặp và critique</a:t>
            </a:r>
          </a:p>
        </p:txBody>
      </p:sp>
      <p:sp>
        <p:nvSpPr>
          <p:cNvPr id="28" name="">
            <a:extLst xmlns:a="http://schemas.openxmlformats.org/drawingml/2006/main">
              <a:ext uri="{FF2B5EF4-FFF2-40B4-BE49-F238E27FC236}">
                <a16:creationId xmlns:a16="http://schemas.microsoft.com/office/drawing/2014/main" id="{DC6526BF-AA0E-4DF5-8D78-890E64946FAC}"/>
              </a:ext>
            </a:extLst>
          </p:cNvPr>
          <p:cNvSpPr>
            <a:spLocks xmlns:a="http://schemas.openxmlformats.org/drawingml/2006/main" noGrp="1"/>
          </p:cNvSpPr>
          <p:nvPr/>
        </p:nvSpPr>
        <p:spPr>
          <a:xfrm xmlns:a="http://schemas.openxmlformats.org/drawingml/2006/main">
            <a:off x="1066800" y="1866900"/>
            <a:ext cx="14287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a:solidFill>
                  <a:srgbClr val="536878"/>
                </a:solidFill>
              </a:defRPr>
            </a:defPPr>
            <a:lvl1pPr>
              <a:defRPr sz="1575">
                <a:solidFill>
                  <a:srgbClr val="536878"/>
                </a:solidFill>
              </a:defRPr>
            </a:lvl1pPr>
            <a:lvl2pPr>
              <a:defRPr sz="1575">
                <a:solidFill>
                  <a:srgbClr val="536878"/>
                </a:solidFill>
              </a:defRPr>
            </a:lvl2pPr>
            <a:lvl3pPr>
              <a:defRPr sz="1575">
                <a:solidFill>
                  <a:srgbClr val="536878"/>
                </a:solidFill>
              </a:defRPr>
            </a:lvl3pPr>
            <a:lvl4pPr>
              <a:defRPr sz="1575">
                <a:solidFill>
                  <a:srgbClr val="536878"/>
                </a:solidFill>
              </a:defRPr>
            </a:lvl4pPr>
            <a:lvl5pPr>
              <a:defRPr sz="1575">
                <a:solidFill>
                  <a:srgbClr val="536878"/>
                </a:solidFill>
              </a:defRPr>
            </a:lvl5pPr>
            <a:lvl6pPr>
              <a:defRPr sz="1575">
                <a:solidFill>
                  <a:srgbClr val="536878"/>
                </a:solidFill>
              </a:defRPr>
            </a:lvl6pPr>
            <a:lvl7pPr>
              <a:defRPr sz="1575">
                <a:solidFill>
                  <a:srgbClr val="536878"/>
                </a:solidFill>
              </a:defRPr>
            </a:lvl7pPr>
            <a:lvl8pPr>
              <a:defRPr sz="1575">
                <a:solidFill>
                  <a:srgbClr val="536878"/>
                </a:solidFill>
              </a:defRPr>
            </a:lvl8pPr>
            <a:lvl9pPr>
              <a:defRPr sz="1575">
                <a:solidFill>
                  <a:srgbClr val="536878"/>
                </a:solidFill>
              </a:defRPr>
            </a:lvl9pPr>
          </a:lstStyle>
          <a:p xmlns:a="http://schemas.openxmlformats.org/drawingml/2006/main">
            <a:pPr>
              <a:defRPr sz="1575">
                <a:solidFill>
                  <a:srgbClr val="536878"/>
                </a:solidFill>
              </a:defRPr>
            </a:pPr>
            <a:r>
              <a:rPr sz="1575">
                <a:solidFill>
                  <a:srgbClr val="536878"/>
                </a:solidFill>
              </a:rPr>
              <a:t>Các thay đổi được đối chiếu với persona Linh, khả năng đọc và rủi ro thao tác.</a:t>
            </a:r>
          </a:p>
        </p:txBody>
      </p:sp>
      <p:sp>
        <p:nvSpPr>
          <p:cNvPr id="29" name="">
            <a:extLst xmlns:a="http://schemas.openxmlformats.org/drawingml/2006/main">
              <a:ext uri="{FF2B5EF4-FFF2-40B4-BE49-F238E27FC236}">
                <a16:creationId xmlns:a16="http://schemas.microsoft.com/office/drawing/2014/main" id="{27C6258C-D336-4E0A-8A60-1B9147861F78}"/>
              </a:ext>
            </a:extLst>
          </p:cNvPr>
          <p:cNvSpPr>
            <a:spLocks xmlns:a="http://schemas.openxmlformats.org/drawingml/2006/main" noGrp="1"/>
          </p:cNvSpPr>
          <p:nvPr/>
        </p:nvSpPr>
        <p:spPr>
          <a:xfrm xmlns:a="http://schemas.openxmlformats.org/drawingml/2006/main">
            <a:off x="1428750" y="2857500"/>
            <a:ext cx="4286250" cy="1809750"/>
          </a:xfrm>
          <a:prstGeom xmlns:a="http://schemas.openxmlformats.org/drawingml/2006/main" prst="roundRect">
            <a:avLst>
              <a:gd name="adj" fmla="val 6316"/>
            </a:avLst>
          </a:prstGeom>
          <a:solidFill xmlns:a="http://schemas.openxmlformats.org/drawingml/2006/main">
            <a:srgbClr val="FFFFFF"/>
          </a:solidFill>
          <a:ln xmlns:a="http://schemas.openxmlformats.org/drawingml/2006/main" w="9525">
            <a:solidFill>
              <a:srgbClr val="D6E3ED"/>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0" name="">
            <a:extLst xmlns:a="http://schemas.openxmlformats.org/drawingml/2006/main">
              <a:ext uri="{FF2B5EF4-FFF2-40B4-BE49-F238E27FC236}">
                <a16:creationId xmlns:a16="http://schemas.microsoft.com/office/drawing/2014/main" id="{F59A3FCC-EA77-43EE-B829-3FBF539B3282}"/>
              </a:ext>
            </a:extLst>
          </p:cNvPr>
          <p:cNvSpPr>
            <a:spLocks xmlns:a="http://schemas.openxmlformats.org/drawingml/2006/main" noGrp="1"/>
          </p:cNvSpPr>
          <p:nvPr/>
        </p:nvSpPr>
        <p:spPr>
          <a:xfrm xmlns:a="http://schemas.openxmlformats.org/drawingml/2006/main">
            <a:off x="1428750" y="2857500"/>
            <a:ext cx="95250" cy="1809750"/>
          </a:xfrm>
          <a:prstGeom xmlns:a="http://schemas.openxmlformats.org/drawingml/2006/main" prst="rect">
            <a:avLst/>
          </a:prstGeom>
          <a:solidFill xmlns:a="http://schemas.openxmlformats.org/drawingml/2006/main">
            <a:srgbClr val="2686C5"/>
          </a:solidFill>
          <a:ln xmlns:a="http://schemas.openxmlformats.org/drawingml/2006/main" w="0">
            <a:solidFill>
              <a:srgbClr val="2686C5"/>
            </a:solidFill>
            <a:prstDash val="solid"/>
          </a:ln>
        </p:spPr>
      </p:sp>
      <p:sp>
        <p:nvSpPr>
          <p:cNvPr id="31" name="">
            <a:extLst xmlns:a="http://schemas.openxmlformats.org/drawingml/2006/main">
              <a:ext uri="{FF2B5EF4-FFF2-40B4-BE49-F238E27FC236}">
                <a16:creationId xmlns:a16="http://schemas.microsoft.com/office/drawing/2014/main" id="{05434044-AACA-494F-BFEF-8715941024E4}"/>
              </a:ext>
            </a:extLst>
          </p:cNvPr>
          <p:cNvSpPr>
            <a:spLocks xmlns:a="http://schemas.openxmlformats.org/drawingml/2006/main" noGrp="1"/>
          </p:cNvSpPr>
          <p:nvPr/>
        </p:nvSpPr>
        <p:spPr>
          <a:xfrm xmlns:a="http://schemas.openxmlformats.org/drawingml/2006/main">
            <a:off x="1714500" y="3067050"/>
            <a:ext cx="37528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1E5AA8"/>
                </a:solidFill>
              </a:defRPr>
            </a:defPPr>
            <a:lvl1pPr>
              <a:defRPr sz="2025" b="1">
                <a:solidFill>
                  <a:srgbClr val="1E5AA8"/>
                </a:solidFill>
              </a:defRPr>
            </a:lvl1pPr>
            <a:lvl2pPr>
              <a:defRPr sz="2025" b="1">
                <a:solidFill>
                  <a:srgbClr val="1E5AA8"/>
                </a:solidFill>
              </a:defRPr>
            </a:lvl2pPr>
            <a:lvl3pPr>
              <a:defRPr sz="2025" b="1">
                <a:solidFill>
                  <a:srgbClr val="1E5AA8"/>
                </a:solidFill>
              </a:defRPr>
            </a:lvl3pPr>
            <a:lvl4pPr>
              <a:defRPr sz="2025" b="1">
                <a:solidFill>
                  <a:srgbClr val="1E5AA8"/>
                </a:solidFill>
              </a:defRPr>
            </a:lvl4pPr>
            <a:lvl5pPr>
              <a:defRPr sz="2025" b="1">
                <a:solidFill>
                  <a:srgbClr val="1E5AA8"/>
                </a:solidFill>
              </a:defRPr>
            </a:lvl5pPr>
            <a:lvl6pPr>
              <a:defRPr sz="2025" b="1">
                <a:solidFill>
                  <a:srgbClr val="1E5AA8"/>
                </a:solidFill>
              </a:defRPr>
            </a:lvl6pPr>
            <a:lvl7pPr>
              <a:defRPr sz="2025" b="1">
                <a:solidFill>
                  <a:srgbClr val="1E5AA8"/>
                </a:solidFill>
              </a:defRPr>
            </a:lvl7pPr>
            <a:lvl8pPr>
              <a:defRPr sz="2025" b="1">
                <a:solidFill>
                  <a:srgbClr val="1E5AA8"/>
                </a:solidFill>
              </a:defRPr>
            </a:lvl8pPr>
            <a:lvl9pPr>
              <a:defRPr sz="2025" b="1">
                <a:solidFill>
                  <a:srgbClr val="1E5AA8"/>
                </a:solidFill>
              </a:defRPr>
            </a:lvl9pPr>
          </a:lstStyle>
          <a:p xmlns:a="http://schemas.openxmlformats.org/drawingml/2006/main">
            <a:pPr>
              <a:defRPr sz="2025" b="1">
                <a:solidFill>
                  <a:srgbClr val="1E5AA8"/>
                </a:solidFill>
              </a:defRPr>
            </a:pPr>
            <a:r>
              <a:rPr sz="2025" b="1">
                <a:solidFill>
                  <a:srgbClr val="1E5AA8"/>
                </a:solidFill>
              </a:rPr>
              <a:t>I01 · Ngôn ngữ</a:t>
            </a:r>
          </a:p>
        </p:txBody>
      </p:sp>
      <p:sp>
        <p:nvSpPr>
          <p:cNvPr id="32" name="">
            <a:extLst xmlns:a="http://schemas.openxmlformats.org/drawingml/2006/main">
              <a:ext uri="{FF2B5EF4-FFF2-40B4-BE49-F238E27FC236}">
                <a16:creationId xmlns:a16="http://schemas.microsoft.com/office/drawing/2014/main" id="{0C6F1239-684C-427C-9189-18A3715245AB}"/>
              </a:ext>
            </a:extLst>
          </p:cNvPr>
          <p:cNvSpPr>
            <a:spLocks xmlns:a="http://schemas.openxmlformats.org/drawingml/2006/main" noGrp="1"/>
          </p:cNvSpPr>
          <p:nvPr/>
        </p:nvSpPr>
        <p:spPr>
          <a:xfrm xmlns:a="http://schemas.openxmlformats.org/drawingml/2006/main">
            <a:off x="1714500" y="3600450"/>
            <a:ext cx="375285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a:solidFill>
                  <a:srgbClr val="334155"/>
                </a:solidFill>
              </a:defRPr>
            </a:defPPr>
            <a:lvl1pPr>
              <a:defRPr sz="1500">
                <a:solidFill>
                  <a:srgbClr val="334155"/>
                </a:solidFill>
              </a:defRPr>
            </a:lvl1pPr>
            <a:lvl2pPr>
              <a:defRPr sz="1500">
                <a:solidFill>
                  <a:srgbClr val="334155"/>
                </a:solidFill>
              </a:defRPr>
            </a:lvl2pPr>
            <a:lvl3pPr>
              <a:defRPr sz="1500">
                <a:solidFill>
                  <a:srgbClr val="334155"/>
                </a:solidFill>
              </a:defRPr>
            </a:lvl3pPr>
            <a:lvl4pPr>
              <a:defRPr sz="1500">
                <a:solidFill>
                  <a:srgbClr val="334155"/>
                </a:solidFill>
              </a:defRPr>
            </a:lvl4pPr>
            <a:lvl5pPr>
              <a:defRPr sz="1500">
                <a:solidFill>
                  <a:srgbClr val="334155"/>
                </a:solidFill>
              </a:defRPr>
            </a:lvl5pPr>
            <a:lvl6pPr>
              <a:defRPr sz="1500">
                <a:solidFill>
                  <a:srgbClr val="334155"/>
                </a:solidFill>
              </a:defRPr>
            </a:lvl6pPr>
            <a:lvl7pPr>
              <a:defRPr sz="1500">
                <a:solidFill>
                  <a:srgbClr val="334155"/>
                </a:solidFill>
              </a:defRPr>
            </a:lvl7pPr>
            <a:lvl8pPr>
              <a:defRPr sz="1500">
                <a:solidFill>
                  <a:srgbClr val="334155"/>
                </a:solidFill>
              </a:defRPr>
            </a:lvl8pPr>
            <a:lvl9pPr>
              <a:defRPr sz="1500">
                <a:solidFill>
                  <a:srgbClr val="334155"/>
                </a:solidFill>
              </a:defRPr>
            </a:lvl9pPr>
          </a:lstStyle>
          <a:p xmlns:a="http://schemas.openxmlformats.org/drawingml/2006/main">
            <a:pPr>
              <a:defRPr sz="1500">
                <a:solidFill>
                  <a:srgbClr val="334155"/>
                </a:solidFill>
              </a:defRPr>
            </a:pPr>
            <a:r>
              <a:rPr sz="1500">
                <a:solidFill>
                  <a:srgbClr val="334155"/>
                </a:solidFill>
              </a:rPr>
              <a:t>Chuẩn hóa toàn bộ nhãn và nội dung sang tiếng Việt có dấu.</a:t>
            </a:r>
          </a:p>
        </p:txBody>
      </p:sp>
      <p:sp>
        <p:nvSpPr>
          <p:cNvPr id="33" name="">
            <a:extLst xmlns:a="http://schemas.openxmlformats.org/drawingml/2006/main">
              <a:ext uri="{FF2B5EF4-FFF2-40B4-BE49-F238E27FC236}">
                <a16:creationId xmlns:a16="http://schemas.microsoft.com/office/drawing/2014/main" id="{545493A4-2BB4-46CF-9791-32CE66E8CACF}"/>
              </a:ext>
            </a:extLst>
          </p:cNvPr>
          <p:cNvSpPr>
            <a:spLocks xmlns:a="http://schemas.openxmlformats.org/drawingml/2006/main" noGrp="1"/>
          </p:cNvSpPr>
          <p:nvPr/>
        </p:nvSpPr>
        <p:spPr>
          <a:xfrm xmlns:a="http://schemas.openxmlformats.org/drawingml/2006/main">
            <a:off x="6286500" y="2857500"/>
            <a:ext cx="4286250" cy="1809750"/>
          </a:xfrm>
          <a:prstGeom xmlns:a="http://schemas.openxmlformats.org/drawingml/2006/main" prst="roundRect">
            <a:avLst>
              <a:gd name="adj" fmla="val 6316"/>
            </a:avLst>
          </a:prstGeom>
          <a:solidFill xmlns:a="http://schemas.openxmlformats.org/drawingml/2006/main">
            <a:srgbClr val="FFFFFF"/>
          </a:solidFill>
          <a:ln xmlns:a="http://schemas.openxmlformats.org/drawingml/2006/main" w="9525">
            <a:solidFill>
              <a:srgbClr val="D6E3ED"/>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4" name="">
            <a:extLst xmlns:a="http://schemas.openxmlformats.org/drawingml/2006/main">
              <a:ext uri="{FF2B5EF4-FFF2-40B4-BE49-F238E27FC236}">
                <a16:creationId xmlns:a16="http://schemas.microsoft.com/office/drawing/2014/main" id="{7E59DBDB-A3E0-4900-BD09-A723E741592B}"/>
              </a:ext>
            </a:extLst>
          </p:cNvPr>
          <p:cNvSpPr>
            <a:spLocks xmlns:a="http://schemas.openxmlformats.org/drawingml/2006/main" noGrp="1"/>
          </p:cNvSpPr>
          <p:nvPr/>
        </p:nvSpPr>
        <p:spPr>
          <a:xfrm xmlns:a="http://schemas.openxmlformats.org/drawingml/2006/main">
            <a:off x="6286500" y="2857500"/>
            <a:ext cx="95250" cy="1809750"/>
          </a:xfrm>
          <a:prstGeom xmlns:a="http://schemas.openxmlformats.org/drawingml/2006/main" prst="rect">
            <a:avLst/>
          </a:prstGeom>
          <a:solidFill xmlns:a="http://schemas.openxmlformats.org/drawingml/2006/main">
            <a:srgbClr val="1E5AA8"/>
          </a:solidFill>
          <a:ln xmlns:a="http://schemas.openxmlformats.org/drawingml/2006/main" w="0">
            <a:solidFill>
              <a:srgbClr val="1E5AA8"/>
            </a:solidFill>
            <a:prstDash val="solid"/>
          </a:ln>
        </p:spPr>
      </p:sp>
      <p:sp>
        <p:nvSpPr>
          <p:cNvPr id="35" name="">
            <a:extLst xmlns:a="http://schemas.openxmlformats.org/drawingml/2006/main">
              <a:ext uri="{FF2B5EF4-FFF2-40B4-BE49-F238E27FC236}">
                <a16:creationId xmlns:a16="http://schemas.microsoft.com/office/drawing/2014/main" id="{442612B9-C6B6-40AA-A475-2AB624A845A2}"/>
              </a:ext>
            </a:extLst>
          </p:cNvPr>
          <p:cNvSpPr>
            <a:spLocks xmlns:a="http://schemas.openxmlformats.org/drawingml/2006/main" noGrp="1"/>
          </p:cNvSpPr>
          <p:nvPr/>
        </p:nvSpPr>
        <p:spPr>
          <a:xfrm xmlns:a="http://schemas.openxmlformats.org/drawingml/2006/main">
            <a:off x="6572250" y="3067050"/>
            <a:ext cx="37528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1E5AA8"/>
                </a:solidFill>
              </a:defRPr>
            </a:defPPr>
            <a:lvl1pPr>
              <a:defRPr sz="2025" b="1">
                <a:solidFill>
                  <a:srgbClr val="1E5AA8"/>
                </a:solidFill>
              </a:defRPr>
            </a:lvl1pPr>
            <a:lvl2pPr>
              <a:defRPr sz="2025" b="1">
                <a:solidFill>
                  <a:srgbClr val="1E5AA8"/>
                </a:solidFill>
              </a:defRPr>
            </a:lvl2pPr>
            <a:lvl3pPr>
              <a:defRPr sz="2025" b="1">
                <a:solidFill>
                  <a:srgbClr val="1E5AA8"/>
                </a:solidFill>
              </a:defRPr>
            </a:lvl3pPr>
            <a:lvl4pPr>
              <a:defRPr sz="2025" b="1">
                <a:solidFill>
                  <a:srgbClr val="1E5AA8"/>
                </a:solidFill>
              </a:defRPr>
            </a:lvl4pPr>
            <a:lvl5pPr>
              <a:defRPr sz="2025" b="1">
                <a:solidFill>
                  <a:srgbClr val="1E5AA8"/>
                </a:solidFill>
              </a:defRPr>
            </a:lvl5pPr>
            <a:lvl6pPr>
              <a:defRPr sz="2025" b="1">
                <a:solidFill>
                  <a:srgbClr val="1E5AA8"/>
                </a:solidFill>
              </a:defRPr>
            </a:lvl6pPr>
            <a:lvl7pPr>
              <a:defRPr sz="2025" b="1">
                <a:solidFill>
                  <a:srgbClr val="1E5AA8"/>
                </a:solidFill>
              </a:defRPr>
            </a:lvl7pPr>
            <a:lvl8pPr>
              <a:defRPr sz="2025" b="1">
                <a:solidFill>
                  <a:srgbClr val="1E5AA8"/>
                </a:solidFill>
              </a:defRPr>
            </a:lvl8pPr>
            <a:lvl9pPr>
              <a:defRPr sz="2025" b="1">
                <a:solidFill>
                  <a:srgbClr val="1E5AA8"/>
                </a:solidFill>
              </a:defRPr>
            </a:lvl9pPr>
          </a:lstStyle>
          <a:p xmlns:a="http://schemas.openxmlformats.org/drawingml/2006/main">
            <a:pPr>
              <a:defRPr sz="2025" b="1">
                <a:solidFill>
                  <a:srgbClr val="1E5AA8"/>
                </a:solidFill>
              </a:defRPr>
            </a:pPr>
            <a:r>
              <a:rPr sz="2025" b="1">
                <a:solidFill>
                  <a:srgbClr val="1E5AA8"/>
                </a:solidFill>
              </a:rPr>
              <a:t>I02 · Màu và trạng thái</a:t>
            </a:r>
          </a:p>
        </p:txBody>
      </p:sp>
      <p:sp>
        <p:nvSpPr>
          <p:cNvPr id="36" name="">
            <a:extLst xmlns:a="http://schemas.openxmlformats.org/drawingml/2006/main">
              <a:ext uri="{FF2B5EF4-FFF2-40B4-BE49-F238E27FC236}">
                <a16:creationId xmlns:a16="http://schemas.microsoft.com/office/drawing/2014/main" id="{18C41106-E66A-4593-BD05-35D832F15BE8}"/>
              </a:ext>
            </a:extLst>
          </p:cNvPr>
          <p:cNvSpPr>
            <a:spLocks xmlns:a="http://schemas.openxmlformats.org/drawingml/2006/main" noGrp="1"/>
          </p:cNvSpPr>
          <p:nvPr/>
        </p:nvSpPr>
        <p:spPr>
          <a:xfrm xmlns:a="http://schemas.openxmlformats.org/drawingml/2006/main">
            <a:off x="6572250" y="3600450"/>
            <a:ext cx="375285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a:solidFill>
                  <a:srgbClr val="334155"/>
                </a:solidFill>
              </a:defRPr>
            </a:defPPr>
            <a:lvl1pPr>
              <a:defRPr sz="1500">
                <a:solidFill>
                  <a:srgbClr val="334155"/>
                </a:solidFill>
              </a:defRPr>
            </a:lvl1pPr>
            <a:lvl2pPr>
              <a:defRPr sz="1500">
                <a:solidFill>
                  <a:srgbClr val="334155"/>
                </a:solidFill>
              </a:defRPr>
            </a:lvl2pPr>
            <a:lvl3pPr>
              <a:defRPr sz="1500">
                <a:solidFill>
                  <a:srgbClr val="334155"/>
                </a:solidFill>
              </a:defRPr>
            </a:lvl3pPr>
            <a:lvl4pPr>
              <a:defRPr sz="1500">
                <a:solidFill>
                  <a:srgbClr val="334155"/>
                </a:solidFill>
              </a:defRPr>
            </a:lvl4pPr>
            <a:lvl5pPr>
              <a:defRPr sz="1500">
                <a:solidFill>
                  <a:srgbClr val="334155"/>
                </a:solidFill>
              </a:defRPr>
            </a:lvl5pPr>
            <a:lvl6pPr>
              <a:defRPr sz="1500">
                <a:solidFill>
                  <a:srgbClr val="334155"/>
                </a:solidFill>
              </a:defRPr>
            </a:lvl6pPr>
            <a:lvl7pPr>
              <a:defRPr sz="1500">
                <a:solidFill>
                  <a:srgbClr val="334155"/>
                </a:solidFill>
              </a:defRPr>
            </a:lvl7pPr>
            <a:lvl8pPr>
              <a:defRPr sz="1500">
                <a:solidFill>
                  <a:srgbClr val="334155"/>
                </a:solidFill>
              </a:defRPr>
            </a:lvl8pPr>
            <a:lvl9pPr>
              <a:defRPr sz="1500">
                <a:solidFill>
                  <a:srgbClr val="334155"/>
                </a:solidFill>
              </a:defRPr>
            </a:lvl9pPr>
          </a:lstStyle>
          <a:p xmlns:a="http://schemas.openxmlformats.org/drawingml/2006/main">
            <a:pPr>
              <a:defRPr sz="1500">
                <a:solidFill>
                  <a:srgbClr val="334155"/>
                </a:solidFill>
              </a:defRPr>
            </a:pPr>
            <a:r>
              <a:rPr sz="1500">
                <a:solidFill>
                  <a:srgbClr val="334155"/>
                </a:solidFill>
              </a:rPr>
              <a:t>Chuyển xanh lá sang xanh biển; bổ sung trạng thái thêm/lưu/lỗi.</a:t>
            </a:r>
          </a:p>
        </p:txBody>
      </p:sp>
      <p:sp>
        <p:nvSpPr>
          <p:cNvPr id="37" name="">
            <a:extLst xmlns:a="http://schemas.openxmlformats.org/drawingml/2006/main">
              <a:ext uri="{FF2B5EF4-FFF2-40B4-BE49-F238E27FC236}">
                <a16:creationId xmlns:a16="http://schemas.microsoft.com/office/drawing/2014/main" id="{1594D802-4D4E-4A2F-8F33-DF2F696F482A}"/>
              </a:ext>
            </a:extLst>
          </p:cNvPr>
          <p:cNvSpPr>
            <a:spLocks xmlns:a="http://schemas.openxmlformats.org/drawingml/2006/main" noGrp="1"/>
          </p:cNvSpPr>
          <p:nvPr/>
        </p:nvSpPr>
        <p:spPr>
          <a:xfrm xmlns:a="http://schemas.openxmlformats.org/drawingml/2006/main">
            <a:off x="11144250" y="2857500"/>
            <a:ext cx="4286250" cy="1809750"/>
          </a:xfrm>
          <a:prstGeom xmlns:a="http://schemas.openxmlformats.org/drawingml/2006/main" prst="roundRect">
            <a:avLst>
              <a:gd name="adj" fmla="val 6316"/>
            </a:avLst>
          </a:prstGeom>
          <a:solidFill xmlns:a="http://schemas.openxmlformats.org/drawingml/2006/main">
            <a:srgbClr val="FFFFFF"/>
          </a:solidFill>
          <a:ln xmlns:a="http://schemas.openxmlformats.org/drawingml/2006/main" w="9525">
            <a:solidFill>
              <a:srgbClr val="D6E3ED"/>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8" name="">
            <a:extLst xmlns:a="http://schemas.openxmlformats.org/drawingml/2006/main">
              <a:ext uri="{FF2B5EF4-FFF2-40B4-BE49-F238E27FC236}">
                <a16:creationId xmlns:a16="http://schemas.microsoft.com/office/drawing/2014/main" id="{A7720BD5-BEDC-4F10-95E8-5C0985C9AEFE}"/>
              </a:ext>
            </a:extLst>
          </p:cNvPr>
          <p:cNvSpPr>
            <a:spLocks xmlns:a="http://schemas.openxmlformats.org/drawingml/2006/main" noGrp="1"/>
          </p:cNvSpPr>
          <p:nvPr/>
        </p:nvSpPr>
        <p:spPr>
          <a:xfrm xmlns:a="http://schemas.openxmlformats.org/drawingml/2006/main">
            <a:off x="11144250" y="2857500"/>
            <a:ext cx="95250" cy="1809750"/>
          </a:xfrm>
          <a:prstGeom xmlns:a="http://schemas.openxmlformats.org/drawingml/2006/main" prst="rect">
            <a:avLst/>
          </a:prstGeom>
          <a:solidFill xmlns:a="http://schemas.openxmlformats.org/drawingml/2006/main">
            <a:srgbClr val="2686C5"/>
          </a:solidFill>
          <a:ln xmlns:a="http://schemas.openxmlformats.org/drawingml/2006/main" w="0">
            <a:solidFill>
              <a:srgbClr val="2686C5"/>
            </a:solidFill>
            <a:prstDash val="solid"/>
          </a:ln>
        </p:spPr>
      </p:sp>
      <p:sp>
        <p:nvSpPr>
          <p:cNvPr id="39" name="">
            <a:extLst xmlns:a="http://schemas.openxmlformats.org/drawingml/2006/main">
              <a:ext uri="{FF2B5EF4-FFF2-40B4-BE49-F238E27FC236}">
                <a16:creationId xmlns:a16="http://schemas.microsoft.com/office/drawing/2014/main" id="{D6E5D06D-527A-412E-92BD-7D768AC21721}"/>
              </a:ext>
            </a:extLst>
          </p:cNvPr>
          <p:cNvSpPr>
            <a:spLocks xmlns:a="http://schemas.openxmlformats.org/drawingml/2006/main" noGrp="1"/>
          </p:cNvSpPr>
          <p:nvPr/>
        </p:nvSpPr>
        <p:spPr>
          <a:xfrm xmlns:a="http://schemas.openxmlformats.org/drawingml/2006/main">
            <a:off x="11430000" y="3067050"/>
            <a:ext cx="37528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1E5AA8"/>
                </a:solidFill>
              </a:defRPr>
            </a:defPPr>
            <a:lvl1pPr>
              <a:defRPr sz="2025" b="1">
                <a:solidFill>
                  <a:srgbClr val="1E5AA8"/>
                </a:solidFill>
              </a:defRPr>
            </a:lvl1pPr>
            <a:lvl2pPr>
              <a:defRPr sz="2025" b="1">
                <a:solidFill>
                  <a:srgbClr val="1E5AA8"/>
                </a:solidFill>
              </a:defRPr>
            </a:lvl2pPr>
            <a:lvl3pPr>
              <a:defRPr sz="2025" b="1">
                <a:solidFill>
                  <a:srgbClr val="1E5AA8"/>
                </a:solidFill>
              </a:defRPr>
            </a:lvl3pPr>
            <a:lvl4pPr>
              <a:defRPr sz="2025" b="1">
                <a:solidFill>
                  <a:srgbClr val="1E5AA8"/>
                </a:solidFill>
              </a:defRPr>
            </a:lvl4pPr>
            <a:lvl5pPr>
              <a:defRPr sz="2025" b="1">
                <a:solidFill>
                  <a:srgbClr val="1E5AA8"/>
                </a:solidFill>
              </a:defRPr>
            </a:lvl5pPr>
            <a:lvl6pPr>
              <a:defRPr sz="2025" b="1">
                <a:solidFill>
                  <a:srgbClr val="1E5AA8"/>
                </a:solidFill>
              </a:defRPr>
            </a:lvl6pPr>
            <a:lvl7pPr>
              <a:defRPr sz="2025" b="1">
                <a:solidFill>
                  <a:srgbClr val="1E5AA8"/>
                </a:solidFill>
              </a:defRPr>
            </a:lvl7pPr>
            <a:lvl8pPr>
              <a:defRPr sz="2025" b="1">
                <a:solidFill>
                  <a:srgbClr val="1E5AA8"/>
                </a:solidFill>
              </a:defRPr>
            </a:lvl8pPr>
            <a:lvl9pPr>
              <a:defRPr sz="2025" b="1">
                <a:solidFill>
                  <a:srgbClr val="1E5AA8"/>
                </a:solidFill>
              </a:defRPr>
            </a:lvl9pPr>
          </a:lstStyle>
          <a:p xmlns:a="http://schemas.openxmlformats.org/drawingml/2006/main">
            <a:pPr>
              <a:defRPr sz="2025" b="1">
                <a:solidFill>
                  <a:srgbClr val="1E5AA8"/>
                </a:solidFill>
              </a:defRPr>
            </a:pPr>
            <a:r>
              <a:rPr sz="2025" b="1">
                <a:solidFill>
                  <a:srgbClr val="1E5AA8"/>
                </a:solidFill>
              </a:rPr>
              <a:t>I03 · Nội dung &amp; hành động</a:t>
            </a:r>
          </a:p>
        </p:txBody>
      </p:sp>
      <p:sp>
        <p:nvSpPr>
          <p:cNvPr id="40" name="">
            <a:extLst xmlns:a="http://schemas.openxmlformats.org/drawingml/2006/main">
              <a:ext uri="{FF2B5EF4-FFF2-40B4-BE49-F238E27FC236}">
                <a16:creationId xmlns:a16="http://schemas.microsoft.com/office/drawing/2014/main" id="{FE19DB28-99BE-4033-A0B8-C48719EEB0D1}"/>
              </a:ext>
            </a:extLst>
          </p:cNvPr>
          <p:cNvSpPr>
            <a:spLocks xmlns:a="http://schemas.openxmlformats.org/drawingml/2006/main" noGrp="1"/>
          </p:cNvSpPr>
          <p:nvPr/>
        </p:nvSpPr>
        <p:spPr>
          <a:xfrm xmlns:a="http://schemas.openxmlformats.org/drawingml/2006/main">
            <a:off x="11430000" y="3600450"/>
            <a:ext cx="375285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a:solidFill>
                  <a:srgbClr val="334155"/>
                </a:solidFill>
              </a:defRPr>
            </a:defPPr>
            <a:lvl1pPr>
              <a:defRPr sz="1500">
                <a:solidFill>
                  <a:srgbClr val="334155"/>
                </a:solidFill>
              </a:defRPr>
            </a:lvl1pPr>
            <a:lvl2pPr>
              <a:defRPr sz="1500">
                <a:solidFill>
                  <a:srgbClr val="334155"/>
                </a:solidFill>
              </a:defRPr>
            </a:lvl2pPr>
            <a:lvl3pPr>
              <a:defRPr sz="1500">
                <a:solidFill>
                  <a:srgbClr val="334155"/>
                </a:solidFill>
              </a:defRPr>
            </a:lvl3pPr>
            <a:lvl4pPr>
              <a:defRPr sz="1500">
                <a:solidFill>
                  <a:srgbClr val="334155"/>
                </a:solidFill>
              </a:defRPr>
            </a:lvl4pPr>
            <a:lvl5pPr>
              <a:defRPr sz="1500">
                <a:solidFill>
                  <a:srgbClr val="334155"/>
                </a:solidFill>
              </a:defRPr>
            </a:lvl5pPr>
            <a:lvl6pPr>
              <a:defRPr sz="1500">
                <a:solidFill>
                  <a:srgbClr val="334155"/>
                </a:solidFill>
              </a:defRPr>
            </a:lvl6pPr>
            <a:lvl7pPr>
              <a:defRPr sz="1500">
                <a:solidFill>
                  <a:srgbClr val="334155"/>
                </a:solidFill>
              </a:defRPr>
            </a:lvl7pPr>
            <a:lvl8pPr>
              <a:defRPr sz="1500">
                <a:solidFill>
                  <a:srgbClr val="334155"/>
                </a:solidFill>
              </a:defRPr>
            </a:lvl8pPr>
            <a:lvl9pPr>
              <a:defRPr sz="1500">
                <a:solidFill>
                  <a:srgbClr val="334155"/>
                </a:solidFill>
              </a:defRPr>
            </a:lvl9pPr>
          </a:lstStyle>
          <a:p xmlns:a="http://schemas.openxmlformats.org/drawingml/2006/main">
            <a:pPr>
              <a:defRPr sz="1500">
                <a:solidFill>
                  <a:srgbClr val="334155"/>
                </a:solidFill>
              </a:defRPr>
            </a:pPr>
            <a:r>
              <a:rPr sz="1500">
                <a:solidFill>
                  <a:srgbClr val="334155"/>
                </a:solidFill>
              </a:rPr>
              <a:t>Tách trạng thái “mới” và “đã thêm”, làm rõ nút hành động.</a:t>
            </a:r>
          </a:p>
        </p:txBody>
      </p:sp>
      <p:sp>
        <p:nvSpPr>
          <p:cNvPr id="41" name="">
            <a:extLst xmlns:a="http://schemas.openxmlformats.org/drawingml/2006/main">
              <a:ext uri="{FF2B5EF4-FFF2-40B4-BE49-F238E27FC236}">
                <a16:creationId xmlns:a16="http://schemas.microsoft.com/office/drawing/2014/main" id="{FF640FA4-9FCF-4B4E-B1BF-8F8DDFE60708}"/>
              </a:ext>
            </a:extLst>
          </p:cNvPr>
          <p:cNvSpPr>
            <a:spLocks xmlns:a="http://schemas.openxmlformats.org/drawingml/2006/main" noGrp="1"/>
          </p:cNvSpPr>
          <p:nvPr/>
        </p:nvSpPr>
        <p:spPr>
          <a:xfrm xmlns:a="http://schemas.openxmlformats.org/drawingml/2006/main">
            <a:off x="1428750" y="5619750"/>
            <a:ext cx="1381125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a:solidFill>
                  <a:srgbClr val="111827"/>
                </a:solidFill>
              </a:defRPr>
            </a:defPPr>
            <a:lvl1pPr>
              <a:defRPr sz="1650">
                <a:solidFill>
                  <a:srgbClr val="111827"/>
                </a:solidFill>
              </a:defRPr>
            </a:lvl1pPr>
            <a:lvl2pPr>
              <a:defRPr sz="1650">
                <a:solidFill>
                  <a:srgbClr val="111827"/>
                </a:solidFill>
              </a:defRPr>
            </a:lvl2pPr>
            <a:lvl3pPr>
              <a:defRPr sz="1650">
                <a:solidFill>
                  <a:srgbClr val="111827"/>
                </a:solidFill>
              </a:defRPr>
            </a:lvl3pPr>
            <a:lvl4pPr>
              <a:defRPr sz="1650">
                <a:solidFill>
                  <a:srgbClr val="111827"/>
                </a:solidFill>
              </a:defRPr>
            </a:lvl4pPr>
            <a:lvl5pPr>
              <a:defRPr sz="1650">
                <a:solidFill>
                  <a:srgbClr val="111827"/>
                </a:solidFill>
              </a:defRPr>
            </a:lvl5pPr>
            <a:lvl6pPr>
              <a:defRPr sz="1650">
                <a:solidFill>
                  <a:srgbClr val="111827"/>
                </a:solidFill>
              </a:defRPr>
            </a:lvl6pPr>
            <a:lvl7pPr>
              <a:defRPr sz="1650">
                <a:solidFill>
                  <a:srgbClr val="111827"/>
                </a:solidFill>
              </a:defRPr>
            </a:lvl7pPr>
            <a:lvl8pPr>
              <a:defRPr sz="1650">
                <a:solidFill>
                  <a:srgbClr val="111827"/>
                </a:solidFill>
              </a:defRPr>
            </a:lvl8pPr>
            <a:lvl9pPr>
              <a:defRPr sz="1650">
                <a:solidFill>
                  <a:srgbClr val="111827"/>
                </a:solidFill>
              </a:defRPr>
            </a:lvl9pPr>
          </a:lstStyle>
          <a:p xmlns:a="http://schemas.openxmlformats.org/drawingml/2006/main">
            <a:pPr>
              <a:defRPr sz="1650">
                <a:solidFill>
                  <a:srgbClr val="111827"/>
                </a:solidFill>
              </a:defRPr>
            </a:pPr>
            <a:r>
              <a:rPr sz="1650">
                <a:solidFill>
                  <a:srgbClr val="111827"/>
                </a:solidFill>
              </a:rPr>
              <a:t>5 phát hiện UX: (1) thời lượng phải thấy ngay; (2) icon cần kèm nhãn; (3) nhắc lịch cần sửa nhanh; (4) lưu phải có phản hồi; (5) trạng thái trống/lỗi cần chỉ đường tiếp theo.</a:t>
            </a:r>
          </a:p>
        </p:txBody>
      </p:sp>
      <p:sp>
        <p:nvSpPr>
          <p:cNvPr id="42" name="">
            <a:extLst xmlns:a="http://schemas.openxmlformats.org/drawingml/2006/main">
              <a:ext uri="{FF2B5EF4-FFF2-40B4-BE49-F238E27FC236}">
                <a16:creationId xmlns:a16="http://schemas.microsoft.com/office/drawing/2014/main" id="{89D870A5-3902-4A8A-A380-485B7D666E68}"/>
              </a:ext>
            </a:extLst>
          </p:cNvPr>
          <p:cNvSpPr>
            <a:spLocks xmlns:a="http://schemas.openxmlformats.org/drawingml/2006/main" noGrp="1"/>
          </p:cNvSpPr>
          <p:nvPr/>
        </p:nvSpPr>
        <p:spPr>
          <a:xfrm xmlns:a="http://schemas.openxmlformats.org/drawingml/2006/main">
            <a:off x="1428750" y="7334250"/>
            <a:ext cx="13811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a:solidFill>
                  <a:srgbClr val="536878"/>
                </a:solidFill>
              </a:defRPr>
            </a:defPPr>
            <a:lvl1pPr>
              <a:defRPr sz="1350">
                <a:solidFill>
                  <a:srgbClr val="536878"/>
                </a:solidFill>
              </a:defRPr>
            </a:lvl1pPr>
            <a:lvl2pPr>
              <a:defRPr sz="1350">
                <a:solidFill>
                  <a:srgbClr val="536878"/>
                </a:solidFill>
              </a:defRPr>
            </a:lvl2pPr>
            <a:lvl3pPr>
              <a:defRPr sz="1350">
                <a:solidFill>
                  <a:srgbClr val="536878"/>
                </a:solidFill>
              </a:defRPr>
            </a:lvl3pPr>
            <a:lvl4pPr>
              <a:defRPr sz="1350">
                <a:solidFill>
                  <a:srgbClr val="536878"/>
                </a:solidFill>
              </a:defRPr>
            </a:lvl4pPr>
            <a:lvl5pPr>
              <a:defRPr sz="1350">
                <a:solidFill>
                  <a:srgbClr val="536878"/>
                </a:solidFill>
              </a:defRPr>
            </a:lvl5pPr>
            <a:lvl6pPr>
              <a:defRPr sz="1350">
                <a:solidFill>
                  <a:srgbClr val="536878"/>
                </a:solidFill>
              </a:defRPr>
            </a:lvl6pPr>
            <a:lvl7pPr>
              <a:defRPr sz="1350">
                <a:solidFill>
                  <a:srgbClr val="536878"/>
                </a:solidFill>
              </a:defRPr>
            </a:lvl7pPr>
            <a:lvl8pPr>
              <a:defRPr sz="1350">
                <a:solidFill>
                  <a:srgbClr val="536878"/>
                </a:solidFill>
              </a:defRPr>
            </a:lvl8pPr>
            <a:lvl9pPr>
              <a:defRPr sz="1350">
                <a:solidFill>
                  <a:srgbClr val="536878"/>
                </a:solidFill>
              </a:defRPr>
            </a:lvl9pPr>
          </a:lstStyle>
          <a:p xmlns:a="http://schemas.openxmlformats.org/drawingml/2006/main">
            <a:pPr>
              <a:defRPr sz="1350">
                <a:solidFill>
                  <a:srgbClr val="536878"/>
                </a:solidFill>
              </a:defRPr>
            </a:pPr>
            <a:r>
              <a:rPr sz="1350">
                <a:solidFill>
                  <a:srgbClr val="536878"/>
                </a:solidFill>
              </a:rPr>
              <a:t>Quyết định: chấp nhận thẻ có thời lượng; chỉnh nhãn/nút; bổ sung trạng thái lỗi. Tài liệu: ai/critiques/C00-response.md</a:t>
            </a:r>
          </a:p>
        </p:txBody>
      </p:sp>
    </p:spTree>
    <p:extLst>
      <p:ext uri="{BB962C8B-B14F-4D97-AF65-F5344CB8AC3E}">
        <p14:creationId xmlns:p14="http://schemas.microsoft.com/office/powerpoint/2010/main" val="2103337199"/>
      </p:ext>
    </p:extLst>
  </p:cSld>
</p:sld>
</file>

<file path=ppt/slides/slide7.xml><?xml version="1.0" encoding="utf-8"?>
<p:sld xmlns:p="http://schemas.openxmlformats.org/presentationml/2006/main">
  <p:cSld>
    <p:bg>
      <p:bgPr>
        <a:solidFill xmlns:a="http://schemas.openxmlformats.org/drawingml/2006/main">
          <a:srgbClr val="EEEEEE"/>
        </a:solidFill>
      </p:bgPr>
    </p:bg>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56FF37C3-7E7E-434D-B721-94ABB130A3A7}"/>
              </a:ext>
            </a:extLst>
          </p:cNvPr>
          <p:cNvSpPr>
            <a:spLocks xmlns:a="http://schemas.openxmlformats.org/drawingml/2006/main" noGrp="1"/>
          </p:cNvSpPr>
          <p:nvPr/>
        </p:nvSpPr>
        <p:spPr>
          <a:xfrm xmlns:a="http://schemas.openxmlformats.org/drawingml/2006/main" rot="0" flipH="0" flipV="0">
            <a:off x="-1428656" y="8616911"/>
            <a:ext cx="18465745" cy="3727995"/>
          </a:xfrm>
          <a:custGeom xmlns:a="http://schemas.openxmlformats.org/drawingml/2006/main">
            <a:rect l="l" t="t" r="r" b="b"/>
            <a:pathLst>
              <a:path w="2860827" h="577564">
                <a:moveTo>
                  <a:pt x="0" y="0"/>
                </a:moveTo>
                <a:lnTo>
                  <a:pt x="2860827" y="0"/>
                </a:lnTo>
                <a:lnTo>
                  <a:pt x="2860827" y="577564"/>
                </a:lnTo>
                <a:lnTo>
                  <a:pt x="0" y="577564"/>
                </a:lnTo>
                <a:close/>
              </a:path>
            </a:pathLst>
          </a:custGeom>
          <a:blipFill xmlns:a="http://schemas.openxmlformats.org/drawingml/2006/main">
            <a:blip xmlns:r="http://schemas.openxmlformats.org/officeDocument/2006/relationships" r:embed="Rdf13e9125cb4478e"/>
            <a:stretch>
              <a:fillRect l="0" t="-70203" r="0" b="-138343"/>
            </a:stretch>
          </a:blipFill>
        </p:spPr>
      </p:sp>
      <p:sp>
        <p:nvSpPr>
          <p:cNvPr id="4" name="TextBox 4">
            <a:extLst xmlns:a="http://schemas.openxmlformats.org/drawingml/2006/main">
              <a:ext uri="{FF2B5EF4-FFF2-40B4-BE49-F238E27FC236}">
                <a16:creationId xmlns:a16="http://schemas.microsoft.com/office/drawing/2014/main" id="{8A58424F-872C-4D8E-AB96-64991E337942}"/>
              </a:ext>
            </a:extLst>
          </p:cNvPr>
          <p:cNvSpPr>
            <a:spLocks xmlns:a="http://schemas.openxmlformats.org/drawingml/2006/main" noGrp="1"/>
          </p:cNvSpPr>
          <p:nvPr/>
        </p:nvSpPr>
        <p:spPr>
          <a:xfrm xmlns:a="http://schemas.openxmlformats.org/drawingml/2006/main" rot="0">
            <a:off x="0" y="-28575"/>
            <a:ext cx="11441393" cy="1263142"/>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9946"/>
              </a:lnSpc>
              <a:buNone/>
            </a:pPr>
            <a:r>
              <a:rPr sz="8802" b="1">
                <a:solidFill>
                  <a:srgbClr val="548CA8"/>
                </a:solidFill>
                <a:latin typeface="Poppins Bold"/>
                <a:ea typeface="Poppins Bold"/>
                <a:cs typeface="Poppins Bold"/>
              </a:rPr>
              <a:t/>
            </a:r>
          </a:p>
        </p:txBody>
      </p:sp>
      <p:sp>
        <p:nvSpPr>
          <p:cNvPr id="6" name="Freeform 6">
            <a:extLst xmlns:a="http://schemas.openxmlformats.org/drawingml/2006/main">
              <a:ext uri="{FF2B5EF4-FFF2-40B4-BE49-F238E27FC236}">
                <a16:creationId xmlns:a16="http://schemas.microsoft.com/office/drawing/2014/main" id="{0CB81ADC-539C-4F26-B0CC-599AA71FD03B}"/>
              </a:ext>
            </a:extLst>
          </p:cNvPr>
          <p:cNvSpPr>
            <a:spLocks xmlns:a="http://schemas.openxmlformats.org/drawingml/2006/main" noGrp="1"/>
          </p:cNvSpPr>
          <p:nvPr/>
        </p:nvSpPr>
        <p:spPr>
          <a:xfrm xmlns:a="http://schemas.openxmlformats.org/drawingml/2006/main" rot="0" flipH="0" flipV="0">
            <a:off x="12034536" y="5143500"/>
            <a:ext cx="4628078" cy="3387927"/>
          </a:xfrm>
          <a:custGeom xmlns:a="http://schemas.openxmlformats.org/drawingml/2006/main">
            <a:rect l="l" t="t" r="r" b="b"/>
            <a:pathLst>
              <a:path w="1218918" h="892294">
                <a:moveTo>
                  <a:pt x="45166" y="0"/>
                </a:moveTo>
                <a:lnTo>
                  <a:pt x="1173752" y="0"/>
                </a:lnTo>
                <a:cubicBezTo>
                  <a:pt x="1198696" y="0"/>
                  <a:pt x="1218918" y="20222"/>
                  <a:pt x="1218918" y="45166"/>
                </a:cubicBezTo>
                <a:lnTo>
                  <a:pt x="1218918" y="847128"/>
                </a:lnTo>
                <a:cubicBezTo>
                  <a:pt x="1218918" y="872072"/>
                  <a:pt x="1198696" y="892294"/>
                  <a:pt x="1173752" y="892294"/>
                </a:cubicBezTo>
                <a:lnTo>
                  <a:pt x="45166" y="892294"/>
                </a:lnTo>
                <a:cubicBezTo>
                  <a:pt x="20222" y="892294"/>
                  <a:pt x="0" y="872072"/>
                  <a:pt x="0" y="847128"/>
                </a:cubicBezTo>
                <a:lnTo>
                  <a:pt x="0" y="45166"/>
                </a:lnTo>
                <a:cubicBezTo>
                  <a:pt x="0" y="20222"/>
                  <a:pt x="20222" y="0"/>
                  <a:pt x="45166" y="0"/>
                </a:cubicBezTo>
                <a:close/>
              </a:path>
            </a:pathLst>
          </a:custGeom>
          <a:solidFill xmlns:a="http://schemas.openxmlformats.org/drawingml/2006/main">
            <a:srgbClr val="548CA8"/>
          </a:solidFill>
        </p:spPr>
      </p:sp>
      <p:sp>
        <p:nvSpPr>
          <p:cNvPr id="7" name="TextBox 7">
            <a:extLst xmlns:a="http://schemas.openxmlformats.org/drawingml/2006/main">
              <a:ext uri="{FF2B5EF4-FFF2-40B4-BE49-F238E27FC236}">
                <a16:creationId xmlns:a16="http://schemas.microsoft.com/office/drawing/2014/main" id="{908E0A92-4AB7-4BEB-81E4-3A4B52A3C6E8}"/>
              </a:ext>
            </a:extLst>
          </p:cNvPr>
          <p:cNvSpPr>
            <a:spLocks xmlns:a="http://schemas.openxmlformats.org/drawingml/2006/main" noGrp="1"/>
          </p:cNvSpPr>
          <p:nvPr/>
        </p:nvSpPr>
        <p:spPr>
          <a:xfrm xmlns:a="http://schemas.openxmlformats.org/drawingml/2006/main" rot="0" flipH="0" flipV="0">
            <a:off x="12034536" y="4998840"/>
            <a:ext cx="4628078" cy="3532587"/>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2659"/>
              </a:lnSpc>
              <a:buNone/>
            </a:pPr>
          </a:p>
        </p:txBody>
      </p:sp>
      <p:sp>
        <p:nvSpPr>
          <p:cNvPr id="8" name="Freeform 8">
            <a:extLst xmlns:a="http://schemas.openxmlformats.org/drawingml/2006/main">
              <a:ext uri="{FF2B5EF4-FFF2-40B4-BE49-F238E27FC236}">
                <a16:creationId xmlns:a16="http://schemas.microsoft.com/office/drawing/2014/main" id="{11356683-2873-4D8E-8587-54C86E995C70}"/>
              </a:ext>
            </a:extLst>
          </p:cNvPr>
          <p:cNvSpPr>
            <a:spLocks xmlns:a="http://schemas.openxmlformats.org/drawingml/2006/main" noGrp="1"/>
          </p:cNvSpPr>
          <p:nvPr/>
        </p:nvSpPr>
        <p:spPr>
          <a:xfrm xmlns:a="http://schemas.openxmlformats.org/drawingml/2006/main" rot="0" flipH="0" flipV="0">
            <a:off x="12899020" y="5896344"/>
            <a:ext cx="1375078" cy="728791"/>
          </a:xfrm>
          <a:custGeom xmlns:a="http://schemas.openxmlformats.org/drawingml/2006/main">
            <a:rect l="l" t="t" r="r" b="b"/>
            <a:pathLst>
              <a:path w="1375078" h="728791">
                <a:moveTo>
                  <a:pt x="0" y="0"/>
                </a:moveTo>
                <a:lnTo>
                  <a:pt x="1375078" y="0"/>
                </a:lnTo>
                <a:lnTo>
                  <a:pt x="1375078" y="728791"/>
                </a:lnTo>
                <a:lnTo>
                  <a:pt x="0" y="728791"/>
                </a:lnTo>
                <a:lnTo>
                  <a:pt x="0" y="0"/>
                </a:lnTo>
                <a:close/>
              </a:path>
            </a:pathLst>
          </a:custGeom>
          <a:blipFill xmlns:a="http://schemas.openxmlformats.org/drawingml/2006/main">
            <a:blip xmlns:r="http://schemas.openxmlformats.org/officeDocument/2006/relationships" r:embed="R68f4fde3a25d4ccf">
              <a:extLst>
                <a:ext uri="{96DAC541-7B7A-43D3-8B79-37D633B846F1}">
                  <asvg:svgBlip xmlns:asvg="http://schemas.microsoft.com/office/drawing/2016/SVG/main" r:embed="Rf87a646075c24434"/>
                </a:ext>
              </a:extLst>
            </a:blip>
            <a:stretch>
              <a:fillRect l="0" t="0" r="0" b="0"/>
            </a:stretch>
          </a:blipFill>
        </p:spPr>
      </p:sp>
      <p:sp>
        <p:nvSpPr>
          <p:cNvPr id="9" name="TextBox 9">
            <a:extLst xmlns:a="http://schemas.openxmlformats.org/drawingml/2006/main">
              <a:ext uri="{FF2B5EF4-FFF2-40B4-BE49-F238E27FC236}">
                <a16:creationId xmlns:a16="http://schemas.microsoft.com/office/drawing/2014/main" id="{F787BC5D-F3E4-42DB-91D8-D1B1A4AD223D}"/>
              </a:ext>
            </a:extLst>
          </p:cNvPr>
          <p:cNvSpPr>
            <a:spLocks xmlns:a="http://schemas.openxmlformats.org/drawingml/2006/main" noGrp="1"/>
          </p:cNvSpPr>
          <p:nvPr/>
        </p:nvSpPr>
        <p:spPr>
          <a:xfrm xmlns:a="http://schemas.openxmlformats.org/drawingml/2006/main" rot="0">
            <a:off x="12426332" y="6713639"/>
            <a:ext cx="3993440" cy="81927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6451"/>
              </a:lnSpc>
              <a:buNone/>
            </a:pPr>
            <a:r>
              <a:rPr sz="4607">
                <a:solidFill>
                  <a:srgbClr val="FFFFFF"/>
                </a:solidFill>
                <a:latin typeface="Poppins"/>
                <a:ea typeface="Poppins"/>
                <a:cs typeface="Poppins"/>
              </a:rPr>
              <a:t/>
            </a:r>
          </a:p>
        </p:txBody>
      </p:sp>
      <p:sp>
        <p:nvSpPr>
          <p:cNvPr id="10" name="Freeform 10">
            <a:extLst xmlns:a="http://schemas.openxmlformats.org/drawingml/2006/main">
              <a:ext uri="{FF2B5EF4-FFF2-40B4-BE49-F238E27FC236}">
                <a16:creationId xmlns:a16="http://schemas.microsoft.com/office/drawing/2014/main" id="{E172EB44-86A8-41EC-A0AF-E5E8585B87C4}"/>
              </a:ext>
            </a:extLst>
          </p:cNvPr>
          <p:cNvSpPr>
            <a:spLocks xmlns:a="http://schemas.openxmlformats.org/drawingml/2006/main" noGrp="1"/>
          </p:cNvSpPr>
          <p:nvPr/>
        </p:nvSpPr>
        <p:spPr>
          <a:xfrm xmlns:a="http://schemas.openxmlformats.org/drawingml/2006/main" rot="0" flipH="0" flipV="0">
            <a:off x="14423052" y="5896344"/>
            <a:ext cx="1375078" cy="728791"/>
          </a:xfrm>
          <a:custGeom xmlns:a="http://schemas.openxmlformats.org/drawingml/2006/main">
            <a:rect l="l" t="t" r="r" b="b"/>
            <a:pathLst>
              <a:path w="1375078" h="728791">
                <a:moveTo>
                  <a:pt x="0" y="0"/>
                </a:moveTo>
                <a:lnTo>
                  <a:pt x="1375078" y="0"/>
                </a:lnTo>
                <a:lnTo>
                  <a:pt x="1375078" y="728791"/>
                </a:lnTo>
                <a:lnTo>
                  <a:pt x="0" y="728791"/>
                </a:lnTo>
                <a:lnTo>
                  <a:pt x="0" y="0"/>
                </a:lnTo>
                <a:close/>
              </a:path>
            </a:pathLst>
          </a:custGeom>
          <a:blipFill xmlns:a="http://schemas.openxmlformats.org/drawingml/2006/main">
            <a:blip xmlns:r="http://schemas.openxmlformats.org/officeDocument/2006/relationships" r:embed="R68f4fde3a25d4ccf">
              <a:extLst>
                <a:ext uri="{96DAC541-7B7A-43D3-8B79-37D633B846F1}">
                  <asvg:svgBlip xmlns:asvg="http://schemas.microsoft.com/office/drawing/2016/SVG/main" r:embed="Rf87a646075c24434"/>
                </a:ext>
              </a:extLst>
            </a:blip>
            <a:stretch>
              <a:fillRect l="0" t="0" r="0" b="0"/>
            </a:stretch>
          </a:blipFill>
        </p:spPr>
      </p:sp>
      <p:sp>
        <p:nvSpPr>
          <p:cNvPr id="11" name="">
            <a:extLst xmlns:a="http://schemas.openxmlformats.org/drawingml/2006/main">
              <a:ext uri="{FF2B5EF4-FFF2-40B4-BE49-F238E27FC236}">
                <a16:creationId xmlns:a16="http://schemas.microsoft.com/office/drawing/2014/main" id="{E6D50150-C905-4EC4-AB76-3EC996108A0C}"/>
              </a:ext>
            </a:extLst>
          </p:cNvPr>
          <p:cNvSpPr>
            <a:spLocks xmlns:a="http://schemas.openxmlformats.org/drawingml/2006/main" noGrp="1"/>
          </p:cNvSpPr>
          <p:nvPr/>
        </p:nvSpPr>
        <p:spPr>
          <a:xfrm xmlns:a="http://schemas.openxmlformats.org/drawingml/2006/main">
            <a:off x="685800" y="2333625"/>
            <a:ext cx="15859125" cy="62865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12" name="">
            <a:extLst xmlns:a="http://schemas.openxmlformats.org/drawingml/2006/main">
              <a:ext uri="{FF2B5EF4-FFF2-40B4-BE49-F238E27FC236}">
                <a16:creationId xmlns:a16="http://schemas.microsoft.com/office/drawing/2014/main" id="{2A1873AD-566B-452D-A82D-A4A4CBDDC577}"/>
              </a:ext>
            </a:extLst>
          </p:cNvPr>
          <p:cNvSpPr>
            <a:spLocks xmlns:a="http://schemas.openxmlformats.org/drawingml/2006/main" noGrp="1"/>
          </p:cNvSpPr>
          <p:nvPr/>
        </p:nvSpPr>
        <p:spPr>
          <a:xfrm xmlns:a="http://schemas.openxmlformats.org/drawingml/2006/main">
            <a:off x="1047750" y="647700"/>
            <a:ext cx="762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1">
                <a:solidFill>
                  <a:srgbClr val="2686C5"/>
                </a:solidFill>
              </a:defRPr>
            </a:defPPr>
            <a:lvl1pPr>
              <a:defRPr sz="1200" b="1">
                <a:solidFill>
                  <a:srgbClr val="2686C5"/>
                </a:solidFill>
              </a:defRPr>
            </a:lvl1pPr>
            <a:lvl2pPr>
              <a:defRPr sz="1200" b="1">
                <a:solidFill>
                  <a:srgbClr val="2686C5"/>
                </a:solidFill>
              </a:defRPr>
            </a:lvl2pPr>
            <a:lvl3pPr>
              <a:defRPr sz="1200" b="1">
                <a:solidFill>
                  <a:srgbClr val="2686C5"/>
                </a:solidFill>
              </a:defRPr>
            </a:lvl3pPr>
            <a:lvl4pPr>
              <a:defRPr sz="1200" b="1">
                <a:solidFill>
                  <a:srgbClr val="2686C5"/>
                </a:solidFill>
              </a:defRPr>
            </a:lvl4pPr>
            <a:lvl5pPr>
              <a:defRPr sz="1200" b="1">
                <a:solidFill>
                  <a:srgbClr val="2686C5"/>
                </a:solidFill>
              </a:defRPr>
            </a:lvl5pPr>
            <a:lvl6pPr>
              <a:defRPr sz="1200" b="1">
                <a:solidFill>
                  <a:srgbClr val="2686C5"/>
                </a:solidFill>
              </a:defRPr>
            </a:lvl6pPr>
            <a:lvl7pPr>
              <a:defRPr sz="1200" b="1">
                <a:solidFill>
                  <a:srgbClr val="2686C5"/>
                </a:solidFill>
              </a:defRPr>
            </a:lvl7pPr>
            <a:lvl8pPr>
              <a:defRPr sz="1200" b="1">
                <a:solidFill>
                  <a:srgbClr val="2686C5"/>
                </a:solidFill>
              </a:defRPr>
            </a:lvl8pPr>
            <a:lvl9pPr>
              <a:defRPr sz="1200" b="1">
                <a:solidFill>
                  <a:srgbClr val="2686C5"/>
                </a:solidFill>
              </a:defRPr>
            </a:lvl9pPr>
          </a:lstStyle>
          <a:p xmlns:a="http://schemas.openxmlformats.org/drawingml/2006/main">
            <a:pPr>
              <a:defRPr sz="1200" b="1">
                <a:solidFill>
                  <a:srgbClr val="2686C5"/>
                </a:solidFill>
              </a:defRPr>
            </a:pPr>
            <a:r>
              <a:rPr sz="1200" b="1">
                <a:solidFill>
                  <a:srgbClr val="2686C5"/>
                </a:solidFill>
              </a:rPr>
              <a:t>07</a:t>
            </a:r>
          </a:p>
        </p:txBody>
      </p:sp>
      <p:sp>
        <p:nvSpPr>
          <p:cNvPr id="13" name="">
            <a:extLst xmlns:a="http://schemas.openxmlformats.org/drawingml/2006/main">
              <a:ext uri="{FF2B5EF4-FFF2-40B4-BE49-F238E27FC236}">
                <a16:creationId xmlns:a16="http://schemas.microsoft.com/office/drawing/2014/main" id="{F91CC763-271B-4AD1-BCB2-E454AC307824}"/>
              </a:ext>
            </a:extLst>
          </p:cNvPr>
          <p:cNvSpPr>
            <a:spLocks xmlns:a="http://schemas.openxmlformats.org/drawingml/2006/main" noGrp="1"/>
          </p:cNvSpPr>
          <p:nvPr/>
        </p:nvSpPr>
        <p:spPr>
          <a:xfrm xmlns:a="http://schemas.openxmlformats.org/drawingml/2006/main">
            <a:off x="1047750" y="990600"/>
            <a:ext cx="15240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750" b="1">
                <a:solidFill>
                  <a:srgbClr val="1E5AA8"/>
                </a:solidFill>
              </a:defRPr>
            </a:defPPr>
            <a:lvl1pPr>
              <a:defRPr sz="3750" b="1">
                <a:solidFill>
                  <a:srgbClr val="1E5AA8"/>
                </a:solidFill>
              </a:defRPr>
            </a:lvl1pPr>
            <a:lvl2pPr>
              <a:defRPr sz="3750" b="1">
                <a:solidFill>
                  <a:srgbClr val="1E5AA8"/>
                </a:solidFill>
              </a:defRPr>
            </a:lvl2pPr>
            <a:lvl3pPr>
              <a:defRPr sz="3750" b="1">
                <a:solidFill>
                  <a:srgbClr val="1E5AA8"/>
                </a:solidFill>
              </a:defRPr>
            </a:lvl3pPr>
            <a:lvl4pPr>
              <a:defRPr sz="3750" b="1">
                <a:solidFill>
                  <a:srgbClr val="1E5AA8"/>
                </a:solidFill>
              </a:defRPr>
            </a:lvl4pPr>
            <a:lvl5pPr>
              <a:defRPr sz="3750" b="1">
                <a:solidFill>
                  <a:srgbClr val="1E5AA8"/>
                </a:solidFill>
              </a:defRPr>
            </a:lvl5pPr>
            <a:lvl6pPr>
              <a:defRPr sz="3750" b="1">
                <a:solidFill>
                  <a:srgbClr val="1E5AA8"/>
                </a:solidFill>
              </a:defRPr>
            </a:lvl6pPr>
            <a:lvl7pPr>
              <a:defRPr sz="3750" b="1">
                <a:solidFill>
                  <a:srgbClr val="1E5AA8"/>
                </a:solidFill>
              </a:defRPr>
            </a:lvl7pPr>
            <a:lvl8pPr>
              <a:defRPr sz="3750" b="1">
                <a:solidFill>
                  <a:srgbClr val="1E5AA8"/>
                </a:solidFill>
              </a:defRPr>
            </a:lvl8pPr>
            <a:lvl9pPr>
              <a:defRPr sz="3750" b="1">
                <a:solidFill>
                  <a:srgbClr val="1E5AA8"/>
                </a:solidFill>
              </a:defRPr>
            </a:lvl9pPr>
          </a:lstStyle>
          <a:p xmlns:a="http://schemas.openxmlformats.org/drawingml/2006/main">
            <a:pPr>
              <a:defRPr sz="3750" b="1">
                <a:solidFill>
                  <a:srgbClr val="1E5AA8"/>
                </a:solidFill>
              </a:defRPr>
            </a:pPr>
            <a:r>
              <a:rPr sz="3750" b="1">
                <a:solidFill>
                  <a:srgbClr val="1E5AA8"/>
                </a:solidFill>
              </a:rPr>
              <a:t>Quyết định thiết kế</a:t>
            </a:r>
          </a:p>
        </p:txBody>
      </p:sp>
      <p:sp>
        <p:nvSpPr>
          <p:cNvPr id="14" name="">
            <a:extLst xmlns:a="http://schemas.openxmlformats.org/drawingml/2006/main">
              <a:ext uri="{FF2B5EF4-FFF2-40B4-BE49-F238E27FC236}">
                <a16:creationId xmlns:a16="http://schemas.microsoft.com/office/drawing/2014/main" id="{DD87E3ED-FB96-4231-89E6-E4626A9FAB67}"/>
              </a:ext>
            </a:extLst>
          </p:cNvPr>
          <p:cNvSpPr>
            <a:spLocks xmlns:a="http://schemas.openxmlformats.org/drawingml/2006/main" noGrp="1"/>
          </p:cNvSpPr>
          <p:nvPr/>
        </p:nvSpPr>
        <p:spPr>
          <a:xfrm xmlns:a="http://schemas.openxmlformats.org/drawingml/2006/main">
            <a:off x="1066800" y="1866900"/>
            <a:ext cx="14287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a:solidFill>
                  <a:srgbClr val="536878"/>
                </a:solidFill>
              </a:defRPr>
            </a:defPPr>
            <a:lvl1pPr>
              <a:defRPr sz="1575">
                <a:solidFill>
                  <a:srgbClr val="536878"/>
                </a:solidFill>
              </a:defRPr>
            </a:lvl1pPr>
            <a:lvl2pPr>
              <a:defRPr sz="1575">
                <a:solidFill>
                  <a:srgbClr val="536878"/>
                </a:solidFill>
              </a:defRPr>
            </a:lvl2pPr>
            <a:lvl3pPr>
              <a:defRPr sz="1575">
                <a:solidFill>
                  <a:srgbClr val="536878"/>
                </a:solidFill>
              </a:defRPr>
            </a:lvl3pPr>
            <a:lvl4pPr>
              <a:defRPr sz="1575">
                <a:solidFill>
                  <a:srgbClr val="536878"/>
                </a:solidFill>
              </a:defRPr>
            </a:lvl4pPr>
            <a:lvl5pPr>
              <a:defRPr sz="1575">
                <a:solidFill>
                  <a:srgbClr val="536878"/>
                </a:solidFill>
              </a:defRPr>
            </a:lvl5pPr>
            <a:lvl6pPr>
              <a:defRPr sz="1575">
                <a:solidFill>
                  <a:srgbClr val="536878"/>
                </a:solidFill>
              </a:defRPr>
            </a:lvl6pPr>
            <a:lvl7pPr>
              <a:defRPr sz="1575">
                <a:solidFill>
                  <a:srgbClr val="536878"/>
                </a:solidFill>
              </a:defRPr>
            </a:lvl7pPr>
            <a:lvl8pPr>
              <a:defRPr sz="1575">
                <a:solidFill>
                  <a:srgbClr val="536878"/>
                </a:solidFill>
              </a:defRPr>
            </a:lvl8pPr>
            <a:lvl9pPr>
              <a:defRPr sz="1575">
                <a:solidFill>
                  <a:srgbClr val="536878"/>
                </a:solidFill>
              </a:defRPr>
            </a:lvl9pPr>
          </a:lstStyle>
          <a:p xmlns:a="http://schemas.openxmlformats.org/drawingml/2006/main">
            <a:pPr>
              <a:defRPr sz="1575">
                <a:solidFill>
                  <a:srgbClr val="536878"/>
                </a:solidFill>
              </a:defRPr>
            </a:pPr>
            <a:r>
              <a:rPr sz="1575">
                <a:solidFill>
                  <a:srgbClr val="536878"/>
                </a:solidFill>
              </a:rPr>
              <a:t>Các quyết định cần bảo vệ được bằng nhu cầu persona và tính dễ dùng.</a:t>
            </a:r>
          </a:p>
        </p:txBody>
      </p:sp>
      <p:sp>
        <p:nvSpPr>
          <p:cNvPr id="15" name="">
            <a:extLst xmlns:a="http://schemas.openxmlformats.org/drawingml/2006/main">
              <a:ext uri="{FF2B5EF4-FFF2-40B4-BE49-F238E27FC236}">
                <a16:creationId xmlns:a16="http://schemas.microsoft.com/office/drawing/2014/main" id="{7F4297C5-2CE9-4213-8DDC-06D14D32133D}"/>
              </a:ext>
            </a:extLst>
          </p:cNvPr>
          <p:cNvSpPr>
            <a:spLocks xmlns:a="http://schemas.openxmlformats.org/drawingml/2006/main" noGrp="1"/>
          </p:cNvSpPr>
          <p:nvPr/>
        </p:nvSpPr>
        <p:spPr>
          <a:xfrm xmlns:a="http://schemas.openxmlformats.org/drawingml/2006/main">
            <a:off x="1285875" y="2857500"/>
            <a:ext cx="6858000" cy="1762125"/>
          </a:xfrm>
          <a:prstGeom xmlns:a="http://schemas.openxmlformats.org/drawingml/2006/main" prst="roundRect">
            <a:avLst>
              <a:gd name="adj" fmla="val 6486"/>
            </a:avLst>
          </a:prstGeom>
          <a:solidFill xmlns:a="http://schemas.openxmlformats.org/drawingml/2006/main">
            <a:srgbClr val="FFFFFF"/>
          </a:solidFill>
          <a:ln xmlns:a="http://schemas.openxmlformats.org/drawingml/2006/main" w="9525">
            <a:solidFill>
              <a:srgbClr val="D6E3ED"/>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6" name="">
            <a:extLst xmlns:a="http://schemas.openxmlformats.org/drawingml/2006/main">
              <a:ext uri="{FF2B5EF4-FFF2-40B4-BE49-F238E27FC236}">
                <a16:creationId xmlns:a16="http://schemas.microsoft.com/office/drawing/2014/main" id="{9698D121-E1F6-4D26-8498-F3A3A6176CFA}"/>
              </a:ext>
            </a:extLst>
          </p:cNvPr>
          <p:cNvSpPr>
            <a:spLocks xmlns:a="http://schemas.openxmlformats.org/drawingml/2006/main" noGrp="1"/>
          </p:cNvSpPr>
          <p:nvPr/>
        </p:nvSpPr>
        <p:spPr>
          <a:xfrm xmlns:a="http://schemas.openxmlformats.org/drawingml/2006/main">
            <a:off x="1285875" y="2857500"/>
            <a:ext cx="95250" cy="1762125"/>
          </a:xfrm>
          <a:prstGeom xmlns:a="http://schemas.openxmlformats.org/drawingml/2006/main" prst="rect">
            <a:avLst/>
          </a:prstGeom>
          <a:solidFill xmlns:a="http://schemas.openxmlformats.org/drawingml/2006/main">
            <a:srgbClr val="1E5AA8"/>
          </a:solidFill>
          <a:ln xmlns:a="http://schemas.openxmlformats.org/drawingml/2006/main" w="0">
            <a:solidFill>
              <a:srgbClr val="1E5AA8"/>
            </a:solidFill>
            <a:prstDash val="solid"/>
          </a:ln>
        </p:spPr>
      </p:sp>
      <p:sp>
        <p:nvSpPr>
          <p:cNvPr id="17" name="">
            <a:extLst xmlns:a="http://schemas.openxmlformats.org/drawingml/2006/main">
              <a:ext uri="{FF2B5EF4-FFF2-40B4-BE49-F238E27FC236}">
                <a16:creationId xmlns:a16="http://schemas.microsoft.com/office/drawing/2014/main" id="{EFDD2BEA-0FE4-41CE-A24D-C025E8FBE6A4}"/>
              </a:ext>
            </a:extLst>
          </p:cNvPr>
          <p:cNvSpPr>
            <a:spLocks xmlns:a="http://schemas.openxmlformats.org/drawingml/2006/main" noGrp="1"/>
          </p:cNvSpPr>
          <p:nvPr/>
        </p:nvSpPr>
        <p:spPr>
          <a:xfrm xmlns:a="http://schemas.openxmlformats.org/drawingml/2006/main">
            <a:off x="1571625" y="3067050"/>
            <a:ext cx="6324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1E5AA8"/>
                </a:solidFill>
              </a:defRPr>
            </a:defPPr>
            <a:lvl1pPr>
              <a:defRPr sz="2025" b="1">
                <a:solidFill>
                  <a:srgbClr val="1E5AA8"/>
                </a:solidFill>
              </a:defRPr>
            </a:lvl1pPr>
            <a:lvl2pPr>
              <a:defRPr sz="2025" b="1">
                <a:solidFill>
                  <a:srgbClr val="1E5AA8"/>
                </a:solidFill>
              </a:defRPr>
            </a:lvl2pPr>
            <a:lvl3pPr>
              <a:defRPr sz="2025" b="1">
                <a:solidFill>
                  <a:srgbClr val="1E5AA8"/>
                </a:solidFill>
              </a:defRPr>
            </a:lvl3pPr>
            <a:lvl4pPr>
              <a:defRPr sz="2025" b="1">
                <a:solidFill>
                  <a:srgbClr val="1E5AA8"/>
                </a:solidFill>
              </a:defRPr>
            </a:lvl4pPr>
            <a:lvl5pPr>
              <a:defRPr sz="2025" b="1">
                <a:solidFill>
                  <a:srgbClr val="1E5AA8"/>
                </a:solidFill>
              </a:defRPr>
            </a:lvl5pPr>
            <a:lvl6pPr>
              <a:defRPr sz="2025" b="1">
                <a:solidFill>
                  <a:srgbClr val="1E5AA8"/>
                </a:solidFill>
              </a:defRPr>
            </a:lvl6pPr>
            <a:lvl7pPr>
              <a:defRPr sz="2025" b="1">
                <a:solidFill>
                  <a:srgbClr val="1E5AA8"/>
                </a:solidFill>
              </a:defRPr>
            </a:lvl7pPr>
            <a:lvl8pPr>
              <a:defRPr sz="2025" b="1">
                <a:solidFill>
                  <a:srgbClr val="1E5AA8"/>
                </a:solidFill>
              </a:defRPr>
            </a:lvl8pPr>
            <a:lvl9pPr>
              <a:defRPr sz="2025" b="1">
                <a:solidFill>
                  <a:srgbClr val="1E5AA8"/>
                </a:solidFill>
              </a:defRPr>
            </a:lvl9pPr>
          </a:lstStyle>
          <a:p xmlns:a="http://schemas.openxmlformats.org/drawingml/2006/main">
            <a:pPr>
              <a:defRPr sz="2025" b="1">
                <a:solidFill>
                  <a:srgbClr val="1E5AA8"/>
                </a:solidFill>
              </a:defRPr>
            </a:pPr>
            <a:r>
              <a:rPr sz="2025" b="1">
                <a:solidFill>
                  <a:srgbClr val="1E5AA8"/>
                </a:solidFill>
              </a:rPr>
              <a:t>Chấp nhận</a:t>
            </a:r>
          </a:p>
        </p:txBody>
      </p:sp>
      <p:sp>
        <p:nvSpPr>
          <p:cNvPr id="18" name="">
            <a:extLst xmlns:a="http://schemas.openxmlformats.org/drawingml/2006/main">
              <a:ext uri="{FF2B5EF4-FFF2-40B4-BE49-F238E27FC236}">
                <a16:creationId xmlns:a16="http://schemas.microsoft.com/office/drawing/2014/main" id="{3E2781DC-EACC-4CDC-A6D8-303EE6377FE4}"/>
              </a:ext>
            </a:extLst>
          </p:cNvPr>
          <p:cNvSpPr>
            <a:spLocks xmlns:a="http://schemas.openxmlformats.org/drawingml/2006/main" noGrp="1"/>
          </p:cNvSpPr>
          <p:nvPr/>
        </p:nvSpPr>
        <p:spPr>
          <a:xfrm xmlns:a="http://schemas.openxmlformats.org/drawingml/2006/main">
            <a:off x="1571625" y="3600450"/>
            <a:ext cx="6324600"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a:solidFill>
                  <a:srgbClr val="334155"/>
                </a:solidFill>
              </a:defRPr>
            </a:defPPr>
            <a:lvl1pPr>
              <a:defRPr sz="1500">
                <a:solidFill>
                  <a:srgbClr val="334155"/>
                </a:solidFill>
              </a:defRPr>
            </a:lvl1pPr>
            <a:lvl2pPr>
              <a:defRPr sz="1500">
                <a:solidFill>
                  <a:srgbClr val="334155"/>
                </a:solidFill>
              </a:defRPr>
            </a:lvl2pPr>
            <a:lvl3pPr>
              <a:defRPr sz="1500">
                <a:solidFill>
                  <a:srgbClr val="334155"/>
                </a:solidFill>
              </a:defRPr>
            </a:lvl3pPr>
            <a:lvl4pPr>
              <a:defRPr sz="1500">
                <a:solidFill>
                  <a:srgbClr val="334155"/>
                </a:solidFill>
              </a:defRPr>
            </a:lvl4pPr>
            <a:lvl5pPr>
              <a:defRPr sz="1500">
                <a:solidFill>
                  <a:srgbClr val="334155"/>
                </a:solidFill>
              </a:defRPr>
            </a:lvl5pPr>
            <a:lvl6pPr>
              <a:defRPr sz="1500">
                <a:solidFill>
                  <a:srgbClr val="334155"/>
                </a:solidFill>
              </a:defRPr>
            </a:lvl6pPr>
            <a:lvl7pPr>
              <a:defRPr sz="1500">
                <a:solidFill>
                  <a:srgbClr val="334155"/>
                </a:solidFill>
              </a:defRPr>
            </a:lvl7pPr>
            <a:lvl8pPr>
              <a:defRPr sz="1500">
                <a:solidFill>
                  <a:srgbClr val="334155"/>
                </a:solidFill>
              </a:defRPr>
            </a:lvl8pPr>
            <a:lvl9pPr>
              <a:defRPr sz="1500">
                <a:solidFill>
                  <a:srgbClr val="334155"/>
                </a:solidFill>
              </a:defRPr>
            </a:lvl9pPr>
          </a:lstStyle>
          <a:p xmlns:a="http://schemas.openxmlformats.org/drawingml/2006/main">
            <a:pPr>
              <a:defRPr sz="1500">
                <a:solidFill>
                  <a:srgbClr val="334155"/>
                </a:solidFill>
              </a:defRPr>
            </a:pPr>
            <a:r>
              <a:rPr sz="1500">
                <a:solidFill>
                  <a:srgbClr val="334155"/>
                </a:solidFill>
              </a:rPr>
              <a:t>Hiển thị “5 phút” trên card để Linh chọn việc vừa khoảng rảnh.</a:t>
            </a:r>
          </a:p>
        </p:txBody>
      </p:sp>
      <p:sp>
        <p:nvSpPr>
          <p:cNvPr id="19" name="">
            <a:extLst xmlns:a="http://schemas.openxmlformats.org/drawingml/2006/main">
              <a:ext uri="{FF2B5EF4-FFF2-40B4-BE49-F238E27FC236}">
                <a16:creationId xmlns:a16="http://schemas.microsoft.com/office/drawing/2014/main" id="{5AB46C2F-4D08-40DA-ADEB-E673888DAE44}"/>
              </a:ext>
            </a:extLst>
          </p:cNvPr>
          <p:cNvSpPr>
            <a:spLocks xmlns:a="http://schemas.openxmlformats.org/drawingml/2006/main" noGrp="1"/>
          </p:cNvSpPr>
          <p:nvPr/>
        </p:nvSpPr>
        <p:spPr>
          <a:xfrm xmlns:a="http://schemas.openxmlformats.org/drawingml/2006/main">
            <a:off x="8905875" y="2857500"/>
            <a:ext cx="6858000" cy="1762125"/>
          </a:xfrm>
          <a:prstGeom xmlns:a="http://schemas.openxmlformats.org/drawingml/2006/main" prst="roundRect">
            <a:avLst>
              <a:gd name="adj" fmla="val 6486"/>
            </a:avLst>
          </a:prstGeom>
          <a:solidFill xmlns:a="http://schemas.openxmlformats.org/drawingml/2006/main">
            <a:srgbClr val="FFFFFF"/>
          </a:solidFill>
          <a:ln xmlns:a="http://schemas.openxmlformats.org/drawingml/2006/main" w="9525">
            <a:solidFill>
              <a:srgbClr val="D6E3ED"/>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0" name="">
            <a:extLst xmlns:a="http://schemas.openxmlformats.org/drawingml/2006/main">
              <a:ext uri="{FF2B5EF4-FFF2-40B4-BE49-F238E27FC236}">
                <a16:creationId xmlns:a16="http://schemas.microsoft.com/office/drawing/2014/main" id="{EC8AFADA-5D25-43B8-92B2-80DE169446B6}"/>
              </a:ext>
            </a:extLst>
          </p:cNvPr>
          <p:cNvSpPr>
            <a:spLocks xmlns:a="http://schemas.openxmlformats.org/drawingml/2006/main" noGrp="1"/>
          </p:cNvSpPr>
          <p:nvPr/>
        </p:nvSpPr>
        <p:spPr>
          <a:xfrm xmlns:a="http://schemas.openxmlformats.org/drawingml/2006/main">
            <a:off x="8905875" y="2857500"/>
            <a:ext cx="95250" cy="1762125"/>
          </a:xfrm>
          <a:prstGeom xmlns:a="http://schemas.openxmlformats.org/drawingml/2006/main" prst="rect">
            <a:avLst/>
          </a:prstGeom>
          <a:solidFill xmlns:a="http://schemas.openxmlformats.org/drawingml/2006/main">
            <a:srgbClr val="1E5AA8"/>
          </a:solidFill>
          <a:ln xmlns:a="http://schemas.openxmlformats.org/drawingml/2006/main" w="0">
            <a:solidFill>
              <a:srgbClr val="1E5AA8"/>
            </a:solidFill>
            <a:prstDash val="solid"/>
          </a:ln>
        </p:spPr>
      </p:sp>
      <p:sp>
        <p:nvSpPr>
          <p:cNvPr id="21" name="">
            <a:extLst xmlns:a="http://schemas.openxmlformats.org/drawingml/2006/main">
              <a:ext uri="{FF2B5EF4-FFF2-40B4-BE49-F238E27FC236}">
                <a16:creationId xmlns:a16="http://schemas.microsoft.com/office/drawing/2014/main" id="{A0020B73-5603-4CCB-BA19-8002B76A7764}"/>
              </a:ext>
            </a:extLst>
          </p:cNvPr>
          <p:cNvSpPr>
            <a:spLocks xmlns:a="http://schemas.openxmlformats.org/drawingml/2006/main" noGrp="1"/>
          </p:cNvSpPr>
          <p:nvPr/>
        </p:nvSpPr>
        <p:spPr>
          <a:xfrm xmlns:a="http://schemas.openxmlformats.org/drawingml/2006/main">
            <a:off x="9191625" y="3067050"/>
            <a:ext cx="6324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1E5AA8"/>
                </a:solidFill>
              </a:defRPr>
            </a:defPPr>
            <a:lvl1pPr>
              <a:defRPr sz="2025" b="1">
                <a:solidFill>
                  <a:srgbClr val="1E5AA8"/>
                </a:solidFill>
              </a:defRPr>
            </a:lvl1pPr>
            <a:lvl2pPr>
              <a:defRPr sz="2025" b="1">
                <a:solidFill>
                  <a:srgbClr val="1E5AA8"/>
                </a:solidFill>
              </a:defRPr>
            </a:lvl2pPr>
            <a:lvl3pPr>
              <a:defRPr sz="2025" b="1">
                <a:solidFill>
                  <a:srgbClr val="1E5AA8"/>
                </a:solidFill>
              </a:defRPr>
            </a:lvl3pPr>
            <a:lvl4pPr>
              <a:defRPr sz="2025" b="1">
                <a:solidFill>
                  <a:srgbClr val="1E5AA8"/>
                </a:solidFill>
              </a:defRPr>
            </a:lvl4pPr>
            <a:lvl5pPr>
              <a:defRPr sz="2025" b="1">
                <a:solidFill>
                  <a:srgbClr val="1E5AA8"/>
                </a:solidFill>
              </a:defRPr>
            </a:lvl5pPr>
            <a:lvl6pPr>
              <a:defRPr sz="2025" b="1">
                <a:solidFill>
                  <a:srgbClr val="1E5AA8"/>
                </a:solidFill>
              </a:defRPr>
            </a:lvl6pPr>
            <a:lvl7pPr>
              <a:defRPr sz="2025" b="1">
                <a:solidFill>
                  <a:srgbClr val="1E5AA8"/>
                </a:solidFill>
              </a:defRPr>
            </a:lvl7pPr>
            <a:lvl8pPr>
              <a:defRPr sz="2025" b="1">
                <a:solidFill>
                  <a:srgbClr val="1E5AA8"/>
                </a:solidFill>
              </a:defRPr>
            </a:lvl8pPr>
            <a:lvl9pPr>
              <a:defRPr sz="2025" b="1">
                <a:solidFill>
                  <a:srgbClr val="1E5AA8"/>
                </a:solidFill>
              </a:defRPr>
            </a:lvl9pPr>
          </a:lstStyle>
          <a:p xmlns:a="http://schemas.openxmlformats.org/drawingml/2006/main">
            <a:pPr>
              <a:defRPr sz="2025" b="1">
                <a:solidFill>
                  <a:srgbClr val="1E5AA8"/>
                </a:solidFill>
              </a:defRPr>
            </a:pPr>
            <a:r>
              <a:rPr sz="2025" b="1">
                <a:solidFill>
                  <a:srgbClr val="1E5AA8"/>
                </a:solidFill>
              </a:rPr>
              <a:t>Chỉnh sửa</a:t>
            </a:r>
          </a:p>
        </p:txBody>
      </p:sp>
      <p:sp>
        <p:nvSpPr>
          <p:cNvPr id="22" name="">
            <a:extLst xmlns:a="http://schemas.openxmlformats.org/drawingml/2006/main">
              <a:ext uri="{FF2B5EF4-FFF2-40B4-BE49-F238E27FC236}">
                <a16:creationId xmlns:a16="http://schemas.microsoft.com/office/drawing/2014/main" id="{31AD25E1-3492-4210-B27D-7F7EAC63826A}"/>
              </a:ext>
            </a:extLst>
          </p:cNvPr>
          <p:cNvSpPr>
            <a:spLocks xmlns:a="http://schemas.openxmlformats.org/drawingml/2006/main" noGrp="1"/>
          </p:cNvSpPr>
          <p:nvPr/>
        </p:nvSpPr>
        <p:spPr>
          <a:xfrm xmlns:a="http://schemas.openxmlformats.org/drawingml/2006/main">
            <a:off x="9191625" y="3600450"/>
            <a:ext cx="6324600"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a:solidFill>
                  <a:srgbClr val="334155"/>
                </a:solidFill>
              </a:defRPr>
            </a:defPPr>
            <a:lvl1pPr>
              <a:defRPr sz="1500">
                <a:solidFill>
                  <a:srgbClr val="334155"/>
                </a:solidFill>
              </a:defRPr>
            </a:lvl1pPr>
            <a:lvl2pPr>
              <a:defRPr sz="1500">
                <a:solidFill>
                  <a:srgbClr val="334155"/>
                </a:solidFill>
              </a:defRPr>
            </a:lvl2pPr>
            <a:lvl3pPr>
              <a:defRPr sz="1500">
                <a:solidFill>
                  <a:srgbClr val="334155"/>
                </a:solidFill>
              </a:defRPr>
            </a:lvl3pPr>
            <a:lvl4pPr>
              <a:defRPr sz="1500">
                <a:solidFill>
                  <a:srgbClr val="334155"/>
                </a:solidFill>
              </a:defRPr>
            </a:lvl4pPr>
            <a:lvl5pPr>
              <a:defRPr sz="1500">
                <a:solidFill>
                  <a:srgbClr val="334155"/>
                </a:solidFill>
              </a:defRPr>
            </a:lvl5pPr>
            <a:lvl6pPr>
              <a:defRPr sz="1500">
                <a:solidFill>
                  <a:srgbClr val="334155"/>
                </a:solidFill>
              </a:defRPr>
            </a:lvl6pPr>
            <a:lvl7pPr>
              <a:defRPr sz="1500">
                <a:solidFill>
                  <a:srgbClr val="334155"/>
                </a:solidFill>
              </a:defRPr>
            </a:lvl7pPr>
            <a:lvl8pPr>
              <a:defRPr sz="1500">
                <a:solidFill>
                  <a:srgbClr val="334155"/>
                </a:solidFill>
              </a:defRPr>
            </a:lvl8pPr>
            <a:lvl9pPr>
              <a:defRPr sz="1500">
                <a:solidFill>
                  <a:srgbClr val="334155"/>
                </a:solidFill>
              </a:defRPr>
            </a:lvl9pPr>
          </a:lstStyle>
          <a:p xmlns:a="http://schemas.openxmlformats.org/drawingml/2006/main">
            <a:pPr>
              <a:defRPr sz="1500">
                <a:solidFill>
                  <a:srgbClr val="334155"/>
                </a:solidFill>
              </a:defRPr>
            </a:pPr>
            <a:r>
              <a:rPr sz="1500">
                <a:solidFill>
                  <a:srgbClr val="334155"/>
                </a:solidFill>
              </a:rPr>
              <a:t>Dùng nhãn + biểu tượng cho thao tác chính, hỗ trợ người dùng ít quen app.</a:t>
            </a:r>
          </a:p>
        </p:txBody>
      </p:sp>
      <p:sp>
        <p:nvSpPr>
          <p:cNvPr id="23" name="">
            <a:extLst xmlns:a="http://schemas.openxmlformats.org/drawingml/2006/main">
              <a:ext uri="{FF2B5EF4-FFF2-40B4-BE49-F238E27FC236}">
                <a16:creationId xmlns:a16="http://schemas.microsoft.com/office/drawing/2014/main" id="{C9B06275-7C08-47C3-A9EB-CF5893075160}"/>
              </a:ext>
            </a:extLst>
          </p:cNvPr>
          <p:cNvSpPr>
            <a:spLocks xmlns:a="http://schemas.openxmlformats.org/drawingml/2006/main" noGrp="1"/>
          </p:cNvSpPr>
          <p:nvPr/>
        </p:nvSpPr>
        <p:spPr>
          <a:xfrm xmlns:a="http://schemas.openxmlformats.org/drawingml/2006/main">
            <a:off x="1285875" y="5048250"/>
            <a:ext cx="6858000" cy="1762125"/>
          </a:xfrm>
          <a:prstGeom xmlns:a="http://schemas.openxmlformats.org/drawingml/2006/main" prst="roundRect">
            <a:avLst>
              <a:gd name="adj" fmla="val 6486"/>
            </a:avLst>
          </a:prstGeom>
          <a:solidFill xmlns:a="http://schemas.openxmlformats.org/drawingml/2006/main">
            <a:srgbClr val="FFFFFF"/>
          </a:solidFill>
          <a:ln xmlns:a="http://schemas.openxmlformats.org/drawingml/2006/main" w="9525">
            <a:solidFill>
              <a:srgbClr val="D6E3ED"/>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4" name="">
            <a:extLst xmlns:a="http://schemas.openxmlformats.org/drawingml/2006/main">
              <a:ext uri="{FF2B5EF4-FFF2-40B4-BE49-F238E27FC236}">
                <a16:creationId xmlns:a16="http://schemas.microsoft.com/office/drawing/2014/main" id="{616A4960-B339-4E96-9530-C7A4559217D9}"/>
              </a:ext>
            </a:extLst>
          </p:cNvPr>
          <p:cNvSpPr>
            <a:spLocks xmlns:a="http://schemas.openxmlformats.org/drawingml/2006/main" noGrp="1"/>
          </p:cNvSpPr>
          <p:nvPr/>
        </p:nvSpPr>
        <p:spPr>
          <a:xfrm xmlns:a="http://schemas.openxmlformats.org/drawingml/2006/main">
            <a:off x="1285875" y="5048250"/>
            <a:ext cx="95250" cy="1762125"/>
          </a:xfrm>
          <a:prstGeom xmlns:a="http://schemas.openxmlformats.org/drawingml/2006/main" prst="rect">
            <a:avLst/>
          </a:prstGeom>
          <a:solidFill xmlns:a="http://schemas.openxmlformats.org/drawingml/2006/main">
            <a:srgbClr val="1E5AA8"/>
          </a:solidFill>
          <a:ln xmlns:a="http://schemas.openxmlformats.org/drawingml/2006/main" w="0">
            <a:solidFill>
              <a:srgbClr val="1E5AA8"/>
            </a:solidFill>
            <a:prstDash val="solid"/>
          </a:ln>
        </p:spPr>
      </p:sp>
      <p:sp>
        <p:nvSpPr>
          <p:cNvPr id="25" name="">
            <a:extLst xmlns:a="http://schemas.openxmlformats.org/drawingml/2006/main">
              <a:ext uri="{FF2B5EF4-FFF2-40B4-BE49-F238E27FC236}">
                <a16:creationId xmlns:a16="http://schemas.microsoft.com/office/drawing/2014/main" id="{8D822FAD-1C33-485C-A368-F985347AE95E}"/>
              </a:ext>
            </a:extLst>
          </p:cNvPr>
          <p:cNvSpPr>
            <a:spLocks xmlns:a="http://schemas.openxmlformats.org/drawingml/2006/main" noGrp="1"/>
          </p:cNvSpPr>
          <p:nvPr/>
        </p:nvSpPr>
        <p:spPr>
          <a:xfrm xmlns:a="http://schemas.openxmlformats.org/drawingml/2006/main">
            <a:off x="1571625" y="5257800"/>
            <a:ext cx="6324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1E5AA8"/>
                </a:solidFill>
              </a:defRPr>
            </a:defPPr>
            <a:lvl1pPr>
              <a:defRPr sz="2025" b="1">
                <a:solidFill>
                  <a:srgbClr val="1E5AA8"/>
                </a:solidFill>
              </a:defRPr>
            </a:lvl1pPr>
            <a:lvl2pPr>
              <a:defRPr sz="2025" b="1">
                <a:solidFill>
                  <a:srgbClr val="1E5AA8"/>
                </a:solidFill>
              </a:defRPr>
            </a:lvl2pPr>
            <a:lvl3pPr>
              <a:defRPr sz="2025" b="1">
                <a:solidFill>
                  <a:srgbClr val="1E5AA8"/>
                </a:solidFill>
              </a:defRPr>
            </a:lvl3pPr>
            <a:lvl4pPr>
              <a:defRPr sz="2025" b="1">
                <a:solidFill>
                  <a:srgbClr val="1E5AA8"/>
                </a:solidFill>
              </a:defRPr>
            </a:lvl4pPr>
            <a:lvl5pPr>
              <a:defRPr sz="2025" b="1">
                <a:solidFill>
                  <a:srgbClr val="1E5AA8"/>
                </a:solidFill>
              </a:defRPr>
            </a:lvl5pPr>
            <a:lvl6pPr>
              <a:defRPr sz="2025" b="1">
                <a:solidFill>
                  <a:srgbClr val="1E5AA8"/>
                </a:solidFill>
              </a:defRPr>
            </a:lvl6pPr>
            <a:lvl7pPr>
              <a:defRPr sz="2025" b="1">
                <a:solidFill>
                  <a:srgbClr val="1E5AA8"/>
                </a:solidFill>
              </a:defRPr>
            </a:lvl7pPr>
            <a:lvl8pPr>
              <a:defRPr sz="2025" b="1">
                <a:solidFill>
                  <a:srgbClr val="1E5AA8"/>
                </a:solidFill>
              </a:defRPr>
            </a:lvl8pPr>
            <a:lvl9pPr>
              <a:defRPr sz="2025" b="1">
                <a:solidFill>
                  <a:srgbClr val="1E5AA8"/>
                </a:solidFill>
              </a:defRPr>
            </a:lvl9pPr>
          </a:lstStyle>
          <a:p xmlns:a="http://schemas.openxmlformats.org/drawingml/2006/main">
            <a:pPr>
              <a:defRPr sz="2025" b="1">
                <a:solidFill>
                  <a:srgbClr val="1E5AA8"/>
                </a:solidFill>
              </a:defRPr>
            </a:pPr>
            <a:r>
              <a:rPr sz="2025" b="1">
                <a:solidFill>
                  <a:srgbClr val="1E5AA8"/>
                </a:solidFill>
              </a:rPr>
              <a:t>Chỉnh sửa</a:t>
            </a:r>
          </a:p>
        </p:txBody>
      </p:sp>
      <p:sp>
        <p:nvSpPr>
          <p:cNvPr id="26" name="">
            <a:extLst xmlns:a="http://schemas.openxmlformats.org/drawingml/2006/main">
              <a:ext uri="{FF2B5EF4-FFF2-40B4-BE49-F238E27FC236}">
                <a16:creationId xmlns:a16="http://schemas.microsoft.com/office/drawing/2014/main" id="{5271E372-F5B0-47BF-BEA2-1AC0516C024C}"/>
              </a:ext>
            </a:extLst>
          </p:cNvPr>
          <p:cNvSpPr>
            <a:spLocks xmlns:a="http://schemas.openxmlformats.org/drawingml/2006/main" noGrp="1"/>
          </p:cNvSpPr>
          <p:nvPr/>
        </p:nvSpPr>
        <p:spPr>
          <a:xfrm xmlns:a="http://schemas.openxmlformats.org/drawingml/2006/main">
            <a:off x="1571625" y="5791200"/>
            <a:ext cx="6324600"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a:solidFill>
                  <a:srgbClr val="334155"/>
                </a:solidFill>
              </a:defRPr>
            </a:defPPr>
            <a:lvl1pPr>
              <a:defRPr sz="1500">
                <a:solidFill>
                  <a:srgbClr val="334155"/>
                </a:solidFill>
              </a:defRPr>
            </a:lvl1pPr>
            <a:lvl2pPr>
              <a:defRPr sz="1500">
                <a:solidFill>
                  <a:srgbClr val="334155"/>
                </a:solidFill>
              </a:defRPr>
            </a:lvl2pPr>
            <a:lvl3pPr>
              <a:defRPr sz="1500">
                <a:solidFill>
                  <a:srgbClr val="334155"/>
                </a:solidFill>
              </a:defRPr>
            </a:lvl3pPr>
            <a:lvl4pPr>
              <a:defRPr sz="1500">
                <a:solidFill>
                  <a:srgbClr val="334155"/>
                </a:solidFill>
              </a:defRPr>
            </a:lvl4pPr>
            <a:lvl5pPr>
              <a:defRPr sz="1500">
                <a:solidFill>
                  <a:srgbClr val="334155"/>
                </a:solidFill>
              </a:defRPr>
            </a:lvl5pPr>
            <a:lvl6pPr>
              <a:defRPr sz="1500">
                <a:solidFill>
                  <a:srgbClr val="334155"/>
                </a:solidFill>
              </a:defRPr>
            </a:lvl6pPr>
            <a:lvl7pPr>
              <a:defRPr sz="1500">
                <a:solidFill>
                  <a:srgbClr val="334155"/>
                </a:solidFill>
              </a:defRPr>
            </a:lvl7pPr>
            <a:lvl8pPr>
              <a:defRPr sz="1500">
                <a:solidFill>
                  <a:srgbClr val="334155"/>
                </a:solidFill>
              </a:defRPr>
            </a:lvl8pPr>
            <a:lvl9pPr>
              <a:defRPr sz="1500">
                <a:solidFill>
                  <a:srgbClr val="334155"/>
                </a:solidFill>
              </a:defRPr>
            </a:lvl9pPr>
          </a:lstStyle>
          <a:p xmlns:a="http://schemas.openxmlformats.org/drawingml/2006/main">
            <a:pPr>
              <a:defRPr sz="1500">
                <a:solidFill>
                  <a:srgbClr val="334155"/>
                </a:solidFill>
              </a:defRPr>
            </a:pPr>
            <a:r>
              <a:rPr sz="1500">
                <a:solidFill>
                  <a:srgbClr val="334155"/>
                </a:solidFill>
              </a:rPr>
              <a:t>Tách “Thêm vào hôm nay” và “Đổi lịch” để giảm bấm nhầm.</a:t>
            </a:r>
          </a:p>
        </p:txBody>
      </p:sp>
      <p:sp>
        <p:nvSpPr>
          <p:cNvPr id="27" name="">
            <a:extLst xmlns:a="http://schemas.openxmlformats.org/drawingml/2006/main">
              <a:ext uri="{FF2B5EF4-FFF2-40B4-BE49-F238E27FC236}">
                <a16:creationId xmlns:a16="http://schemas.microsoft.com/office/drawing/2014/main" id="{CE8FACC2-303A-4C4F-A52C-95B37D85E270}"/>
              </a:ext>
            </a:extLst>
          </p:cNvPr>
          <p:cNvSpPr>
            <a:spLocks xmlns:a="http://schemas.openxmlformats.org/drawingml/2006/main" noGrp="1"/>
          </p:cNvSpPr>
          <p:nvPr/>
        </p:nvSpPr>
        <p:spPr>
          <a:xfrm xmlns:a="http://schemas.openxmlformats.org/drawingml/2006/main">
            <a:off x="8905875" y="5048250"/>
            <a:ext cx="6858000" cy="1762125"/>
          </a:xfrm>
          <a:prstGeom xmlns:a="http://schemas.openxmlformats.org/drawingml/2006/main" prst="roundRect">
            <a:avLst>
              <a:gd name="adj" fmla="val 6486"/>
            </a:avLst>
          </a:prstGeom>
          <a:solidFill xmlns:a="http://schemas.openxmlformats.org/drawingml/2006/main">
            <a:srgbClr val="FFFFFF"/>
          </a:solidFill>
          <a:ln xmlns:a="http://schemas.openxmlformats.org/drawingml/2006/main" w="9525">
            <a:solidFill>
              <a:srgbClr val="D6E3ED"/>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8" name="">
            <a:extLst xmlns:a="http://schemas.openxmlformats.org/drawingml/2006/main">
              <a:ext uri="{FF2B5EF4-FFF2-40B4-BE49-F238E27FC236}">
                <a16:creationId xmlns:a16="http://schemas.microsoft.com/office/drawing/2014/main" id="{F78FA547-4151-42DE-BCCE-FE14905CF090}"/>
              </a:ext>
            </a:extLst>
          </p:cNvPr>
          <p:cNvSpPr>
            <a:spLocks xmlns:a="http://schemas.openxmlformats.org/drawingml/2006/main" noGrp="1"/>
          </p:cNvSpPr>
          <p:nvPr/>
        </p:nvSpPr>
        <p:spPr>
          <a:xfrm xmlns:a="http://schemas.openxmlformats.org/drawingml/2006/main">
            <a:off x="8905875" y="5048250"/>
            <a:ext cx="95250" cy="1762125"/>
          </a:xfrm>
          <a:prstGeom xmlns:a="http://schemas.openxmlformats.org/drawingml/2006/main" prst="rect">
            <a:avLst/>
          </a:prstGeom>
          <a:solidFill xmlns:a="http://schemas.openxmlformats.org/drawingml/2006/main">
            <a:srgbClr val="A73A2A"/>
          </a:solidFill>
          <a:ln xmlns:a="http://schemas.openxmlformats.org/drawingml/2006/main" w="0">
            <a:solidFill>
              <a:srgbClr val="A73A2A"/>
            </a:solidFill>
            <a:prstDash val="solid"/>
          </a:ln>
        </p:spPr>
      </p:sp>
      <p:sp>
        <p:nvSpPr>
          <p:cNvPr id="29" name="">
            <a:extLst xmlns:a="http://schemas.openxmlformats.org/drawingml/2006/main">
              <a:ext uri="{FF2B5EF4-FFF2-40B4-BE49-F238E27FC236}">
                <a16:creationId xmlns:a16="http://schemas.microsoft.com/office/drawing/2014/main" id="{D98F43FF-0358-4702-A281-EEE0117C8319}"/>
              </a:ext>
            </a:extLst>
          </p:cNvPr>
          <p:cNvSpPr>
            <a:spLocks xmlns:a="http://schemas.openxmlformats.org/drawingml/2006/main" noGrp="1"/>
          </p:cNvSpPr>
          <p:nvPr/>
        </p:nvSpPr>
        <p:spPr>
          <a:xfrm xmlns:a="http://schemas.openxmlformats.org/drawingml/2006/main">
            <a:off x="9191625" y="5257800"/>
            <a:ext cx="6324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1E5AA8"/>
                </a:solidFill>
              </a:defRPr>
            </a:defPPr>
            <a:lvl1pPr>
              <a:defRPr sz="2025" b="1">
                <a:solidFill>
                  <a:srgbClr val="1E5AA8"/>
                </a:solidFill>
              </a:defRPr>
            </a:lvl1pPr>
            <a:lvl2pPr>
              <a:defRPr sz="2025" b="1">
                <a:solidFill>
                  <a:srgbClr val="1E5AA8"/>
                </a:solidFill>
              </a:defRPr>
            </a:lvl2pPr>
            <a:lvl3pPr>
              <a:defRPr sz="2025" b="1">
                <a:solidFill>
                  <a:srgbClr val="1E5AA8"/>
                </a:solidFill>
              </a:defRPr>
            </a:lvl3pPr>
            <a:lvl4pPr>
              <a:defRPr sz="2025" b="1">
                <a:solidFill>
                  <a:srgbClr val="1E5AA8"/>
                </a:solidFill>
              </a:defRPr>
            </a:lvl4pPr>
            <a:lvl5pPr>
              <a:defRPr sz="2025" b="1">
                <a:solidFill>
                  <a:srgbClr val="1E5AA8"/>
                </a:solidFill>
              </a:defRPr>
            </a:lvl5pPr>
            <a:lvl6pPr>
              <a:defRPr sz="2025" b="1">
                <a:solidFill>
                  <a:srgbClr val="1E5AA8"/>
                </a:solidFill>
              </a:defRPr>
            </a:lvl6pPr>
            <a:lvl7pPr>
              <a:defRPr sz="2025" b="1">
                <a:solidFill>
                  <a:srgbClr val="1E5AA8"/>
                </a:solidFill>
              </a:defRPr>
            </a:lvl7pPr>
            <a:lvl8pPr>
              <a:defRPr sz="2025" b="1">
                <a:solidFill>
                  <a:srgbClr val="1E5AA8"/>
                </a:solidFill>
              </a:defRPr>
            </a:lvl8pPr>
            <a:lvl9pPr>
              <a:defRPr sz="2025" b="1">
                <a:solidFill>
                  <a:srgbClr val="1E5AA8"/>
                </a:solidFill>
              </a:defRPr>
            </a:lvl9pPr>
          </a:lstStyle>
          <a:p xmlns:a="http://schemas.openxmlformats.org/drawingml/2006/main">
            <a:pPr>
              <a:defRPr sz="2025" b="1">
                <a:solidFill>
                  <a:srgbClr val="1E5AA8"/>
                </a:solidFill>
              </a:defRPr>
            </a:pPr>
            <a:r>
              <a:rPr sz="2025" b="1">
                <a:solidFill>
                  <a:srgbClr val="1E5AA8"/>
                </a:solidFill>
              </a:rPr>
              <a:t>Loại bỏ</a:t>
            </a:r>
          </a:p>
        </p:txBody>
      </p:sp>
      <p:sp>
        <p:nvSpPr>
          <p:cNvPr id="30" name="">
            <a:extLst xmlns:a="http://schemas.openxmlformats.org/drawingml/2006/main">
              <a:ext uri="{FF2B5EF4-FFF2-40B4-BE49-F238E27FC236}">
                <a16:creationId xmlns:a16="http://schemas.microsoft.com/office/drawing/2014/main" id="{CDCF887B-3F8A-4283-AB16-13AB2F3D9A3A}"/>
              </a:ext>
            </a:extLst>
          </p:cNvPr>
          <p:cNvSpPr>
            <a:spLocks xmlns:a="http://schemas.openxmlformats.org/drawingml/2006/main" noGrp="1"/>
          </p:cNvSpPr>
          <p:nvPr/>
        </p:nvSpPr>
        <p:spPr>
          <a:xfrm xmlns:a="http://schemas.openxmlformats.org/drawingml/2006/main">
            <a:off x="9191625" y="5791200"/>
            <a:ext cx="6324600"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a:solidFill>
                  <a:srgbClr val="334155"/>
                </a:solidFill>
              </a:defRPr>
            </a:defPPr>
            <a:lvl1pPr>
              <a:defRPr sz="1500">
                <a:solidFill>
                  <a:srgbClr val="334155"/>
                </a:solidFill>
              </a:defRPr>
            </a:lvl1pPr>
            <a:lvl2pPr>
              <a:defRPr sz="1500">
                <a:solidFill>
                  <a:srgbClr val="334155"/>
                </a:solidFill>
              </a:defRPr>
            </a:lvl2pPr>
            <a:lvl3pPr>
              <a:defRPr sz="1500">
                <a:solidFill>
                  <a:srgbClr val="334155"/>
                </a:solidFill>
              </a:defRPr>
            </a:lvl3pPr>
            <a:lvl4pPr>
              <a:defRPr sz="1500">
                <a:solidFill>
                  <a:srgbClr val="334155"/>
                </a:solidFill>
              </a:defRPr>
            </a:lvl4pPr>
            <a:lvl5pPr>
              <a:defRPr sz="1500">
                <a:solidFill>
                  <a:srgbClr val="334155"/>
                </a:solidFill>
              </a:defRPr>
            </a:lvl5pPr>
            <a:lvl6pPr>
              <a:defRPr sz="1500">
                <a:solidFill>
                  <a:srgbClr val="334155"/>
                </a:solidFill>
              </a:defRPr>
            </a:lvl6pPr>
            <a:lvl7pPr>
              <a:defRPr sz="1500">
                <a:solidFill>
                  <a:srgbClr val="334155"/>
                </a:solidFill>
              </a:defRPr>
            </a:lvl7pPr>
            <a:lvl8pPr>
              <a:defRPr sz="1500">
                <a:solidFill>
                  <a:srgbClr val="334155"/>
                </a:solidFill>
              </a:defRPr>
            </a:lvl8pPr>
            <a:lvl9pPr>
              <a:defRPr sz="1500">
                <a:solidFill>
                  <a:srgbClr val="334155"/>
                </a:solidFill>
              </a:defRPr>
            </a:lvl9pPr>
          </a:lstStyle>
          <a:p xmlns:a="http://schemas.openxmlformats.org/drawingml/2006/main">
            <a:pPr>
              <a:defRPr sz="1500">
                <a:solidFill>
                  <a:srgbClr val="334155"/>
                </a:solidFill>
              </a:defRPr>
            </a:pPr>
            <a:r>
              <a:rPr sz="1500">
                <a:solidFill>
                  <a:srgbClr val="334155"/>
                </a:solidFill>
              </a:rPr>
              <a:t>Không thêm tính năng chat thời gian thực vì không phục vụ mục tiêu Lab 2.</a:t>
            </a:r>
          </a:p>
        </p:txBody>
      </p:sp>
      <p:sp>
        <p:nvSpPr>
          <p:cNvPr id="31" name="">
            <a:extLst xmlns:a="http://schemas.openxmlformats.org/drawingml/2006/main">
              <a:ext uri="{FF2B5EF4-FFF2-40B4-BE49-F238E27FC236}">
                <a16:creationId xmlns:a16="http://schemas.microsoft.com/office/drawing/2014/main" id="{3EFC0745-C863-41FE-9999-07D1E80E74B6}"/>
              </a:ext>
            </a:extLst>
          </p:cNvPr>
          <p:cNvSpPr>
            <a:spLocks xmlns:a="http://schemas.openxmlformats.org/drawingml/2006/main" noGrp="1"/>
          </p:cNvSpPr>
          <p:nvPr/>
        </p:nvSpPr>
        <p:spPr>
          <a:xfrm xmlns:a="http://schemas.openxmlformats.org/drawingml/2006/main">
            <a:off x="1428750" y="7905750"/>
            <a:ext cx="13811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a:solidFill>
                  <a:srgbClr val="536878"/>
                </a:solidFill>
              </a:defRPr>
            </a:defPPr>
            <a:lvl1pPr>
              <a:defRPr sz="1425">
                <a:solidFill>
                  <a:srgbClr val="536878"/>
                </a:solidFill>
              </a:defRPr>
            </a:lvl1pPr>
            <a:lvl2pPr>
              <a:defRPr sz="1425">
                <a:solidFill>
                  <a:srgbClr val="536878"/>
                </a:solidFill>
              </a:defRPr>
            </a:lvl2pPr>
            <a:lvl3pPr>
              <a:defRPr sz="1425">
                <a:solidFill>
                  <a:srgbClr val="536878"/>
                </a:solidFill>
              </a:defRPr>
            </a:lvl3pPr>
            <a:lvl4pPr>
              <a:defRPr sz="1425">
                <a:solidFill>
                  <a:srgbClr val="536878"/>
                </a:solidFill>
              </a:defRPr>
            </a:lvl4pPr>
            <a:lvl5pPr>
              <a:defRPr sz="1425">
                <a:solidFill>
                  <a:srgbClr val="536878"/>
                </a:solidFill>
              </a:defRPr>
            </a:lvl5pPr>
            <a:lvl6pPr>
              <a:defRPr sz="1425">
                <a:solidFill>
                  <a:srgbClr val="536878"/>
                </a:solidFill>
              </a:defRPr>
            </a:lvl6pPr>
            <a:lvl7pPr>
              <a:defRPr sz="1425">
                <a:solidFill>
                  <a:srgbClr val="536878"/>
                </a:solidFill>
              </a:defRPr>
            </a:lvl7pPr>
            <a:lvl8pPr>
              <a:defRPr sz="1425">
                <a:solidFill>
                  <a:srgbClr val="536878"/>
                </a:solidFill>
              </a:defRPr>
            </a:lvl8pPr>
            <a:lvl9pPr>
              <a:defRPr sz="1425">
                <a:solidFill>
                  <a:srgbClr val="536878"/>
                </a:solidFill>
              </a:defRPr>
            </a:lvl9pPr>
          </a:lstStyle>
          <a:p xmlns:a="http://schemas.openxmlformats.org/drawingml/2006/main">
            <a:pPr>
              <a:defRPr sz="1425">
                <a:solidFill>
                  <a:srgbClr val="536878"/>
                </a:solidFill>
              </a:defRPr>
            </a:pPr>
            <a:r>
              <a:rPr sz="1425">
                <a:solidFill>
                  <a:srgbClr val="536878"/>
                </a:solidFill>
              </a:rPr>
              <a:t>Nguyên tắc kiểm tra: rõ trạng thái · ít lựa chọn mỗi màn · thao tác một tay · phản hồi sau khi lưu.</a:t>
            </a:r>
          </a:p>
        </p:txBody>
      </p:sp>
    </p:spTree>
    <p:extLst>
      <p:ext uri="{BB962C8B-B14F-4D97-AF65-F5344CB8AC3E}">
        <p14:creationId xmlns:p14="http://schemas.microsoft.com/office/powerpoint/2010/main" val="911909642"/>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FD0251CD-1152-4918-8070-83800BD0CB77}"/>
              </a:ext>
            </a:extLst>
          </p:cNvPr>
          <p:cNvSpPr>
            <a:spLocks xmlns:a="http://schemas.openxmlformats.org/drawingml/2006/main" noGrp="1"/>
          </p:cNvSpPr>
          <p:nvPr/>
        </p:nvSpPr>
        <p:spPr>
          <a:xfrm xmlns:a="http://schemas.openxmlformats.org/drawingml/2006/main" rot="0" flipH="0" flipV="0">
            <a:off x="13291933" y="-327454"/>
            <a:ext cx="5135953" cy="10614454"/>
          </a:xfrm>
          <a:custGeom xmlns:a="http://schemas.openxmlformats.org/drawingml/2006/main">
            <a:rect l="l" t="t" r="r" b="b"/>
            <a:pathLst>
              <a:path w="795693" h="1644457">
                <a:moveTo>
                  <a:pt x="0" y="0"/>
                </a:moveTo>
                <a:lnTo>
                  <a:pt x="795693" y="0"/>
                </a:lnTo>
                <a:lnTo>
                  <a:pt x="795693" y="1644457"/>
                </a:lnTo>
                <a:lnTo>
                  <a:pt x="0" y="1644457"/>
                </a:lnTo>
                <a:close/>
              </a:path>
            </a:pathLst>
          </a:custGeom>
          <a:blipFill xmlns:a="http://schemas.openxmlformats.org/drawingml/2006/main">
            <a:blip xmlns:r="http://schemas.openxmlformats.org/officeDocument/2006/relationships" r:embed="R1df66bfca1164bfd"/>
            <a:stretch>
              <a:fillRect l="-26726" t="0" r="-26726" b="0"/>
            </a:stretch>
          </a:blipFill>
        </p:spPr>
      </p:sp>
      <p:sp>
        <p:nvSpPr>
          <p:cNvPr id="5" name="Freeform 5">
            <a:extLst xmlns:a="http://schemas.openxmlformats.org/drawingml/2006/main">
              <a:ext uri="{FF2B5EF4-FFF2-40B4-BE49-F238E27FC236}">
                <a16:creationId xmlns:a16="http://schemas.microsoft.com/office/drawing/2014/main" id="{3DC7C80A-2847-4B68-8802-79733B4DEB21}"/>
              </a:ext>
            </a:extLst>
          </p:cNvPr>
          <p:cNvSpPr>
            <a:spLocks xmlns:a="http://schemas.openxmlformats.org/drawingml/2006/main" noGrp="1"/>
          </p:cNvSpPr>
          <p:nvPr/>
        </p:nvSpPr>
        <p:spPr>
          <a:xfrm xmlns:a="http://schemas.openxmlformats.org/drawingml/2006/main" rot="0" flipH="0" flipV="0">
            <a:off x="1441102" y="3531263"/>
            <a:ext cx="10867034" cy="5826950"/>
          </a:xfrm>
          <a:custGeom xmlns:a="http://schemas.openxmlformats.org/drawingml/2006/main">
            <a:rect l="l" t="t" r="r" b="b"/>
            <a:pathLst>
              <a:path w="2862100" h="1534670">
                <a:moveTo>
                  <a:pt x="0" y="0"/>
                </a:moveTo>
                <a:lnTo>
                  <a:pt x="2862100" y="0"/>
                </a:lnTo>
                <a:lnTo>
                  <a:pt x="2862100" y="1534670"/>
                </a:lnTo>
                <a:lnTo>
                  <a:pt x="0" y="1534670"/>
                </a:lnTo>
                <a:close/>
              </a:path>
            </a:pathLst>
          </a:custGeom>
          <a:solidFill xmlns:a="http://schemas.openxmlformats.org/drawingml/2006/main">
            <a:srgbClr val="548CA8"/>
          </a:solidFill>
        </p:spPr>
      </p:sp>
      <p:sp>
        <p:nvSpPr>
          <p:cNvPr id="6" name="TextBox 6">
            <a:extLst xmlns:a="http://schemas.openxmlformats.org/drawingml/2006/main">
              <a:ext uri="{FF2B5EF4-FFF2-40B4-BE49-F238E27FC236}">
                <a16:creationId xmlns:a16="http://schemas.microsoft.com/office/drawing/2014/main" id="{95C0EB1B-06B4-40EA-9306-7E5F5DB318E1}"/>
              </a:ext>
            </a:extLst>
          </p:cNvPr>
          <p:cNvSpPr>
            <a:spLocks xmlns:a="http://schemas.openxmlformats.org/drawingml/2006/main" noGrp="1"/>
          </p:cNvSpPr>
          <p:nvPr/>
        </p:nvSpPr>
        <p:spPr>
          <a:xfrm xmlns:a="http://schemas.openxmlformats.org/drawingml/2006/main" rot="0" flipH="0" flipV="0">
            <a:off x="1441102" y="3386603"/>
            <a:ext cx="10867038" cy="5971610"/>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2659"/>
              </a:lnSpc>
              <a:buNone/>
            </a:pPr>
          </a:p>
        </p:txBody>
      </p:sp>
      <p:sp>
        <p:nvSpPr>
          <p:cNvPr id="7" name="Freeform 7">
            <a:extLst xmlns:a="http://schemas.openxmlformats.org/drawingml/2006/main">
              <a:ext uri="{FF2B5EF4-FFF2-40B4-BE49-F238E27FC236}">
                <a16:creationId xmlns:a16="http://schemas.microsoft.com/office/drawing/2014/main" id="{37F00953-6B52-40A3-88F3-5BD0B8A4B7E7}"/>
              </a:ext>
            </a:extLst>
          </p:cNvPr>
          <p:cNvSpPr>
            <a:spLocks xmlns:a="http://schemas.openxmlformats.org/drawingml/2006/main" noGrp="1"/>
          </p:cNvSpPr>
          <p:nvPr/>
        </p:nvSpPr>
        <p:spPr>
          <a:xfrm xmlns:a="http://schemas.openxmlformats.org/drawingml/2006/main" rot="0" flipH="0" flipV="0">
            <a:off x="0" y="7607511"/>
            <a:ext cx="2734126" cy="3480948"/>
          </a:xfrm>
          <a:custGeom xmlns:a="http://schemas.openxmlformats.org/drawingml/2006/main">
            <a:rect l="l" t="t" r="r" b="b"/>
            <a:pathLst>
              <a:path w="2734126" h="3480948">
                <a:moveTo>
                  <a:pt x="0" y="0"/>
                </a:moveTo>
                <a:lnTo>
                  <a:pt x="2734126" y="0"/>
                </a:lnTo>
                <a:lnTo>
                  <a:pt x="2734126" y="3480948"/>
                </a:lnTo>
                <a:lnTo>
                  <a:pt x="0" y="3480948"/>
                </a:lnTo>
                <a:lnTo>
                  <a:pt x="0" y="0"/>
                </a:lnTo>
                <a:close/>
              </a:path>
            </a:pathLst>
          </a:custGeom>
          <a:blipFill xmlns:a="http://schemas.openxmlformats.org/drawingml/2006/main">
            <a:blip xmlns:r="http://schemas.openxmlformats.org/officeDocument/2006/relationships" r:embed="Reefd3fc86ee34d8a">
              <a:extLst>
                <a:ext uri="{96DAC541-7B7A-43D3-8B79-37D633B846F1}">
                  <asvg:svgBlip xmlns:asvg="http://schemas.microsoft.com/office/drawing/2016/SVG/main" r:embed="R32e3cc72b43841e8"/>
                </a:ext>
              </a:extLst>
            </a:blip>
            <a:stretch>
              <a:fillRect l="0" t="0" r="0" b="0"/>
            </a:stretch>
          </a:blipFill>
        </p:spPr>
      </p:sp>
      <p:sp>
        <p:nvSpPr>
          <p:cNvPr id="8" name="TextBox 8">
            <a:extLst xmlns:a="http://schemas.openxmlformats.org/drawingml/2006/main">
              <a:ext uri="{FF2B5EF4-FFF2-40B4-BE49-F238E27FC236}">
                <a16:creationId xmlns:a16="http://schemas.microsoft.com/office/drawing/2014/main" id="{998976AB-3628-4ACC-9832-A2C3BA8D379D}"/>
              </a:ext>
            </a:extLst>
          </p:cNvPr>
          <p:cNvSpPr>
            <a:spLocks xmlns:a="http://schemas.openxmlformats.org/drawingml/2006/main" noGrp="1"/>
          </p:cNvSpPr>
          <p:nvPr/>
        </p:nvSpPr>
        <p:spPr>
          <a:xfrm xmlns:a="http://schemas.openxmlformats.org/drawingml/2006/main" rot="0">
            <a:off x="0" y="71283"/>
            <a:ext cx="13455539" cy="1294003"/>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10189"/>
              </a:lnSpc>
              <a:buNone/>
            </a:pPr>
            <a:r>
              <a:rPr sz="9017" b="1">
                <a:solidFill>
                  <a:srgbClr val="548CA8"/>
                </a:solidFill>
                <a:latin typeface="Poppins Bold"/>
                <a:ea typeface="Poppins Bold"/>
                <a:cs typeface="Poppins Bold"/>
              </a:rPr>
              <a:t/>
            </a:r>
          </a:p>
        </p:txBody>
      </p:sp>
      <p:sp>
        <p:nvSpPr>
          <p:cNvPr id="9" name="TextBox 9">
            <a:extLst xmlns:a="http://schemas.openxmlformats.org/drawingml/2006/main">
              <a:ext uri="{FF2B5EF4-FFF2-40B4-BE49-F238E27FC236}">
                <a16:creationId xmlns:a16="http://schemas.microsoft.com/office/drawing/2014/main" id="{69B5024B-C333-4F71-9D73-544A0B643510}"/>
              </a:ext>
            </a:extLst>
          </p:cNvPr>
          <p:cNvSpPr>
            <a:spLocks xmlns:a="http://schemas.openxmlformats.org/drawingml/2006/main" noGrp="1"/>
          </p:cNvSpPr>
          <p:nvPr/>
        </p:nvSpPr>
        <p:spPr>
          <a:xfrm xmlns:a="http://schemas.openxmlformats.org/drawingml/2006/main" rot="0">
            <a:off x="2676976" y="4022479"/>
            <a:ext cx="9193838" cy="640334"/>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marL="907191" lvl="1" indent="-453595" algn="l">
              <a:lnSpc>
                <a:spcPts val="5042"/>
              </a:lnSpc>
              <a:buFont typeface="Arial"/>
              <a:buChar char="•"/>
            </a:pPr>
            <a:r>
              <a:rPr sz="4201">
                <a:solidFill>
                  <a:srgbClr val="FFFFFF"/>
                </a:solidFill>
                <a:latin typeface="Poppins"/>
                <a:ea typeface="Poppins"/>
                <a:cs typeface="Poppins"/>
              </a:rPr>
              <a:t/>
            </a:r>
          </a:p>
        </p:txBody>
      </p:sp>
      <p:sp>
        <p:nvSpPr>
          <p:cNvPr id="10" name="TextBox 10">
            <a:extLst xmlns:a="http://schemas.openxmlformats.org/drawingml/2006/main">
              <a:ext uri="{FF2B5EF4-FFF2-40B4-BE49-F238E27FC236}">
                <a16:creationId xmlns:a16="http://schemas.microsoft.com/office/drawing/2014/main" id="{4A3F79CB-23F0-456E-90B8-C20BD5967FFA}"/>
              </a:ext>
            </a:extLst>
          </p:cNvPr>
          <p:cNvSpPr>
            <a:spLocks xmlns:a="http://schemas.openxmlformats.org/drawingml/2006/main" noGrp="1"/>
          </p:cNvSpPr>
          <p:nvPr/>
        </p:nvSpPr>
        <p:spPr>
          <a:xfrm xmlns:a="http://schemas.openxmlformats.org/drawingml/2006/main" rot="0">
            <a:off x="2676976" y="5860876"/>
            <a:ext cx="5136996" cy="747014"/>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marL="907191" lvl="1" indent="-453595" algn="l">
              <a:lnSpc>
                <a:spcPts val="5882"/>
              </a:lnSpc>
              <a:buFont typeface="Arial"/>
              <a:buChar char="•"/>
            </a:pPr>
            <a:r>
              <a:rPr sz="4201">
                <a:solidFill>
                  <a:srgbClr val="FFFFFF"/>
                </a:solidFill>
                <a:latin typeface="Poppins"/>
                <a:ea typeface="Poppins"/>
                <a:cs typeface="Poppins"/>
              </a:rPr>
              <a:t/>
            </a:r>
          </a:p>
        </p:txBody>
      </p:sp>
      <p:sp>
        <p:nvSpPr>
          <p:cNvPr id="11" name="TextBox 11">
            <a:extLst xmlns:a="http://schemas.openxmlformats.org/drawingml/2006/main">
              <a:ext uri="{FF2B5EF4-FFF2-40B4-BE49-F238E27FC236}">
                <a16:creationId xmlns:a16="http://schemas.microsoft.com/office/drawing/2014/main" id="{84FC148F-72BC-46E6-A92D-384291CB426D}"/>
              </a:ext>
            </a:extLst>
          </p:cNvPr>
          <p:cNvSpPr>
            <a:spLocks xmlns:a="http://schemas.openxmlformats.org/drawingml/2006/main" noGrp="1"/>
          </p:cNvSpPr>
          <p:nvPr/>
        </p:nvSpPr>
        <p:spPr>
          <a:xfrm xmlns:a="http://schemas.openxmlformats.org/drawingml/2006/main" rot="0">
            <a:off x="2676976" y="6916286"/>
            <a:ext cx="5136996" cy="747014"/>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marL="907191" lvl="1" indent="-453595" algn="l">
              <a:lnSpc>
                <a:spcPts val="5882"/>
              </a:lnSpc>
              <a:buFont typeface="Arial"/>
              <a:buChar char="•"/>
            </a:pPr>
            <a:r>
              <a:rPr sz="4201">
                <a:solidFill>
                  <a:srgbClr val="FFFFFF"/>
                </a:solidFill>
                <a:latin typeface="Poppins"/>
                <a:ea typeface="Poppins"/>
                <a:cs typeface="Poppins"/>
              </a:rPr>
              <a:t/>
            </a:r>
          </a:p>
        </p:txBody>
      </p:sp>
      <p:sp>
        <p:nvSpPr>
          <p:cNvPr id="12" name="TextBox 12">
            <a:extLst xmlns:a="http://schemas.openxmlformats.org/drawingml/2006/main">
              <a:ext uri="{FF2B5EF4-FFF2-40B4-BE49-F238E27FC236}">
                <a16:creationId xmlns:a16="http://schemas.microsoft.com/office/drawing/2014/main" id="{7EB7CC51-59D8-4B9B-AEC5-81525082D427}"/>
              </a:ext>
            </a:extLst>
          </p:cNvPr>
          <p:cNvSpPr>
            <a:spLocks xmlns:a="http://schemas.openxmlformats.org/drawingml/2006/main" noGrp="1"/>
          </p:cNvSpPr>
          <p:nvPr/>
        </p:nvSpPr>
        <p:spPr>
          <a:xfrm xmlns:a="http://schemas.openxmlformats.org/drawingml/2006/main" rot="0">
            <a:off x="2676976" y="7967841"/>
            <a:ext cx="4671381" cy="747014"/>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marL="907191" lvl="1" indent="-453595" algn="l">
              <a:lnSpc>
                <a:spcPts val="5882"/>
              </a:lnSpc>
              <a:buFont typeface="Arial"/>
              <a:buChar char="•"/>
            </a:pPr>
            <a:r>
              <a:rPr sz="4201">
                <a:solidFill>
                  <a:srgbClr val="FFFFFF"/>
                </a:solidFill>
                <a:latin typeface="Poppins"/>
                <a:ea typeface="Poppins"/>
                <a:cs typeface="Poppins"/>
              </a:rPr>
              <a:t/>
            </a:r>
          </a:p>
        </p:txBody>
      </p:sp>
      <p:sp>
        <p:nvSpPr>
          <p:cNvPr id="13" name="TextBox 13">
            <a:extLst xmlns:a="http://schemas.openxmlformats.org/drawingml/2006/main">
              <a:ext uri="{FF2B5EF4-FFF2-40B4-BE49-F238E27FC236}">
                <a16:creationId xmlns:a16="http://schemas.microsoft.com/office/drawing/2014/main" id="{2A54D199-719D-48D0-AA6F-6848DCE0AC5F}"/>
              </a:ext>
            </a:extLst>
          </p:cNvPr>
          <p:cNvSpPr>
            <a:spLocks xmlns:a="http://schemas.openxmlformats.org/drawingml/2006/main" noGrp="1"/>
          </p:cNvSpPr>
          <p:nvPr/>
        </p:nvSpPr>
        <p:spPr>
          <a:xfrm xmlns:a="http://schemas.openxmlformats.org/drawingml/2006/main" rot="0">
            <a:off x="2676976" y="4906315"/>
            <a:ext cx="8302118" cy="747014"/>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marL="907191" lvl="1" indent="-453595" algn="l">
              <a:lnSpc>
                <a:spcPts val="5882"/>
              </a:lnSpc>
              <a:buFont typeface="Arial"/>
              <a:buChar char="•"/>
            </a:pPr>
            <a:r>
              <a:rPr sz="4201">
                <a:solidFill>
                  <a:srgbClr val="FFFFFF"/>
                </a:solidFill>
                <a:latin typeface="Poppins"/>
                <a:ea typeface="Poppins"/>
                <a:cs typeface="Poppins"/>
              </a:rPr>
              <a:t/>
            </a:r>
          </a:p>
        </p:txBody>
      </p:sp>
      <p:sp>
        <p:nvSpPr>
          <p:cNvPr id="14" name="">
            <a:extLst xmlns:a="http://schemas.openxmlformats.org/drawingml/2006/main">
              <a:ext uri="{FF2B5EF4-FFF2-40B4-BE49-F238E27FC236}">
                <a16:creationId xmlns:a16="http://schemas.microsoft.com/office/drawing/2014/main" id="{ACEAB9D9-5760-4130-8B91-7C8AEB79C9AF}"/>
              </a:ext>
            </a:extLst>
          </p:cNvPr>
          <p:cNvSpPr>
            <a:spLocks xmlns:a="http://schemas.openxmlformats.org/drawingml/2006/main" noGrp="1"/>
          </p:cNvSpPr>
          <p:nvPr/>
        </p:nvSpPr>
        <p:spPr>
          <a:xfrm xmlns:a="http://schemas.openxmlformats.org/drawingml/2006/main">
            <a:off x="685800" y="2333625"/>
            <a:ext cx="15859125" cy="62865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15" name="">
            <a:extLst xmlns:a="http://schemas.openxmlformats.org/drawingml/2006/main">
              <a:ext uri="{FF2B5EF4-FFF2-40B4-BE49-F238E27FC236}">
                <a16:creationId xmlns:a16="http://schemas.microsoft.com/office/drawing/2014/main" id="{BC9D4101-769A-45D1-96F3-52449EEB8FF5}"/>
              </a:ext>
            </a:extLst>
          </p:cNvPr>
          <p:cNvSpPr>
            <a:spLocks xmlns:a="http://schemas.openxmlformats.org/drawingml/2006/main" noGrp="1"/>
          </p:cNvSpPr>
          <p:nvPr/>
        </p:nvSpPr>
        <p:spPr>
          <a:xfrm xmlns:a="http://schemas.openxmlformats.org/drawingml/2006/main">
            <a:off x="1047750" y="647700"/>
            <a:ext cx="762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1">
                <a:solidFill>
                  <a:srgbClr val="2686C5"/>
                </a:solidFill>
              </a:defRPr>
            </a:defPPr>
            <a:lvl1pPr>
              <a:defRPr sz="1200" b="1">
                <a:solidFill>
                  <a:srgbClr val="2686C5"/>
                </a:solidFill>
              </a:defRPr>
            </a:lvl1pPr>
            <a:lvl2pPr>
              <a:defRPr sz="1200" b="1">
                <a:solidFill>
                  <a:srgbClr val="2686C5"/>
                </a:solidFill>
              </a:defRPr>
            </a:lvl2pPr>
            <a:lvl3pPr>
              <a:defRPr sz="1200" b="1">
                <a:solidFill>
                  <a:srgbClr val="2686C5"/>
                </a:solidFill>
              </a:defRPr>
            </a:lvl3pPr>
            <a:lvl4pPr>
              <a:defRPr sz="1200" b="1">
                <a:solidFill>
                  <a:srgbClr val="2686C5"/>
                </a:solidFill>
              </a:defRPr>
            </a:lvl4pPr>
            <a:lvl5pPr>
              <a:defRPr sz="1200" b="1">
                <a:solidFill>
                  <a:srgbClr val="2686C5"/>
                </a:solidFill>
              </a:defRPr>
            </a:lvl5pPr>
            <a:lvl6pPr>
              <a:defRPr sz="1200" b="1">
                <a:solidFill>
                  <a:srgbClr val="2686C5"/>
                </a:solidFill>
              </a:defRPr>
            </a:lvl6pPr>
            <a:lvl7pPr>
              <a:defRPr sz="1200" b="1">
                <a:solidFill>
                  <a:srgbClr val="2686C5"/>
                </a:solidFill>
              </a:defRPr>
            </a:lvl7pPr>
            <a:lvl8pPr>
              <a:defRPr sz="1200" b="1">
                <a:solidFill>
                  <a:srgbClr val="2686C5"/>
                </a:solidFill>
              </a:defRPr>
            </a:lvl8pPr>
            <a:lvl9pPr>
              <a:defRPr sz="1200" b="1">
                <a:solidFill>
                  <a:srgbClr val="2686C5"/>
                </a:solidFill>
              </a:defRPr>
            </a:lvl9pPr>
          </a:lstStyle>
          <a:p xmlns:a="http://schemas.openxmlformats.org/drawingml/2006/main">
            <a:pPr>
              <a:defRPr sz="1200" b="1">
                <a:solidFill>
                  <a:srgbClr val="2686C5"/>
                </a:solidFill>
              </a:defRPr>
            </a:pPr>
            <a:r>
              <a:rPr sz="1200" b="1">
                <a:solidFill>
                  <a:srgbClr val="2686C5"/>
                </a:solidFill>
              </a:rPr>
              <a:t>08</a:t>
            </a:r>
          </a:p>
        </p:txBody>
      </p:sp>
      <p:sp>
        <p:nvSpPr>
          <p:cNvPr id="16" name="">
            <a:extLst xmlns:a="http://schemas.openxmlformats.org/drawingml/2006/main">
              <a:ext uri="{FF2B5EF4-FFF2-40B4-BE49-F238E27FC236}">
                <a16:creationId xmlns:a16="http://schemas.microsoft.com/office/drawing/2014/main" id="{61E3EB3C-493D-4B48-94A3-D48E6A0BF01F}"/>
              </a:ext>
            </a:extLst>
          </p:cNvPr>
          <p:cNvSpPr>
            <a:spLocks xmlns:a="http://schemas.openxmlformats.org/drawingml/2006/main" noGrp="1"/>
          </p:cNvSpPr>
          <p:nvPr/>
        </p:nvSpPr>
        <p:spPr>
          <a:xfrm xmlns:a="http://schemas.openxmlformats.org/drawingml/2006/main">
            <a:off x="1047750" y="990600"/>
            <a:ext cx="15240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750" b="1">
                <a:solidFill>
                  <a:srgbClr val="1E5AA8"/>
                </a:solidFill>
              </a:defRPr>
            </a:defPPr>
            <a:lvl1pPr>
              <a:defRPr sz="3750" b="1">
                <a:solidFill>
                  <a:srgbClr val="1E5AA8"/>
                </a:solidFill>
              </a:defRPr>
            </a:lvl1pPr>
            <a:lvl2pPr>
              <a:defRPr sz="3750" b="1">
                <a:solidFill>
                  <a:srgbClr val="1E5AA8"/>
                </a:solidFill>
              </a:defRPr>
            </a:lvl2pPr>
            <a:lvl3pPr>
              <a:defRPr sz="3750" b="1">
                <a:solidFill>
                  <a:srgbClr val="1E5AA8"/>
                </a:solidFill>
              </a:defRPr>
            </a:lvl3pPr>
            <a:lvl4pPr>
              <a:defRPr sz="3750" b="1">
                <a:solidFill>
                  <a:srgbClr val="1E5AA8"/>
                </a:solidFill>
              </a:defRPr>
            </a:lvl4pPr>
            <a:lvl5pPr>
              <a:defRPr sz="3750" b="1">
                <a:solidFill>
                  <a:srgbClr val="1E5AA8"/>
                </a:solidFill>
              </a:defRPr>
            </a:lvl5pPr>
            <a:lvl6pPr>
              <a:defRPr sz="3750" b="1">
                <a:solidFill>
                  <a:srgbClr val="1E5AA8"/>
                </a:solidFill>
              </a:defRPr>
            </a:lvl6pPr>
            <a:lvl7pPr>
              <a:defRPr sz="3750" b="1">
                <a:solidFill>
                  <a:srgbClr val="1E5AA8"/>
                </a:solidFill>
              </a:defRPr>
            </a:lvl7pPr>
            <a:lvl8pPr>
              <a:defRPr sz="3750" b="1">
                <a:solidFill>
                  <a:srgbClr val="1E5AA8"/>
                </a:solidFill>
              </a:defRPr>
            </a:lvl8pPr>
            <a:lvl9pPr>
              <a:defRPr sz="3750" b="1">
                <a:solidFill>
                  <a:srgbClr val="1E5AA8"/>
                </a:solidFill>
              </a:defRPr>
            </a:lvl9pPr>
          </a:lstStyle>
          <a:p xmlns:a="http://schemas.openxmlformats.org/drawingml/2006/main">
            <a:pPr>
              <a:defRPr sz="3750" b="1">
                <a:solidFill>
                  <a:srgbClr val="1E5AA8"/>
                </a:solidFill>
              </a:defRPr>
            </a:pPr>
            <a:r>
              <a:rPr sz="3750" b="1">
                <a:solidFill>
                  <a:srgbClr val="1E5AA8"/>
                </a:solidFill>
              </a:rPr>
              <a:t>Wireframe → Final UI</a:t>
            </a:r>
          </a:p>
        </p:txBody>
      </p:sp>
      <p:sp>
        <p:nvSpPr>
          <p:cNvPr id="17" name="">
            <a:extLst xmlns:a="http://schemas.openxmlformats.org/drawingml/2006/main">
              <a:ext uri="{FF2B5EF4-FFF2-40B4-BE49-F238E27FC236}">
                <a16:creationId xmlns:a16="http://schemas.microsoft.com/office/drawing/2014/main" id="{325B355F-5590-47F4-A4A3-64789A848342}"/>
              </a:ext>
            </a:extLst>
          </p:cNvPr>
          <p:cNvSpPr>
            <a:spLocks xmlns:a="http://schemas.openxmlformats.org/drawingml/2006/main" noGrp="1"/>
          </p:cNvSpPr>
          <p:nvPr/>
        </p:nvSpPr>
        <p:spPr>
          <a:xfrm xmlns:a="http://schemas.openxmlformats.org/drawingml/2006/main">
            <a:off x="1066800" y="1866900"/>
            <a:ext cx="14287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a:solidFill>
                  <a:srgbClr val="536878"/>
                </a:solidFill>
              </a:defRPr>
            </a:defPPr>
            <a:lvl1pPr>
              <a:defRPr sz="1575">
                <a:solidFill>
                  <a:srgbClr val="536878"/>
                </a:solidFill>
              </a:defRPr>
            </a:lvl1pPr>
            <a:lvl2pPr>
              <a:defRPr sz="1575">
                <a:solidFill>
                  <a:srgbClr val="536878"/>
                </a:solidFill>
              </a:defRPr>
            </a:lvl2pPr>
            <a:lvl3pPr>
              <a:defRPr sz="1575">
                <a:solidFill>
                  <a:srgbClr val="536878"/>
                </a:solidFill>
              </a:defRPr>
            </a:lvl3pPr>
            <a:lvl4pPr>
              <a:defRPr sz="1575">
                <a:solidFill>
                  <a:srgbClr val="536878"/>
                </a:solidFill>
              </a:defRPr>
            </a:lvl4pPr>
            <a:lvl5pPr>
              <a:defRPr sz="1575">
                <a:solidFill>
                  <a:srgbClr val="536878"/>
                </a:solidFill>
              </a:defRPr>
            </a:lvl5pPr>
            <a:lvl6pPr>
              <a:defRPr sz="1575">
                <a:solidFill>
                  <a:srgbClr val="536878"/>
                </a:solidFill>
              </a:defRPr>
            </a:lvl6pPr>
            <a:lvl7pPr>
              <a:defRPr sz="1575">
                <a:solidFill>
                  <a:srgbClr val="536878"/>
                </a:solidFill>
              </a:defRPr>
            </a:lvl7pPr>
            <a:lvl8pPr>
              <a:defRPr sz="1575">
                <a:solidFill>
                  <a:srgbClr val="536878"/>
                </a:solidFill>
              </a:defRPr>
            </a:lvl8pPr>
            <a:lvl9pPr>
              <a:defRPr sz="1575">
                <a:solidFill>
                  <a:srgbClr val="536878"/>
                </a:solidFill>
              </a:defRPr>
            </a:lvl9pPr>
          </a:lstStyle>
          <a:p xmlns:a="http://schemas.openxmlformats.org/drawingml/2006/main">
            <a:pPr>
              <a:defRPr sz="1575">
                <a:solidFill>
                  <a:srgbClr val="536878"/>
                </a:solidFill>
              </a:defRPr>
            </a:pPr>
            <a:r>
              <a:rPr sz="1575">
                <a:solidFill>
                  <a:srgbClr val="536878"/>
                </a:solidFill>
              </a:rPr>
              <a:t>Wireframe xác định cấu trúc và luồng trước khi hoàn thiện nội dung, màu sắc và trạng thái.</a:t>
            </a:r>
          </a:p>
        </p:txBody>
      </p:sp>
      <p:pic>
        <p:nvPicPr>
          <p:cNvPr id="18" name="">
            <a:extLst xmlns:a="http://schemas.openxmlformats.org/drawingml/2006/main">
              <a:ext uri="{FF2B5EF4-FFF2-40B4-BE49-F238E27FC236}">
                <a16:creationId xmlns:a16="http://schemas.microsoft.com/office/drawing/2014/main" id="{1ACDE6E0-2CEA-4871-802D-B096ACD35209}"/>
              </a:ext>
            </a:extLst>
          </p:cNvPr>
          <p:cNvPicPr>
            <a:picLocks xmlns:a="http://schemas.openxmlformats.org/drawingml/2006/main" noChangeAspect="1"/>
          </p:cNvPicPr>
          <p:nvPr/>
        </p:nvPicPr>
        <p:blipFill>
          <a:blip xmlns:r="http://schemas.openxmlformats.org/officeDocument/2006/relationships" xmlns:a="http://schemas.openxmlformats.org/drawingml/2006/main" r:embed="R76da574afed04d1f"/>
          <a:stretch xmlns:a="http://schemas.openxmlformats.org/drawingml/2006/main"/>
        </p:blipFill>
        <p:spPr>
          <a:xfrm xmlns:a="http://schemas.openxmlformats.org/drawingml/2006/main">
            <a:off x="1524000" y="3625261"/>
            <a:ext cx="5905500" cy="3322229"/>
          </a:xfrm>
          <a:prstGeom xmlns:a="http://schemas.openxmlformats.org/drawingml/2006/main" prst="roundRect">
            <a:avLst>
              <a:gd name="adj" fmla="val 1569"/>
            </a:avLst>
          </a:prstGeom>
        </p:spPr>
      </p:pic>
      <p:pic>
        <p:nvPicPr>
          <p:cNvPr id="19" name="">
            <a:extLst xmlns:a="http://schemas.openxmlformats.org/drawingml/2006/main">
              <a:ext uri="{FF2B5EF4-FFF2-40B4-BE49-F238E27FC236}">
                <a16:creationId xmlns:a16="http://schemas.microsoft.com/office/drawing/2014/main" id="{0DEE8C90-C800-402B-9B3E-C8BF6374E7F5}"/>
              </a:ext>
            </a:extLst>
          </p:cNvPr>
          <p:cNvPicPr>
            <a:picLocks xmlns:a="http://schemas.openxmlformats.org/drawingml/2006/main" noChangeAspect="1"/>
          </p:cNvPicPr>
          <p:nvPr/>
        </p:nvPicPr>
        <p:blipFill>
          <a:blip xmlns:r="http://schemas.openxmlformats.org/officeDocument/2006/relationships" xmlns:a="http://schemas.openxmlformats.org/drawingml/2006/main" r:embed="Rf76ba6142e5b4e79"/>
          <a:stretch xmlns:a="http://schemas.openxmlformats.org/drawingml/2006/main"/>
        </p:blipFill>
        <p:spPr>
          <a:xfrm xmlns:a="http://schemas.openxmlformats.org/drawingml/2006/main">
            <a:off x="9810750" y="3625261"/>
            <a:ext cx="5905500" cy="3322229"/>
          </a:xfrm>
          <a:prstGeom xmlns:a="http://schemas.openxmlformats.org/drawingml/2006/main" prst="roundRect">
            <a:avLst>
              <a:gd name="adj" fmla="val 1569"/>
            </a:avLst>
          </a:prstGeom>
        </p:spPr>
      </p:pic>
      <p:sp>
        <p:nvSpPr>
          <p:cNvPr id="20" name="">
            <a:extLst xmlns:a="http://schemas.openxmlformats.org/drawingml/2006/main">
              <a:ext uri="{FF2B5EF4-FFF2-40B4-BE49-F238E27FC236}">
                <a16:creationId xmlns:a16="http://schemas.microsoft.com/office/drawing/2014/main" id="{25CC30AE-6427-4845-8E6A-AEF09859738D}"/>
              </a:ext>
            </a:extLst>
          </p:cNvPr>
          <p:cNvSpPr>
            <a:spLocks xmlns:a="http://schemas.openxmlformats.org/drawingml/2006/main" noGrp="1"/>
          </p:cNvSpPr>
          <p:nvPr/>
        </p:nvSpPr>
        <p:spPr>
          <a:xfrm xmlns:a="http://schemas.openxmlformats.org/drawingml/2006/main">
            <a:off x="3429000" y="8048625"/>
            <a:ext cx="2286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1E5AA8"/>
                </a:solidFill>
              </a:defRPr>
            </a:defPPr>
            <a:lvl1pPr>
              <a:defRPr sz="1650" b="1">
                <a:solidFill>
                  <a:srgbClr val="1E5AA8"/>
                </a:solidFill>
              </a:defRPr>
            </a:lvl1pPr>
            <a:lvl2pPr>
              <a:defRPr sz="1650" b="1">
                <a:solidFill>
                  <a:srgbClr val="1E5AA8"/>
                </a:solidFill>
              </a:defRPr>
            </a:lvl2pPr>
            <a:lvl3pPr>
              <a:defRPr sz="1650" b="1">
                <a:solidFill>
                  <a:srgbClr val="1E5AA8"/>
                </a:solidFill>
              </a:defRPr>
            </a:lvl3pPr>
            <a:lvl4pPr>
              <a:defRPr sz="1650" b="1">
                <a:solidFill>
                  <a:srgbClr val="1E5AA8"/>
                </a:solidFill>
              </a:defRPr>
            </a:lvl4pPr>
            <a:lvl5pPr>
              <a:defRPr sz="1650" b="1">
                <a:solidFill>
                  <a:srgbClr val="1E5AA8"/>
                </a:solidFill>
              </a:defRPr>
            </a:lvl5pPr>
            <a:lvl6pPr>
              <a:defRPr sz="1650" b="1">
                <a:solidFill>
                  <a:srgbClr val="1E5AA8"/>
                </a:solidFill>
              </a:defRPr>
            </a:lvl6pPr>
            <a:lvl7pPr>
              <a:defRPr sz="1650" b="1">
                <a:solidFill>
                  <a:srgbClr val="1E5AA8"/>
                </a:solidFill>
              </a:defRPr>
            </a:lvl7pPr>
            <a:lvl8pPr>
              <a:defRPr sz="1650" b="1">
                <a:solidFill>
                  <a:srgbClr val="1E5AA8"/>
                </a:solidFill>
              </a:defRPr>
            </a:lvl8pPr>
            <a:lvl9pPr>
              <a:defRPr sz="1650" b="1">
                <a:solidFill>
                  <a:srgbClr val="1E5AA8"/>
                </a:solidFill>
              </a:defRPr>
            </a:lvl9pPr>
          </a:lstStyle>
          <a:p xmlns:a="http://schemas.openxmlformats.org/drawingml/2006/main">
            <a:pPr>
              <a:defRPr sz="1650" b="1">
                <a:solidFill>
                  <a:srgbClr val="1E5AA8"/>
                </a:solidFill>
              </a:defRPr>
            </a:pPr>
            <a:r>
              <a:rPr sz="1650" b="1">
                <a:solidFill>
                  <a:srgbClr val="1E5AA8"/>
                </a:solidFill>
              </a:rPr>
              <a:t>Wireframe</a:t>
            </a:r>
          </a:p>
        </p:txBody>
      </p:sp>
      <p:sp>
        <p:nvSpPr>
          <p:cNvPr id="21" name="">
            <a:extLst xmlns:a="http://schemas.openxmlformats.org/drawingml/2006/main">
              <a:ext uri="{FF2B5EF4-FFF2-40B4-BE49-F238E27FC236}">
                <a16:creationId xmlns:a16="http://schemas.microsoft.com/office/drawing/2014/main" id="{A0111F69-C084-44D9-809C-8FA31343DF63}"/>
              </a:ext>
            </a:extLst>
          </p:cNvPr>
          <p:cNvSpPr>
            <a:spLocks xmlns:a="http://schemas.openxmlformats.org/drawingml/2006/main" noGrp="1"/>
          </p:cNvSpPr>
          <p:nvPr/>
        </p:nvSpPr>
        <p:spPr>
          <a:xfrm xmlns:a="http://schemas.openxmlformats.org/drawingml/2006/main">
            <a:off x="11334750" y="8048625"/>
            <a:ext cx="304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1E5AA8"/>
                </a:solidFill>
              </a:defRPr>
            </a:defPPr>
            <a:lvl1pPr>
              <a:defRPr sz="1650" b="1">
                <a:solidFill>
                  <a:srgbClr val="1E5AA8"/>
                </a:solidFill>
              </a:defRPr>
            </a:lvl1pPr>
            <a:lvl2pPr>
              <a:defRPr sz="1650" b="1">
                <a:solidFill>
                  <a:srgbClr val="1E5AA8"/>
                </a:solidFill>
              </a:defRPr>
            </a:lvl2pPr>
            <a:lvl3pPr>
              <a:defRPr sz="1650" b="1">
                <a:solidFill>
                  <a:srgbClr val="1E5AA8"/>
                </a:solidFill>
              </a:defRPr>
            </a:lvl3pPr>
            <a:lvl4pPr>
              <a:defRPr sz="1650" b="1">
                <a:solidFill>
                  <a:srgbClr val="1E5AA8"/>
                </a:solidFill>
              </a:defRPr>
            </a:lvl4pPr>
            <a:lvl5pPr>
              <a:defRPr sz="1650" b="1">
                <a:solidFill>
                  <a:srgbClr val="1E5AA8"/>
                </a:solidFill>
              </a:defRPr>
            </a:lvl5pPr>
            <a:lvl6pPr>
              <a:defRPr sz="1650" b="1">
                <a:solidFill>
                  <a:srgbClr val="1E5AA8"/>
                </a:solidFill>
              </a:defRPr>
            </a:lvl6pPr>
            <a:lvl7pPr>
              <a:defRPr sz="1650" b="1">
                <a:solidFill>
                  <a:srgbClr val="1E5AA8"/>
                </a:solidFill>
              </a:defRPr>
            </a:lvl7pPr>
            <a:lvl8pPr>
              <a:defRPr sz="1650" b="1">
                <a:solidFill>
                  <a:srgbClr val="1E5AA8"/>
                </a:solidFill>
              </a:defRPr>
            </a:lvl8pPr>
            <a:lvl9pPr>
              <a:defRPr sz="1650" b="1">
                <a:solidFill>
                  <a:srgbClr val="1E5AA8"/>
                </a:solidFill>
              </a:defRPr>
            </a:lvl9pPr>
          </a:lstStyle>
          <a:p xmlns:a="http://schemas.openxmlformats.org/drawingml/2006/main">
            <a:pPr>
              <a:defRPr sz="1650" b="1">
                <a:solidFill>
                  <a:srgbClr val="1E5AA8"/>
                </a:solidFill>
              </a:defRPr>
            </a:pPr>
            <a:r>
              <a:rPr sz="1650" b="1">
                <a:solidFill>
                  <a:srgbClr val="1E5AA8"/>
                </a:solidFill>
              </a:rPr>
              <a:t>Final UI từ Stitch</a:t>
            </a:r>
          </a:p>
        </p:txBody>
      </p:sp>
    </p:spTree>
    <p:extLst>
      <p:ext uri="{BB962C8B-B14F-4D97-AF65-F5344CB8AC3E}">
        <p14:creationId xmlns:p14="http://schemas.microsoft.com/office/powerpoint/2010/main" val="1716827993"/>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97BF8397-C369-4BF6-B1BB-84109888C411}"/>
              </a:ext>
            </a:extLst>
          </p:cNvPr>
          <p:cNvSpPr>
            <a:spLocks xmlns:a="http://schemas.openxmlformats.org/drawingml/2006/main" noGrp="1"/>
          </p:cNvSpPr>
          <p:nvPr/>
        </p:nvSpPr>
        <p:spPr>
          <a:xfrm xmlns:a="http://schemas.openxmlformats.org/drawingml/2006/main" rot="0" flipH="0" flipV="0">
            <a:off x="13291933" y="-327454"/>
            <a:ext cx="5135953" cy="10614454"/>
          </a:xfrm>
          <a:custGeom xmlns:a="http://schemas.openxmlformats.org/drawingml/2006/main">
            <a:rect l="l" t="t" r="r" b="b"/>
            <a:pathLst>
              <a:path w="795693" h="1644457">
                <a:moveTo>
                  <a:pt x="0" y="0"/>
                </a:moveTo>
                <a:lnTo>
                  <a:pt x="795693" y="0"/>
                </a:lnTo>
                <a:lnTo>
                  <a:pt x="795693" y="1644457"/>
                </a:lnTo>
                <a:lnTo>
                  <a:pt x="0" y="1644457"/>
                </a:lnTo>
                <a:close/>
              </a:path>
            </a:pathLst>
          </a:custGeom>
          <a:blipFill xmlns:a="http://schemas.openxmlformats.org/drawingml/2006/main">
            <a:blip xmlns:r="http://schemas.openxmlformats.org/officeDocument/2006/relationships" r:embed="Refc05a8d31514570"/>
            <a:stretch>
              <a:fillRect l="-26726" t="0" r="-26726" b="0"/>
            </a:stretch>
          </a:blipFill>
        </p:spPr>
      </p:sp>
      <p:sp>
        <p:nvSpPr>
          <p:cNvPr id="5" name="Freeform 5">
            <a:extLst xmlns:a="http://schemas.openxmlformats.org/drawingml/2006/main">
              <a:ext uri="{FF2B5EF4-FFF2-40B4-BE49-F238E27FC236}">
                <a16:creationId xmlns:a16="http://schemas.microsoft.com/office/drawing/2014/main" id="{5E0DE037-2C75-4603-9B58-8478CD933807}"/>
              </a:ext>
            </a:extLst>
          </p:cNvPr>
          <p:cNvSpPr>
            <a:spLocks xmlns:a="http://schemas.openxmlformats.org/drawingml/2006/main" noGrp="1"/>
          </p:cNvSpPr>
          <p:nvPr/>
        </p:nvSpPr>
        <p:spPr>
          <a:xfrm xmlns:a="http://schemas.openxmlformats.org/drawingml/2006/main" rot="0" flipH="0" flipV="0">
            <a:off x="1441102" y="3531263"/>
            <a:ext cx="10867034" cy="5826950"/>
          </a:xfrm>
          <a:custGeom xmlns:a="http://schemas.openxmlformats.org/drawingml/2006/main">
            <a:rect l="l" t="t" r="r" b="b"/>
            <a:pathLst>
              <a:path w="2862100" h="1534670">
                <a:moveTo>
                  <a:pt x="0" y="0"/>
                </a:moveTo>
                <a:lnTo>
                  <a:pt x="2862100" y="0"/>
                </a:lnTo>
                <a:lnTo>
                  <a:pt x="2862100" y="1534670"/>
                </a:lnTo>
                <a:lnTo>
                  <a:pt x="0" y="1534670"/>
                </a:lnTo>
                <a:close/>
              </a:path>
            </a:pathLst>
          </a:custGeom>
          <a:solidFill xmlns:a="http://schemas.openxmlformats.org/drawingml/2006/main">
            <a:srgbClr val="548CA8"/>
          </a:solidFill>
        </p:spPr>
      </p:sp>
      <p:sp>
        <p:nvSpPr>
          <p:cNvPr id="6" name="TextBox 6">
            <a:extLst xmlns:a="http://schemas.openxmlformats.org/drawingml/2006/main">
              <a:ext uri="{FF2B5EF4-FFF2-40B4-BE49-F238E27FC236}">
                <a16:creationId xmlns:a16="http://schemas.microsoft.com/office/drawing/2014/main" id="{0B493801-DADF-4F90-A018-C3D69695D50A}"/>
              </a:ext>
            </a:extLst>
          </p:cNvPr>
          <p:cNvSpPr>
            <a:spLocks xmlns:a="http://schemas.openxmlformats.org/drawingml/2006/main" noGrp="1"/>
          </p:cNvSpPr>
          <p:nvPr/>
        </p:nvSpPr>
        <p:spPr>
          <a:xfrm xmlns:a="http://schemas.openxmlformats.org/drawingml/2006/main" rot="0" flipH="0" flipV="0">
            <a:off x="1441102" y="3386603"/>
            <a:ext cx="10867038" cy="5971610"/>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2659"/>
              </a:lnSpc>
              <a:buNone/>
            </a:pPr>
          </a:p>
        </p:txBody>
      </p:sp>
      <p:sp>
        <p:nvSpPr>
          <p:cNvPr id="7" name="Freeform 7">
            <a:extLst xmlns:a="http://schemas.openxmlformats.org/drawingml/2006/main">
              <a:ext uri="{FF2B5EF4-FFF2-40B4-BE49-F238E27FC236}">
                <a16:creationId xmlns:a16="http://schemas.microsoft.com/office/drawing/2014/main" id="{60C7D920-D66F-4854-AB19-3F02190844CD}"/>
              </a:ext>
            </a:extLst>
          </p:cNvPr>
          <p:cNvSpPr>
            <a:spLocks xmlns:a="http://schemas.openxmlformats.org/drawingml/2006/main" noGrp="1"/>
          </p:cNvSpPr>
          <p:nvPr/>
        </p:nvSpPr>
        <p:spPr>
          <a:xfrm xmlns:a="http://schemas.openxmlformats.org/drawingml/2006/main" rot="0" flipH="0" flipV="0">
            <a:off x="0" y="7607511"/>
            <a:ext cx="2734126" cy="3480948"/>
          </a:xfrm>
          <a:custGeom xmlns:a="http://schemas.openxmlformats.org/drawingml/2006/main">
            <a:rect l="l" t="t" r="r" b="b"/>
            <a:pathLst>
              <a:path w="2734126" h="3480948">
                <a:moveTo>
                  <a:pt x="0" y="0"/>
                </a:moveTo>
                <a:lnTo>
                  <a:pt x="2734126" y="0"/>
                </a:lnTo>
                <a:lnTo>
                  <a:pt x="2734126" y="3480948"/>
                </a:lnTo>
                <a:lnTo>
                  <a:pt x="0" y="3480948"/>
                </a:lnTo>
                <a:lnTo>
                  <a:pt x="0" y="0"/>
                </a:lnTo>
                <a:close/>
              </a:path>
            </a:pathLst>
          </a:custGeom>
          <a:blipFill xmlns:a="http://schemas.openxmlformats.org/drawingml/2006/main">
            <a:blip xmlns:r="http://schemas.openxmlformats.org/officeDocument/2006/relationships" r:embed="Rce5016c2c11444fc">
              <a:extLst>
                <a:ext uri="{96DAC541-7B7A-43D3-8B79-37D633B846F1}">
                  <asvg:svgBlip xmlns:asvg="http://schemas.microsoft.com/office/drawing/2016/SVG/main" r:embed="R0367a0a919024a88"/>
                </a:ext>
              </a:extLst>
            </a:blip>
            <a:stretch>
              <a:fillRect l="0" t="0" r="0" b="0"/>
            </a:stretch>
          </a:blipFill>
        </p:spPr>
      </p:sp>
      <p:sp>
        <p:nvSpPr>
          <p:cNvPr id="8" name="TextBox 8">
            <a:extLst xmlns:a="http://schemas.openxmlformats.org/drawingml/2006/main">
              <a:ext uri="{FF2B5EF4-FFF2-40B4-BE49-F238E27FC236}">
                <a16:creationId xmlns:a16="http://schemas.microsoft.com/office/drawing/2014/main" id="{03756ABA-8F84-4B94-97DC-E90D81C7E908}"/>
              </a:ext>
            </a:extLst>
          </p:cNvPr>
          <p:cNvSpPr>
            <a:spLocks xmlns:a="http://schemas.openxmlformats.org/drawingml/2006/main" noGrp="1"/>
          </p:cNvSpPr>
          <p:nvPr/>
        </p:nvSpPr>
        <p:spPr>
          <a:xfrm xmlns:a="http://schemas.openxmlformats.org/drawingml/2006/main" rot="0">
            <a:off x="101318" y="86683"/>
            <a:ext cx="11207166" cy="1294003"/>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10189"/>
              </a:lnSpc>
              <a:buNone/>
            </a:pPr>
            <a:r>
              <a:rPr sz="9017" b="1">
                <a:solidFill>
                  <a:srgbClr val="548CA8"/>
                </a:solidFill>
                <a:latin typeface="Poppins Bold"/>
                <a:ea typeface="Poppins Bold"/>
                <a:cs typeface="Poppins Bold"/>
              </a:rPr>
              <a:t/>
            </a:r>
          </a:p>
        </p:txBody>
      </p:sp>
      <p:sp>
        <p:nvSpPr>
          <p:cNvPr id="9" name="TextBox 9">
            <a:extLst xmlns:a="http://schemas.openxmlformats.org/drawingml/2006/main">
              <a:ext uri="{FF2B5EF4-FFF2-40B4-BE49-F238E27FC236}">
                <a16:creationId xmlns:a16="http://schemas.microsoft.com/office/drawing/2014/main" id="{78310C41-B2D6-4894-B9FE-EE5C68D1AB5B}"/>
              </a:ext>
            </a:extLst>
          </p:cNvPr>
          <p:cNvSpPr>
            <a:spLocks xmlns:a="http://schemas.openxmlformats.org/drawingml/2006/main" noGrp="1"/>
          </p:cNvSpPr>
          <p:nvPr/>
        </p:nvSpPr>
        <p:spPr>
          <a:xfrm xmlns:a="http://schemas.openxmlformats.org/drawingml/2006/main" rot="0">
            <a:off x="2676976" y="4022479"/>
            <a:ext cx="9193838" cy="640334"/>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marL="907191" lvl="1" indent="-453595" algn="l">
              <a:lnSpc>
                <a:spcPts val="5042"/>
              </a:lnSpc>
              <a:buFont typeface="Arial"/>
              <a:buChar char="•"/>
            </a:pPr>
            <a:r>
              <a:rPr sz="4201">
                <a:solidFill>
                  <a:srgbClr val="FFFFFF"/>
                </a:solidFill>
                <a:latin typeface="Poppins"/>
                <a:ea typeface="Poppins"/>
                <a:cs typeface="Poppins"/>
              </a:rPr>
              <a:t/>
            </a:r>
          </a:p>
        </p:txBody>
      </p:sp>
      <p:sp>
        <p:nvSpPr>
          <p:cNvPr id="10" name="TextBox 10">
            <a:extLst xmlns:a="http://schemas.openxmlformats.org/drawingml/2006/main">
              <a:ext uri="{FF2B5EF4-FFF2-40B4-BE49-F238E27FC236}">
                <a16:creationId xmlns:a16="http://schemas.microsoft.com/office/drawing/2014/main" id="{9F5E3205-262E-4054-A5FB-87EA4B25FD81}"/>
              </a:ext>
            </a:extLst>
          </p:cNvPr>
          <p:cNvSpPr>
            <a:spLocks xmlns:a="http://schemas.openxmlformats.org/drawingml/2006/main" noGrp="1"/>
          </p:cNvSpPr>
          <p:nvPr/>
        </p:nvSpPr>
        <p:spPr>
          <a:xfrm xmlns:a="http://schemas.openxmlformats.org/drawingml/2006/main" rot="0">
            <a:off x="2676976" y="5860876"/>
            <a:ext cx="5136996" cy="747014"/>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marL="907191" lvl="1" indent="-453595" algn="l">
              <a:lnSpc>
                <a:spcPts val="5882"/>
              </a:lnSpc>
              <a:buFont typeface="Arial"/>
              <a:buChar char="•"/>
            </a:pPr>
            <a:r>
              <a:rPr sz="4201">
                <a:solidFill>
                  <a:srgbClr val="FFFFFF"/>
                </a:solidFill>
                <a:latin typeface="Poppins"/>
                <a:ea typeface="Poppins"/>
                <a:cs typeface="Poppins"/>
              </a:rPr>
              <a:t/>
            </a:r>
          </a:p>
        </p:txBody>
      </p:sp>
      <p:sp>
        <p:nvSpPr>
          <p:cNvPr id="11" name="TextBox 11">
            <a:extLst xmlns:a="http://schemas.openxmlformats.org/drawingml/2006/main">
              <a:ext uri="{FF2B5EF4-FFF2-40B4-BE49-F238E27FC236}">
                <a16:creationId xmlns:a16="http://schemas.microsoft.com/office/drawing/2014/main" id="{9548C06F-2A1F-4CBE-9F78-4D1BBA426A92}"/>
              </a:ext>
            </a:extLst>
          </p:cNvPr>
          <p:cNvSpPr>
            <a:spLocks xmlns:a="http://schemas.openxmlformats.org/drawingml/2006/main" noGrp="1"/>
          </p:cNvSpPr>
          <p:nvPr/>
        </p:nvSpPr>
        <p:spPr>
          <a:xfrm xmlns:a="http://schemas.openxmlformats.org/drawingml/2006/main" rot="0">
            <a:off x="2676976" y="6916286"/>
            <a:ext cx="5136996" cy="747014"/>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marL="907191" lvl="1" indent="-453595" algn="l">
              <a:lnSpc>
                <a:spcPts val="5882"/>
              </a:lnSpc>
              <a:buFont typeface="Arial"/>
              <a:buChar char="•"/>
            </a:pPr>
            <a:r>
              <a:rPr sz="4201">
                <a:solidFill>
                  <a:srgbClr val="FFFFFF"/>
                </a:solidFill>
                <a:latin typeface="Poppins"/>
                <a:ea typeface="Poppins"/>
                <a:cs typeface="Poppins"/>
              </a:rPr>
              <a:t/>
            </a:r>
          </a:p>
        </p:txBody>
      </p:sp>
      <p:sp>
        <p:nvSpPr>
          <p:cNvPr id="12" name="TextBox 12">
            <a:extLst xmlns:a="http://schemas.openxmlformats.org/drawingml/2006/main">
              <a:ext uri="{FF2B5EF4-FFF2-40B4-BE49-F238E27FC236}">
                <a16:creationId xmlns:a16="http://schemas.microsoft.com/office/drawing/2014/main" id="{6F0653F4-92B7-4E25-9B57-A7BE45A0E29E}"/>
              </a:ext>
            </a:extLst>
          </p:cNvPr>
          <p:cNvSpPr>
            <a:spLocks xmlns:a="http://schemas.openxmlformats.org/drawingml/2006/main" noGrp="1"/>
          </p:cNvSpPr>
          <p:nvPr/>
        </p:nvSpPr>
        <p:spPr>
          <a:xfrm xmlns:a="http://schemas.openxmlformats.org/drawingml/2006/main" rot="0">
            <a:off x="2676976" y="7967841"/>
            <a:ext cx="4671381" cy="747014"/>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marL="907191" lvl="1" indent="-453595" algn="l">
              <a:lnSpc>
                <a:spcPts val="5882"/>
              </a:lnSpc>
              <a:buFont typeface="Arial"/>
              <a:buChar char="•"/>
            </a:pPr>
            <a:r>
              <a:rPr sz="4201">
                <a:solidFill>
                  <a:srgbClr val="FFFFFF"/>
                </a:solidFill>
                <a:latin typeface="Poppins"/>
                <a:ea typeface="Poppins"/>
                <a:cs typeface="Poppins"/>
              </a:rPr>
              <a:t/>
            </a:r>
          </a:p>
        </p:txBody>
      </p:sp>
      <p:sp>
        <p:nvSpPr>
          <p:cNvPr id="13" name="TextBox 13">
            <a:extLst xmlns:a="http://schemas.openxmlformats.org/drawingml/2006/main">
              <a:ext uri="{FF2B5EF4-FFF2-40B4-BE49-F238E27FC236}">
                <a16:creationId xmlns:a16="http://schemas.microsoft.com/office/drawing/2014/main" id="{A37750F3-073C-4D20-AC7F-0942A68920EB}"/>
              </a:ext>
            </a:extLst>
          </p:cNvPr>
          <p:cNvSpPr>
            <a:spLocks xmlns:a="http://schemas.openxmlformats.org/drawingml/2006/main" noGrp="1"/>
          </p:cNvSpPr>
          <p:nvPr/>
        </p:nvSpPr>
        <p:spPr>
          <a:xfrm xmlns:a="http://schemas.openxmlformats.org/drawingml/2006/main" rot="0">
            <a:off x="2676976" y="4906315"/>
            <a:ext cx="8302118" cy="747014"/>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marL="907191" lvl="1" indent="-453595" algn="l">
              <a:lnSpc>
                <a:spcPts val="5882"/>
              </a:lnSpc>
              <a:buFont typeface="Arial"/>
              <a:buChar char="•"/>
            </a:pPr>
            <a:r>
              <a:rPr sz="4201">
                <a:solidFill>
                  <a:srgbClr val="FFFFFF"/>
                </a:solidFill>
                <a:latin typeface="Poppins"/>
                <a:ea typeface="Poppins"/>
                <a:cs typeface="Poppins"/>
              </a:rPr>
              <a:t/>
            </a:r>
          </a:p>
        </p:txBody>
      </p:sp>
      <p:sp>
        <p:nvSpPr>
          <p:cNvPr id="14" name="">
            <a:extLst xmlns:a="http://schemas.openxmlformats.org/drawingml/2006/main">
              <a:ext uri="{FF2B5EF4-FFF2-40B4-BE49-F238E27FC236}">
                <a16:creationId xmlns:a16="http://schemas.microsoft.com/office/drawing/2014/main" id="{97FA8544-62D8-4EA1-8EC6-D1FCEE962406}"/>
              </a:ext>
            </a:extLst>
          </p:cNvPr>
          <p:cNvSpPr>
            <a:spLocks xmlns:a="http://schemas.openxmlformats.org/drawingml/2006/main" noGrp="1"/>
          </p:cNvSpPr>
          <p:nvPr/>
        </p:nvSpPr>
        <p:spPr>
          <a:xfrm xmlns:a="http://schemas.openxmlformats.org/drawingml/2006/main">
            <a:off x="685800" y="2333625"/>
            <a:ext cx="15859125" cy="62865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15" name="">
            <a:extLst xmlns:a="http://schemas.openxmlformats.org/drawingml/2006/main">
              <a:ext uri="{FF2B5EF4-FFF2-40B4-BE49-F238E27FC236}">
                <a16:creationId xmlns:a16="http://schemas.microsoft.com/office/drawing/2014/main" id="{62B67E14-6332-47A7-B3FA-9B87E342B72D}"/>
              </a:ext>
            </a:extLst>
          </p:cNvPr>
          <p:cNvSpPr>
            <a:spLocks xmlns:a="http://schemas.openxmlformats.org/drawingml/2006/main" noGrp="1"/>
          </p:cNvSpPr>
          <p:nvPr/>
        </p:nvSpPr>
        <p:spPr>
          <a:xfrm xmlns:a="http://schemas.openxmlformats.org/drawingml/2006/main">
            <a:off x="1047750" y="647700"/>
            <a:ext cx="762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1">
                <a:solidFill>
                  <a:srgbClr val="2686C5"/>
                </a:solidFill>
              </a:defRPr>
            </a:defPPr>
            <a:lvl1pPr>
              <a:defRPr sz="1200" b="1">
                <a:solidFill>
                  <a:srgbClr val="2686C5"/>
                </a:solidFill>
              </a:defRPr>
            </a:lvl1pPr>
            <a:lvl2pPr>
              <a:defRPr sz="1200" b="1">
                <a:solidFill>
                  <a:srgbClr val="2686C5"/>
                </a:solidFill>
              </a:defRPr>
            </a:lvl2pPr>
            <a:lvl3pPr>
              <a:defRPr sz="1200" b="1">
                <a:solidFill>
                  <a:srgbClr val="2686C5"/>
                </a:solidFill>
              </a:defRPr>
            </a:lvl3pPr>
            <a:lvl4pPr>
              <a:defRPr sz="1200" b="1">
                <a:solidFill>
                  <a:srgbClr val="2686C5"/>
                </a:solidFill>
              </a:defRPr>
            </a:lvl4pPr>
            <a:lvl5pPr>
              <a:defRPr sz="1200" b="1">
                <a:solidFill>
                  <a:srgbClr val="2686C5"/>
                </a:solidFill>
              </a:defRPr>
            </a:lvl5pPr>
            <a:lvl6pPr>
              <a:defRPr sz="1200" b="1">
                <a:solidFill>
                  <a:srgbClr val="2686C5"/>
                </a:solidFill>
              </a:defRPr>
            </a:lvl6pPr>
            <a:lvl7pPr>
              <a:defRPr sz="1200" b="1">
                <a:solidFill>
                  <a:srgbClr val="2686C5"/>
                </a:solidFill>
              </a:defRPr>
            </a:lvl7pPr>
            <a:lvl8pPr>
              <a:defRPr sz="1200" b="1">
                <a:solidFill>
                  <a:srgbClr val="2686C5"/>
                </a:solidFill>
              </a:defRPr>
            </a:lvl8pPr>
            <a:lvl9pPr>
              <a:defRPr sz="1200" b="1">
                <a:solidFill>
                  <a:srgbClr val="2686C5"/>
                </a:solidFill>
              </a:defRPr>
            </a:lvl9pPr>
          </a:lstStyle>
          <a:p xmlns:a="http://schemas.openxmlformats.org/drawingml/2006/main">
            <a:pPr>
              <a:defRPr sz="1200" b="1">
                <a:solidFill>
                  <a:srgbClr val="2686C5"/>
                </a:solidFill>
              </a:defRPr>
            </a:pPr>
            <a:r>
              <a:rPr sz="1200" b="1">
                <a:solidFill>
                  <a:srgbClr val="2686C5"/>
                </a:solidFill>
              </a:rPr>
              <a:t>09</a:t>
            </a:r>
          </a:p>
        </p:txBody>
      </p:sp>
      <p:sp>
        <p:nvSpPr>
          <p:cNvPr id="16" name="">
            <a:extLst xmlns:a="http://schemas.openxmlformats.org/drawingml/2006/main">
              <a:ext uri="{FF2B5EF4-FFF2-40B4-BE49-F238E27FC236}">
                <a16:creationId xmlns:a16="http://schemas.microsoft.com/office/drawing/2014/main" id="{AFF7E203-32DB-4504-99D0-71922F63ED06}"/>
              </a:ext>
            </a:extLst>
          </p:cNvPr>
          <p:cNvSpPr>
            <a:spLocks xmlns:a="http://schemas.openxmlformats.org/drawingml/2006/main" noGrp="1"/>
          </p:cNvSpPr>
          <p:nvPr/>
        </p:nvSpPr>
        <p:spPr>
          <a:xfrm xmlns:a="http://schemas.openxmlformats.org/drawingml/2006/main">
            <a:off x="1047750" y="990600"/>
            <a:ext cx="15240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750" b="1">
                <a:solidFill>
                  <a:srgbClr val="1E5AA8"/>
                </a:solidFill>
              </a:defRPr>
            </a:defPPr>
            <a:lvl1pPr>
              <a:defRPr sz="3750" b="1">
                <a:solidFill>
                  <a:srgbClr val="1E5AA8"/>
                </a:solidFill>
              </a:defRPr>
            </a:lvl1pPr>
            <a:lvl2pPr>
              <a:defRPr sz="3750" b="1">
                <a:solidFill>
                  <a:srgbClr val="1E5AA8"/>
                </a:solidFill>
              </a:defRPr>
            </a:lvl2pPr>
            <a:lvl3pPr>
              <a:defRPr sz="3750" b="1">
                <a:solidFill>
                  <a:srgbClr val="1E5AA8"/>
                </a:solidFill>
              </a:defRPr>
            </a:lvl3pPr>
            <a:lvl4pPr>
              <a:defRPr sz="3750" b="1">
                <a:solidFill>
                  <a:srgbClr val="1E5AA8"/>
                </a:solidFill>
              </a:defRPr>
            </a:lvl4pPr>
            <a:lvl5pPr>
              <a:defRPr sz="3750" b="1">
                <a:solidFill>
                  <a:srgbClr val="1E5AA8"/>
                </a:solidFill>
              </a:defRPr>
            </a:lvl5pPr>
            <a:lvl6pPr>
              <a:defRPr sz="3750" b="1">
                <a:solidFill>
                  <a:srgbClr val="1E5AA8"/>
                </a:solidFill>
              </a:defRPr>
            </a:lvl6pPr>
            <a:lvl7pPr>
              <a:defRPr sz="3750" b="1">
                <a:solidFill>
                  <a:srgbClr val="1E5AA8"/>
                </a:solidFill>
              </a:defRPr>
            </a:lvl7pPr>
            <a:lvl8pPr>
              <a:defRPr sz="3750" b="1">
                <a:solidFill>
                  <a:srgbClr val="1E5AA8"/>
                </a:solidFill>
              </a:defRPr>
            </a:lvl8pPr>
            <a:lvl9pPr>
              <a:defRPr sz="3750" b="1">
                <a:solidFill>
                  <a:srgbClr val="1E5AA8"/>
                </a:solidFill>
              </a:defRPr>
            </a:lvl9pPr>
          </a:lstStyle>
          <a:p xmlns:a="http://schemas.openxmlformats.org/drawingml/2006/main">
            <a:pPr>
              <a:defRPr sz="3750" b="1">
                <a:solidFill>
                  <a:srgbClr val="1E5AA8"/>
                </a:solidFill>
              </a:defRPr>
            </a:pPr>
            <a:r>
              <a:rPr sz="3750" b="1">
                <a:solidFill>
                  <a:srgbClr val="1E5AA8"/>
                </a:solidFill>
              </a:rPr>
              <a:t>Design system</a:t>
            </a:r>
          </a:p>
        </p:txBody>
      </p:sp>
      <p:sp>
        <p:nvSpPr>
          <p:cNvPr id="17" name="">
            <a:extLst xmlns:a="http://schemas.openxmlformats.org/drawingml/2006/main">
              <a:ext uri="{FF2B5EF4-FFF2-40B4-BE49-F238E27FC236}">
                <a16:creationId xmlns:a16="http://schemas.microsoft.com/office/drawing/2014/main" id="{885CEA66-4893-4B09-B164-6D96300012FD}"/>
              </a:ext>
            </a:extLst>
          </p:cNvPr>
          <p:cNvSpPr>
            <a:spLocks xmlns:a="http://schemas.openxmlformats.org/drawingml/2006/main" noGrp="1"/>
          </p:cNvSpPr>
          <p:nvPr/>
        </p:nvSpPr>
        <p:spPr>
          <a:xfrm xmlns:a="http://schemas.openxmlformats.org/drawingml/2006/main">
            <a:off x="1066800" y="1866900"/>
            <a:ext cx="14287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a:solidFill>
                  <a:srgbClr val="536878"/>
                </a:solidFill>
              </a:defRPr>
            </a:defPPr>
            <a:lvl1pPr>
              <a:defRPr sz="1575">
                <a:solidFill>
                  <a:srgbClr val="536878"/>
                </a:solidFill>
              </a:defRPr>
            </a:lvl1pPr>
            <a:lvl2pPr>
              <a:defRPr sz="1575">
                <a:solidFill>
                  <a:srgbClr val="536878"/>
                </a:solidFill>
              </a:defRPr>
            </a:lvl2pPr>
            <a:lvl3pPr>
              <a:defRPr sz="1575">
                <a:solidFill>
                  <a:srgbClr val="536878"/>
                </a:solidFill>
              </a:defRPr>
            </a:lvl3pPr>
            <a:lvl4pPr>
              <a:defRPr sz="1575">
                <a:solidFill>
                  <a:srgbClr val="536878"/>
                </a:solidFill>
              </a:defRPr>
            </a:lvl4pPr>
            <a:lvl5pPr>
              <a:defRPr sz="1575">
                <a:solidFill>
                  <a:srgbClr val="536878"/>
                </a:solidFill>
              </a:defRPr>
            </a:lvl5pPr>
            <a:lvl6pPr>
              <a:defRPr sz="1575">
                <a:solidFill>
                  <a:srgbClr val="536878"/>
                </a:solidFill>
              </a:defRPr>
            </a:lvl6pPr>
            <a:lvl7pPr>
              <a:defRPr sz="1575">
                <a:solidFill>
                  <a:srgbClr val="536878"/>
                </a:solidFill>
              </a:defRPr>
            </a:lvl7pPr>
            <a:lvl8pPr>
              <a:defRPr sz="1575">
                <a:solidFill>
                  <a:srgbClr val="536878"/>
                </a:solidFill>
              </a:defRPr>
            </a:lvl8pPr>
            <a:lvl9pPr>
              <a:defRPr sz="1575">
                <a:solidFill>
                  <a:srgbClr val="536878"/>
                </a:solidFill>
              </a:defRPr>
            </a:lvl9pPr>
          </a:lstStyle>
          <a:p xmlns:a="http://schemas.openxmlformats.org/drawingml/2006/main">
            <a:pPr>
              <a:defRPr sz="1575">
                <a:solidFill>
                  <a:srgbClr val="536878"/>
                </a:solidFill>
              </a:defRPr>
            </a:pPr>
            <a:r>
              <a:rPr sz="1575">
                <a:solidFill>
                  <a:srgbClr val="536878"/>
                </a:solidFill>
              </a:rPr>
              <a:t>Token và component được định nghĩa để đồng bộ các màn hình Android.</a:t>
            </a:r>
          </a:p>
        </p:txBody>
      </p:sp>
      <p:sp>
        <p:nvSpPr>
          <p:cNvPr id="18" name="">
            <a:extLst xmlns:a="http://schemas.openxmlformats.org/drawingml/2006/main">
              <a:ext uri="{FF2B5EF4-FFF2-40B4-BE49-F238E27FC236}">
                <a16:creationId xmlns:a16="http://schemas.microsoft.com/office/drawing/2014/main" id="{34FFA682-D0DB-4039-9C21-A0341B3AAEE6}"/>
              </a:ext>
            </a:extLst>
          </p:cNvPr>
          <p:cNvSpPr>
            <a:spLocks xmlns:a="http://schemas.openxmlformats.org/drawingml/2006/main" noGrp="1"/>
          </p:cNvSpPr>
          <p:nvPr/>
        </p:nvSpPr>
        <p:spPr>
          <a:xfrm xmlns:a="http://schemas.openxmlformats.org/drawingml/2006/main">
            <a:off x="1238250" y="2857500"/>
            <a:ext cx="2333625" cy="1000125"/>
          </a:xfrm>
          <a:prstGeom xmlns:a="http://schemas.openxmlformats.org/drawingml/2006/main" prst="roundRect">
            <a:avLst>
              <a:gd name="adj" fmla="val 7619"/>
            </a:avLst>
          </a:prstGeom>
          <a:solidFill xmlns:a="http://schemas.openxmlformats.org/drawingml/2006/main">
            <a:srgbClr val="1E5AA8"/>
          </a:solidFill>
          <a:ln xmlns:a="http://schemas.openxmlformats.org/drawingml/2006/main" w="0">
            <a:solidFill>
              <a:srgbClr val="1E5AA8"/>
            </a:solidFill>
            <a:prstDash val="solid"/>
          </a:ln>
        </p:spPr>
      </p:sp>
      <p:sp>
        <p:nvSpPr>
          <p:cNvPr id="19" name="">
            <a:extLst xmlns:a="http://schemas.openxmlformats.org/drawingml/2006/main">
              <a:ext uri="{FF2B5EF4-FFF2-40B4-BE49-F238E27FC236}">
                <a16:creationId xmlns:a16="http://schemas.microsoft.com/office/drawing/2014/main" id="{CC0B2B3B-A9D6-4C8C-B7CE-15F14FF9D508}"/>
              </a:ext>
            </a:extLst>
          </p:cNvPr>
          <p:cNvSpPr>
            <a:spLocks xmlns:a="http://schemas.openxmlformats.org/drawingml/2006/main" noGrp="1"/>
          </p:cNvSpPr>
          <p:nvPr/>
        </p:nvSpPr>
        <p:spPr>
          <a:xfrm xmlns:a="http://schemas.openxmlformats.org/drawingml/2006/main">
            <a:off x="1409700" y="4048125"/>
            <a:ext cx="2190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1E5AA8"/>
                </a:solidFill>
              </a:defRPr>
            </a:defPPr>
            <a:lvl1pPr>
              <a:defRPr sz="1350" b="1">
                <a:solidFill>
                  <a:srgbClr val="1E5AA8"/>
                </a:solidFill>
              </a:defRPr>
            </a:lvl1pPr>
            <a:lvl2pPr>
              <a:defRPr sz="1350" b="1">
                <a:solidFill>
                  <a:srgbClr val="1E5AA8"/>
                </a:solidFill>
              </a:defRPr>
            </a:lvl2pPr>
            <a:lvl3pPr>
              <a:defRPr sz="1350" b="1">
                <a:solidFill>
                  <a:srgbClr val="1E5AA8"/>
                </a:solidFill>
              </a:defRPr>
            </a:lvl3pPr>
            <a:lvl4pPr>
              <a:defRPr sz="1350" b="1">
                <a:solidFill>
                  <a:srgbClr val="1E5AA8"/>
                </a:solidFill>
              </a:defRPr>
            </a:lvl4pPr>
            <a:lvl5pPr>
              <a:defRPr sz="1350" b="1">
                <a:solidFill>
                  <a:srgbClr val="1E5AA8"/>
                </a:solidFill>
              </a:defRPr>
            </a:lvl5pPr>
            <a:lvl6pPr>
              <a:defRPr sz="1350" b="1">
                <a:solidFill>
                  <a:srgbClr val="1E5AA8"/>
                </a:solidFill>
              </a:defRPr>
            </a:lvl6pPr>
            <a:lvl7pPr>
              <a:defRPr sz="1350" b="1">
                <a:solidFill>
                  <a:srgbClr val="1E5AA8"/>
                </a:solidFill>
              </a:defRPr>
            </a:lvl7pPr>
            <a:lvl8pPr>
              <a:defRPr sz="1350" b="1">
                <a:solidFill>
                  <a:srgbClr val="1E5AA8"/>
                </a:solidFill>
              </a:defRPr>
            </a:lvl8pPr>
            <a:lvl9pPr>
              <a:defRPr sz="1350" b="1">
                <a:solidFill>
                  <a:srgbClr val="1E5AA8"/>
                </a:solidFill>
              </a:defRPr>
            </a:lvl9pPr>
          </a:lstStyle>
          <a:p xmlns:a="http://schemas.openxmlformats.org/drawingml/2006/main">
            <a:pPr>
              <a:defRPr sz="1350" b="1">
                <a:solidFill>
                  <a:srgbClr val="1E5AA8"/>
                </a:solidFill>
              </a:defRPr>
            </a:pPr>
            <a:r>
              <a:rPr sz="1350" b="1">
                <a:solidFill>
                  <a:srgbClr val="1E5AA8"/>
                </a:solidFill>
              </a:rPr>
              <a:t>Primary</a:t>
            </a:r>
          </a:p>
          <a:p xmlns:a="http://schemas.openxmlformats.org/drawingml/2006/main">
            <a:pPr>
              <a:defRPr sz="1350" b="1">
                <a:solidFill>
                  <a:srgbClr val="1E5AA8"/>
                </a:solidFill>
              </a:defRPr>
            </a:pPr>
            <a:r>
              <a:rPr sz="1350" b="1">
                <a:solidFill>
                  <a:srgbClr val="1E5AA8"/>
                </a:solidFill>
              </a:rPr>
              <a:t>#1E5AA8</a:t>
            </a:r>
          </a:p>
        </p:txBody>
      </p:sp>
      <p:sp>
        <p:nvSpPr>
          <p:cNvPr id="20" name="">
            <a:extLst xmlns:a="http://schemas.openxmlformats.org/drawingml/2006/main">
              <a:ext uri="{FF2B5EF4-FFF2-40B4-BE49-F238E27FC236}">
                <a16:creationId xmlns:a16="http://schemas.microsoft.com/office/drawing/2014/main" id="{F7A07DC1-A43E-4534-8E38-A3D957B22D9F}"/>
              </a:ext>
            </a:extLst>
          </p:cNvPr>
          <p:cNvSpPr>
            <a:spLocks xmlns:a="http://schemas.openxmlformats.org/drawingml/2006/main" noGrp="1"/>
          </p:cNvSpPr>
          <p:nvPr/>
        </p:nvSpPr>
        <p:spPr>
          <a:xfrm xmlns:a="http://schemas.openxmlformats.org/drawingml/2006/main">
            <a:off x="3952875" y="2857500"/>
            <a:ext cx="2333625" cy="1000125"/>
          </a:xfrm>
          <a:prstGeom xmlns:a="http://schemas.openxmlformats.org/drawingml/2006/main" prst="roundRect">
            <a:avLst>
              <a:gd name="adj" fmla="val 7619"/>
            </a:avLst>
          </a:prstGeom>
          <a:solidFill xmlns:a="http://schemas.openxmlformats.org/drawingml/2006/main">
            <a:srgbClr val="F5F8FD"/>
          </a:solidFill>
          <a:ln xmlns:a="http://schemas.openxmlformats.org/drawingml/2006/main" w="0">
            <a:solidFill>
              <a:srgbClr val="F5F8FD"/>
            </a:solidFill>
            <a:prstDash val="solid"/>
          </a:ln>
        </p:spPr>
      </p:sp>
      <p:sp>
        <p:nvSpPr>
          <p:cNvPr id="21" name="">
            <a:extLst xmlns:a="http://schemas.openxmlformats.org/drawingml/2006/main">
              <a:ext uri="{FF2B5EF4-FFF2-40B4-BE49-F238E27FC236}">
                <a16:creationId xmlns:a16="http://schemas.microsoft.com/office/drawing/2014/main" id="{83A34200-4CD3-4FAB-9964-E7E8961304D7}"/>
              </a:ext>
            </a:extLst>
          </p:cNvPr>
          <p:cNvSpPr>
            <a:spLocks xmlns:a="http://schemas.openxmlformats.org/drawingml/2006/main" noGrp="1"/>
          </p:cNvSpPr>
          <p:nvPr/>
        </p:nvSpPr>
        <p:spPr>
          <a:xfrm xmlns:a="http://schemas.openxmlformats.org/drawingml/2006/main">
            <a:off x="4124325" y="4048125"/>
            <a:ext cx="2190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1E5AA8"/>
                </a:solidFill>
              </a:defRPr>
            </a:defPPr>
            <a:lvl1pPr>
              <a:defRPr sz="1350" b="1">
                <a:solidFill>
                  <a:srgbClr val="1E5AA8"/>
                </a:solidFill>
              </a:defRPr>
            </a:lvl1pPr>
            <a:lvl2pPr>
              <a:defRPr sz="1350" b="1">
                <a:solidFill>
                  <a:srgbClr val="1E5AA8"/>
                </a:solidFill>
              </a:defRPr>
            </a:lvl2pPr>
            <a:lvl3pPr>
              <a:defRPr sz="1350" b="1">
                <a:solidFill>
                  <a:srgbClr val="1E5AA8"/>
                </a:solidFill>
              </a:defRPr>
            </a:lvl3pPr>
            <a:lvl4pPr>
              <a:defRPr sz="1350" b="1">
                <a:solidFill>
                  <a:srgbClr val="1E5AA8"/>
                </a:solidFill>
              </a:defRPr>
            </a:lvl4pPr>
            <a:lvl5pPr>
              <a:defRPr sz="1350" b="1">
                <a:solidFill>
                  <a:srgbClr val="1E5AA8"/>
                </a:solidFill>
              </a:defRPr>
            </a:lvl5pPr>
            <a:lvl6pPr>
              <a:defRPr sz="1350" b="1">
                <a:solidFill>
                  <a:srgbClr val="1E5AA8"/>
                </a:solidFill>
              </a:defRPr>
            </a:lvl6pPr>
            <a:lvl7pPr>
              <a:defRPr sz="1350" b="1">
                <a:solidFill>
                  <a:srgbClr val="1E5AA8"/>
                </a:solidFill>
              </a:defRPr>
            </a:lvl7pPr>
            <a:lvl8pPr>
              <a:defRPr sz="1350" b="1">
                <a:solidFill>
                  <a:srgbClr val="1E5AA8"/>
                </a:solidFill>
              </a:defRPr>
            </a:lvl8pPr>
            <a:lvl9pPr>
              <a:defRPr sz="1350" b="1">
                <a:solidFill>
                  <a:srgbClr val="1E5AA8"/>
                </a:solidFill>
              </a:defRPr>
            </a:lvl9pPr>
          </a:lstStyle>
          <a:p xmlns:a="http://schemas.openxmlformats.org/drawingml/2006/main">
            <a:pPr>
              <a:defRPr sz="1350" b="1">
                <a:solidFill>
                  <a:srgbClr val="1E5AA8"/>
                </a:solidFill>
              </a:defRPr>
            </a:pPr>
            <a:r>
              <a:rPr sz="1350" b="1">
                <a:solidFill>
                  <a:srgbClr val="1E5AA8"/>
                </a:solidFill>
              </a:rPr>
              <a:t>Surface</a:t>
            </a:r>
          </a:p>
          <a:p xmlns:a="http://schemas.openxmlformats.org/drawingml/2006/main">
            <a:pPr>
              <a:defRPr sz="1350" b="1">
                <a:solidFill>
                  <a:srgbClr val="1E5AA8"/>
                </a:solidFill>
              </a:defRPr>
            </a:pPr>
            <a:r>
              <a:rPr sz="1350" b="1">
                <a:solidFill>
                  <a:srgbClr val="1E5AA8"/>
                </a:solidFill>
              </a:rPr>
              <a:t>#F5F8FD</a:t>
            </a:r>
          </a:p>
        </p:txBody>
      </p:sp>
      <p:sp>
        <p:nvSpPr>
          <p:cNvPr id="22" name="">
            <a:extLst xmlns:a="http://schemas.openxmlformats.org/drawingml/2006/main">
              <a:ext uri="{FF2B5EF4-FFF2-40B4-BE49-F238E27FC236}">
                <a16:creationId xmlns:a16="http://schemas.microsoft.com/office/drawing/2014/main" id="{3693DD2C-1300-4341-9BAC-16172527853F}"/>
              </a:ext>
            </a:extLst>
          </p:cNvPr>
          <p:cNvSpPr>
            <a:spLocks xmlns:a="http://schemas.openxmlformats.org/drawingml/2006/main" noGrp="1"/>
          </p:cNvSpPr>
          <p:nvPr/>
        </p:nvSpPr>
        <p:spPr>
          <a:xfrm xmlns:a="http://schemas.openxmlformats.org/drawingml/2006/main">
            <a:off x="6667500" y="2857500"/>
            <a:ext cx="2333625" cy="1000125"/>
          </a:xfrm>
          <a:prstGeom xmlns:a="http://schemas.openxmlformats.org/drawingml/2006/main" prst="roundRect">
            <a:avLst>
              <a:gd name="adj" fmla="val 7619"/>
            </a:avLst>
          </a:prstGeom>
          <a:solidFill xmlns:a="http://schemas.openxmlformats.org/drawingml/2006/main">
            <a:srgbClr val="152C46"/>
          </a:solidFill>
          <a:ln xmlns:a="http://schemas.openxmlformats.org/drawingml/2006/main" w="0">
            <a:solidFill>
              <a:srgbClr val="152C46"/>
            </a:solidFill>
            <a:prstDash val="solid"/>
          </a:ln>
        </p:spPr>
      </p:sp>
      <p:sp>
        <p:nvSpPr>
          <p:cNvPr id="23" name="">
            <a:extLst xmlns:a="http://schemas.openxmlformats.org/drawingml/2006/main">
              <a:ext uri="{FF2B5EF4-FFF2-40B4-BE49-F238E27FC236}">
                <a16:creationId xmlns:a16="http://schemas.microsoft.com/office/drawing/2014/main" id="{A974A1EB-AF77-4F71-BD16-A1467D043D2B}"/>
              </a:ext>
            </a:extLst>
          </p:cNvPr>
          <p:cNvSpPr>
            <a:spLocks xmlns:a="http://schemas.openxmlformats.org/drawingml/2006/main" noGrp="1"/>
          </p:cNvSpPr>
          <p:nvPr/>
        </p:nvSpPr>
        <p:spPr>
          <a:xfrm xmlns:a="http://schemas.openxmlformats.org/drawingml/2006/main">
            <a:off x="6838950" y="4048125"/>
            <a:ext cx="2190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1E5AA8"/>
                </a:solidFill>
              </a:defRPr>
            </a:defPPr>
            <a:lvl1pPr>
              <a:defRPr sz="1350" b="1">
                <a:solidFill>
                  <a:srgbClr val="1E5AA8"/>
                </a:solidFill>
              </a:defRPr>
            </a:lvl1pPr>
            <a:lvl2pPr>
              <a:defRPr sz="1350" b="1">
                <a:solidFill>
                  <a:srgbClr val="1E5AA8"/>
                </a:solidFill>
              </a:defRPr>
            </a:lvl2pPr>
            <a:lvl3pPr>
              <a:defRPr sz="1350" b="1">
                <a:solidFill>
                  <a:srgbClr val="1E5AA8"/>
                </a:solidFill>
              </a:defRPr>
            </a:lvl3pPr>
            <a:lvl4pPr>
              <a:defRPr sz="1350" b="1">
                <a:solidFill>
                  <a:srgbClr val="1E5AA8"/>
                </a:solidFill>
              </a:defRPr>
            </a:lvl4pPr>
            <a:lvl5pPr>
              <a:defRPr sz="1350" b="1">
                <a:solidFill>
                  <a:srgbClr val="1E5AA8"/>
                </a:solidFill>
              </a:defRPr>
            </a:lvl5pPr>
            <a:lvl6pPr>
              <a:defRPr sz="1350" b="1">
                <a:solidFill>
                  <a:srgbClr val="1E5AA8"/>
                </a:solidFill>
              </a:defRPr>
            </a:lvl6pPr>
            <a:lvl7pPr>
              <a:defRPr sz="1350" b="1">
                <a:solidFill>
                  <a:srgbClr val="1E5AA8"/>
                </a:solidFill>
              </a:defRPr>
            </a:lvl7pPr>
            <a:lvl8pPr>
              <a:defRPr sz="1350" b="1">
                <a:solidFill>
                  <a:srgbClr val="1E5AA8"/>
                </a:solidFill>
              </a:defRPr>
            </a:lvl8pPr>
            <a:lvl9pPr>
              <a:defRPr sz="1350" b="1">
                <a:solidFill>
                  <a:srgbClr val="1E5AA8"/>
                </a:solidFill>
              </a:defRPr>
            </a:lvl9pPr>
          </a:lstStyle>
          <a:p xmlns:a="http://schemas.openxmlformats.org/drawingml/2006/main">
            <a:pPr>
              <a:defRPr sz="1350" b="1">
                <a:solidFill>
                  <a:srgbClr val="1E5AA8"/>
                </a:solidFill>
              </a:defRPr>
            </a:pPr>
            <a:r>
              <a:rPr sz="1350" b="1">
                <a:solidFill>
                  <a:srgbClr val="1E5AA8"/>
                </a:solidFill>
              </a:rPr>
              <a:t>Text</a:t>
            </a:r>
          </a:p>
          <a:p xmlns:a="http://schemas.openxmlformats.org/drawingml/2006/main">
            <a:pPr>
              <a:defRPr sz="1350" b="1">
                <a:solidFill>
                  <a:srgbClr val="1E5AA8"/>
                </a:solidFill>
              </a:defRPr>
            </a:pPr>
            <a:r>
              <a:rPr sz="1350" b="1">
                <a:solidFill>
                  <a:srgbClr val="1E5AA8"/>
                </a:solidFill>
              </a:rPr>
              <a:t>#152C46</a:t>
            </a:r>
          </a:p>
        </p:txBody>
      </p:sp>
      <p:sp>
        <p:nvSpPr>
          <p:cNvPr id="24" name="">
            <a:extLst xmlns:a="http://schemas.openxmlformats.org/drawingml/2006/main">
              <a:ext uri="{FF2B5EF4-FFF2-40B4-BE49-F238E27FC236}">
                <a16:creationId xmlns:a16="http://schemas.microsoft.com/office/drawing/2014/main" id="{3D57C58A-6C89-4EDB-835A-B4F4485C2455}"/>
              </a:ext>
            </a:extLst>
          </p:cNvPr>
          <p:cNvSpPr>
            <a:spLocks xmlns:a="http://schemas.openxmlformats.org/drawingml/2006/main" noGrp="1"/>
          </p:cNvSpPr>
          <p:nvPr/>
        </p:nvSpPr>
        <p:spPr>
          <a:xfrm xmlns:a="http://schemas.openxmlformats.org/drawingml/2006/main">
            <a:off x="9382125" y="2857500"/>
            <a:ext cx="2333625" cy="1000125"/>
          </a:xfrm>
          <a:prstGeom xmlns:a="http://schemas.openxmlformats.org/drawingml/2006/main" prst="roundRect">
            <a:avLst>
              <a:gd name="adj" fmla="val 7619"/>
            </a:avLst>
          </a:prstGeom>
          <a:solidFill xmlns:a="http://schemas.openxmlformats.org/drawingml/2006/main">
            <a:srgbClr val="EAF2FC"/>
          </a:solidFill>
          <a:ln xmlns:a="http://schemas.openxmlformats.org/drawingml/2006/main" w="0">
            <a:solidFill>
              <a:srgbClr val="EAF2FC"/>
            </a:solidFill>
            <a:prstDash val="solid"/>
          </a:ln>
        </p:spPr>
      </p:sp>
      <p:sp>
        <p:nvSpPr>
          <p:cNvPr id="25" name="">
            <a:extLst xmlns:a="http://schemas.openxmlformats.org/drawingml/2006/main">
              <a:ext uri="{FF2B5EF4-FFF2-40B4-BE49-F238E27FC236}">
                <a16:creationId xmlns:a16="http://schemas.microsoft.com/office/drawing/2014/main" id="{E653FB90-1D1A-4DAE-B708-94D2A2CE870C}"/>
              </a:ext>
            </a:extLst>
          </p:cNvPr>
          <p:cNvSpPr>
            <a:spLocks xmlns:a="http://schemas.openxmlformats.org/drawingml/2006/main" noGrp="1"/>
          </p:cNvSpPr>
          <p:nvPr/>
        </p:nvSpPr>
        <p:spPr>
          <a:xfrm xmlns:a="http://schemas.openxmlformats.org/drawingml/2006/main">
            <a:off x="9553575" y="4048125"/>
            <a:ext cx="2190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1E5AA8"/>
                </a:solidFill>
              </a:defRPr>
            </a:defPPr>
            <a:lvl1pPr>
              <a:defRPr sz="1350" b="1">
                <a:solidFill>
                  <a:srgbClr val="1E5AA8"/>
                </a:solidFill>
              </a:defRPr>
            </a:lvl1pPr>
            <a:lvl2pPr>
              <a:defRPr sz="1350" b="1">
                <a:solidFill>
                  <a:srgbClr val="1E5AA8"/>
                </a:solidFill>
              </a:defRPr>
            </a:lvl2pPr>
            <a:lvl3pPr>
              <a:defRPr sz="1350" b="1">
                <a:solidFill>
                  <a:srgbClr val="1E5AA8"/>
                </a:solidFill>
              </a:defRPr>
            </a:lvl3pPr>
            <a:lvl4pPr>
              <a:defRPr sz="1350" b="1">
                <a:solidFill>
                  <a:srgbClr val="1E5AA8"/>
                </a:solidFill>
              </a:defRPr>
            </a:lvl4pPr>
            <a:lvl5pPr>
              <a:defRPr sz="1350" b="1">
                <a:solidFill>
                  <a:srgbClr val="1E5AA8"/>
                </a:solidFill>
              </a:defRPr>
            </a:lvl5pPr>
            <a:lvl6pPr>
              <a:defRPr sz="1350" b="1">
                <a:solidFill>
                  <a:srgbClr val="1E5AA8"/>
                </a:solidFill>
              </a:defRPr>
            </a:lvl6pPr>
            <a:lvl7pPr>
              <a:defRPr sz="1350" b="1">
                <a:solidFill>
                  <a:srgbClr val="1E5AA8"/>
                </a:solidFill>
              </a:defRPr>
            </a:lvl7pPr>
            <a:lvl8pPr>
              <a:defRPr sz="1350" b="1">
                <a:solidFill>
                  <a:srgbClr val="1E5AA8"/>
                </a:solidFill>
              </a:defRPr>
            </a:lvl8pPr>
            <a:lvl9pPr>
              <a:defRPr sz="1350" b="1">
                <a:solidFill>
                  <a:srgbClr val="1E5AA8"/>
                </a:solidFill>
              </a:defRPr>
            </a:lvl9pPr>
          </a:lstStyle>
          <a:p xmlns:a="http://schemas.openxmlformats.org/drawingml/2006/main">
            <a:pPr>
              <a:defRPr sz="1350" b="1">
                <a:solidFill>
                  <a:srgbClr val="1E5AA8"/>
                </a:solidFill>
              </a:defRPr>
            </a:pPr>
            <a:r>
              <a:rPr sz="1350" b="1">
                <a:solidFill>
                  <a:srgbClr val="1E5AA8"/>
                </a:solidFill>
              </a:rPr>
              <a:t>Selected</a:t>
            </a:r>
          </a:p>
          <a:p xmlns:a="http://schemas.openxmlformats.org/drawingml/2006/main">
            <a:pPr>
              <a:defRPr sz="1350" b="1">
                <a:solidFill>
                  <a:srgbClr val="1E5AA8"/>
                </a:solidFill>
              </a:defRPr>
            </a:pPr>
            <a:r>
              <a:rPr sz="1350" b="1">
                <a:solidFill>
                  <a:srgbClr val="1E5AA8"/>
                </a:solidFill>
              </a:rPr>
              <a:t>#EAF2FC</a:t>
            </a:r>
          </a:p>
        </p:txBody>
      </p:sp>
      <p:sp>
        <p:nvSpPr>
          <p:cNvPr id="26" name="">
            <a:extLst xmlns:a="http://schemas.openxmlformats.org/drawingml/2006/main">
              <a:ext uri="{FF2B5EF4-FFF2-40B4-BE49-F238E27FC236}">
                <a16:creationId xmlns:a16="http://schemas.microsoft.com/office/drawing/2014/main" id="{907F4791-DD5E-46D3-90A9-0636B708117B}"/>
              </a:ext>
            </a:extLst>
          </p:cNvPr>
          <p:cNvSpPr>
            <a:spLocks xmlns:a="http://schemas.openxmlformats.org/drawingml/2006/main" noGrp="1"/>
          </p:cNvSpPr>
          <p:nvPr/>
        </p:nvSpPr>
        <p:spPr>
          <a:xfrm xmlns:a="http://schemas.openxmlformats.org/drawingml/2006/main">
            <a:off x="12096750" y="2857500"/>
            <a:ext cx="2333625" cy="1000125"/>
          </a:xfrm>
          <a:prstGeom xmlns:a="http://schemas.openxmlformats.org/drawingml/2006/main" prst="roundRect">
            <a:avLst>
              <a:gd name="adj" fmla="val 7619"/>
            </a:avLst>
          </a:prstGeom>
          <a:solidFill xmlns:a="http://schemas.openxmlformats.org/drawingml/2006/main">
            <a:srgbClr val="A7332A"/>
          </a:solidFill>
          <a:ln xmlns:a="http://schemas.openxmlformats.org/drawingml/2006/main" w="0">
            <a:solidFill>
              <a:srgbClr val="A7332A"/>
            </a:solidFill>
            <a:prstDash val="solid"/>
          </a:ln>
        </p:spPr>
      </p:sp>
      <p:sp>
        <p:nvSpPr>
          <p:cNvPr id="27" name="">
            <a:extLst xmlns:a="http://schemas.openxmlformats.org/drawingml/2006/main">
              <a:ext uri="{FF2B5EF4-FFF2-40B4-BE49-F238E27FC236}">
                <a16:creationId xmlns:a16="http://schemas.microsoft.com/office/drawing/2014/main" id="{838AFF01-B47E-4CDB-AD7D-CDFFD6114284}"/>
              </a:ext>
            </a:extLst>
          </p:cNvPr>
          <p:cNvSpPr>
            <a:spLocks xmlns:a="http://schemas.openxmlformats.org/drawingml/2006/main" noGrp="1"/>
          </p:cNvSpPr>
          <p:nvPr/>
        </p:nvSpPr>
        <p:spPr>
          <a:xfrm xmlns:a="http://schemas.openxmlformats.org/drawingml/2006/main">
            <a:off x="12268200" y="4048125"/>
            <a:ext cx="2190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1E5AA8"/>
                </a:solidFill>
              </a:defRPr>
            </a:defPPr>
            <a:lvl1pPr>
              <a:defRPr sz="1350" b="1">
                <a:solidFill>
                  <a:srgbClr val="1E5AA8"/>
                </a:solidFill>
              </a:defRPr>
            </a:lvl1pPr>
            <a:lvl2pPr>
              <a:defRPr sz="1350" b="1">
                <a:solidFill>
                  <a:srgbClr val="1E5AA8"/>
                </a:solidFill>
              </a:defRPr>
            </a:lvl2pPr>
            <a:lvl3pPr>
              <a:defRPr sz="1350" b="1">
                <a:solidFill>
                  <a:srgbClr val="1E5AA8"/>
                </a:solidFill>
              </a:defRPr>
            </a:lvl3pPr>
            <a:lvl4pPr>
              <a:defRPr sz="1350" b="1">
                <a:solidFill>
                  <a:srgbClr val="1E5AA8"/>
                </a:solidFill>
              </a:defRPr>
            </a:lvl4pPr>
            <a:lvl5pPr>
              <a:defRPr sz="1350" b="1">
                <a:solidFill>
                  <a:srgbClr val="1E5AA8"/>
                </a:solidFill>
              </a:defRPr>
            </a:lvl5pPr>
            <a:lvl6pPr>
              <a:defRPr sz="1350" b="1">
                <a:solidFill>
                  <a:srgbClr val="1E5AA8"/>
                </a:solidFill>
              </a:defRPr>
            </a:lvl6pPr>
            <a:lvl7pPr>
              <a:defRPr sz="1350" b="1">
                <a:solidFill>
                  <a:srgbClr val="1E5AA8"/>
                </a:solidFill>
              </a:defRPr>
            </a:lvl7pPr>
            <a:lvl8pPr>
              <a:defRPr sz="1350" b="1">
                <a:solidFill>
                  <a:srgbClr val="1E5AA8"/>
                </a:solidFill>
              </a:defRPr>
            </a:lvl8pPr>
            <a:lvl9pPr>
              <a:defRPr sz="1350" b="1">
                <a:solidFill>
                  <a:srgbClr val="1E5AA8"/>
                </a:solidFill>
              </a:defRPr>
            </a:lvl9pPr>
          </a:lstStyle>
          <a:p xmlns:a="http://schemas.openxmlformats.org/drawingml/2006/main">
            <a:pPr>
              <a:defRPr sz="1350" b="1">
                <a:solidFill>
                  <a:srgbClr val="1E5AA8"/>
                </a:solidFill>
              </a:defRPr>
            </a:pPr>
            <a:r>
              <a:rPr sz="1350" b="1">
                <a:solidFill>
                  <a:srgbClr val="1E5AA8"/>
                </a:solidFill>
              </a:rPr>
              <a:t>Error</a:t>
            </a:r>
          </a:p>
          <a:p xmlns:a="http://schemas.openxmlformats.org/drawingml/2006/main">
            <a:pPr>
              <a:defRPr sz="1350" b="1">
                <a:solidFill>
                  <a:srgbClr val="1E5AA8"/>
                </a:solidFill>
              </a:defRPr>
            </a:pPr>
            <a:r>
              <a:rPr sz="1350" b="1">
                <a:solidFill>
                  <a:srgbClr val="1E5AA8"/>
                </a:solidFill>
              </a:rPr>
              <a:t>#A7332A</a:t>
            </a:r>
          </a:p>
        </p:txBody>
      </p:sp>
      <p:sp>
        <p:nvSpPr>
          <p:cNvPr id="28" name="">
            <a:extLst xmlns:a="http://schemas.openxmlformats.org/drawingml/2006/main">
              <a:ext uri="{FF2B5EF4-FFF2-40B4-BE49-F238E27FC236}">
                <a16:creationId xmlns:a16="http://schemas.microsoft.com/office/drawing/2014/main" id="{89405F79-BDFB-45BD-80FF-05059A61D6B1}"/>
              </a:ext>
            </a:extLst>
          </p:cNvPr>
          <p:cNvSpPr>
            <a:spLocks xmlns:a="http://schemas.openxmlformats.org/drawingml/2006/main" noGrp="1"/>
          </p:cNvSpPr>
          <p:nvPr/>
        </p:nvSpPr>
        <p:spPr>
          <a:xfrm xmlns:a="http://schemas.openxmlformats.org/drawingml/2006/main">
            <a:off x="1428750" y="5429250"/>
            <a:ext cx="6381750" cy="1809750"/>
          </a:xfrm>
          <a:prstGeom xmlns:a="http://schemas.openxmlformats.org/drawingml/2006/main" prst="roundRect">
            <a:avLst>
              <a:gd name="adj" fmla="val 6316"/>
            </a:avLst>
          </a:prstGeom>
          <a:solidFill xmlns:a="http://schemas.openxmlformats.org/drawingml/2006/main">
            <a:srgbClr val="FFFFFF"/>
          </a:solidFill>
          <a:ln xmlns:a="http://schemas.openxmlformats.org/drawingml/2006/main" w="9525">
            <a:solidFill>
              <a:srgbClr val="D6E3ED"/>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9" name="">
            <a:extLst xmlns:a="http://schemas.openxmlformats.org/drawingml/2006/main">
              <a:ext uri="{FF2B5EF4-FFF2-40B4-BE49-F238E27FC236}">
                <a16:creationId xmlns:a16="http://schemas.microsoft.com/office/drawing/2014/main" id="{F32F6D00-D44E-4392-9034-A31446600CA2}"/>
              </a:ext>
            </a:extLst>
          </p:cNvPr>
          <p:cNvSpPr>
            <a:spLocks xmlns:a="http://schemas.openxmlformats.org/drawingml/2006/main" noGrp="1"/>
          </p:cNvSpPr>
          <p:nvPr/>
        </p:nvSpPr>
        <p:spPr>
          <a:xfrm xmlns:a="http://schemas.openxmlformats.org/drawingml/2006/main">
            <a:off x="1428750" y="5429250"/>
            <a:ext cx="95250" cy="1809750"/>
          </a:xfrm>
          <a:prstGeom xmlns:a="http://schemas.openxmlformats.org/drawingml/2006/main" prst="rect">
            <a:avLst/>
          </a:prstGeom>
          <a:solidFill xmlns:a="http://schemas.openxmlformats.org/drawingml/2006/main">
            <a:srgbClr val="2686C5"/>
          </a:solidFill>
          <a:ln xmlns:a="http://schemas.openxmlformats.org/drawingml/2006/main" w="0">
            <a:solidFill>
              <a:srgbClr val="2686C5"/>
            </a:solidFill>
            <a:prstDash val="solid"/>
          </a:ln>
        </p:spPr>
      </p:sp>
      <p:sp>
        <p:nvSpPr>
          <p:cNvPr id="30" name="">
            <a:extLst xmlns:a="http://schemas.openxmlformats.org/drawingml/2006/main">
              <a:ext uri="{FF2B5EF4-FFF2-40B4-BE49-F238E27FC236}">
                <a16:creationId xmlns:a16="http://schemas.microsoft.com/office/drawing/2014/main" id="{AD826EF9-EB62-4500-88D1-8C4E2DD537CA}"/>
              </a:ext>
            </a:extLst>
          </p:cNvPr>
          <p:cNvSpPr>
            <a:spLocks xmlns:a="http://schemas.openxmlformats.org/drawingml/2006/main" noGrp="1"/>
          </p:cNvSpPr>
          <p:nvPr/>
        </p:nvSpPr>
        <p:spPr>
          <a:xfrm xmlns:a="http://schemas.openxmlformats.org/drawingml/2006/main">
            <a:off x="1714500" y="5638800"/>
            <a:ext cx="58483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1E5AA8"/>
                </a:solidFill>
              </a:defRPr>
            </a:defPPr>
            <a:lvl1pPr>
              <a:defRPr sz="2025" b="1">
                <a:solidFill>
                  <a:srgbClr val="1E5AA8"/>
                </a:solidFill>
              </a:defRPr>
            </a:lvl1pPr>
            <a:lvl2pPr>
              <a:defRPr sz="2025" b="1">
                <a:solidFill>
                  <a:srgbClr val="1E5AA8"/>
                </a:solidFill>
              </a:defRPr>
            </a:lvl2pPr>
            <a:lvl3pPr>
              <a:defRPr sz="2025" b="1">
                <a:solidFill>
                  <a:srgbClr val="1E5AA8"/>
                </a:solidFill>
              </a:defRPr>
            </a:lvl3pPr>
            <a:lvl4pPr>
              <a:defRPr sz="2025" b="1">
                <a:solidFill>
                  <a:srgbClr val="1E5AA8"/>
                </a:solidFill>
              </a:defRPr>
            </a:lvl4pPr>
            <a:lvl5pPr>
              <a:defRPr sz="2025" b="1">
                <a:solidFill>
                  <a:srgbClr val="1E5AA8"/>
                </a:solidFill>
              </a:defRPr>
            </a:lvl5pPr>
            <a:lvl6pPr>
              <a:defRPr sz="2025" b="1">
                <a:solidFill>
                  <a:srgbClr val="1E5AA8"/>
                </a:solidFill>
              </a:defRPr>
            </a:lvl6pPr>
            <a:lvl7pPr>
              <a:defRPr sz="2025" b="1">
                <a:solidFill>
                  <a:srgbClr val="1E5AA8"/>
                </a:solidFill>
              </a:defRPr>
            </a:lvl7pPr>
            <a:lvl8pPr>
              <a:defRPr sz="2025" b="1">
                <a:solidFill>
                  <a:srgbClr val="1E5AA8"/>
                </a:solidFill>
              </a:defRPr>
            </a:lvl8pPr>
            <a:lvl9pPr>
              <a:defRPr sz="2025" b="1">
                <a:solidFill>
                  <a:srgbClr val="1E5AA8"/>
                </a:solidFill>
              </a:defRPr>
            </a:lvl9pPr>
          </a:lstStyle>
          <a:p xmlns:a="http://schemas.openxmlformats.org/drawingml/2006/main">
            <a:pPr>
              <a:defRPr sz="2025" b="1">
                <a:solidFill>
                  <a:srgbClr val="1E5AA8"/>
                </a:solidFill>
              </a:defRPr>
            </a:pPr>
            <a:r>
              <a:rPr sz="2025" b="1">
                <a:solidFill>
                  <a:srgbClr val="1E5AA8"/>
                </a:solidFill>
              </a:rPr>
              <a:t>Typography &amp; spacing</a:t>
            </a:r>
          </a:p>
        </p:txBody>
      </p:sp>
      <p:sp>
        <p:nvSpPr>
          <p:cNvPr id="31" name="">
            <a:extLst xmlns:a="http://schemas.openxmlformats.org/drawingml/2006/main">
              <a:ext uri="{FF2B5EF4-FFF2-40B4-BE49-F238E27FC236}">
                <a16:creationId xmlns:a16="http://schemas.microsoft.com/office/drawing/2014/main" id="{79361617-1264-49C5-861E-88D534F02D57}"/>
              </a:ext>
            </a:extLst>
          </p:cNvPr>
          <p:cNvSpPr>
            <a:spLocks xmlns:a="http://schemas.openxmlformats.org/drawingml/2006/main" noGrp="1"/>
          </p:cNvSpPr>
          <p:nvPr/>
        </p:nvSpPr>
        <p:spPr>
          <a:xfrm xmlns:a="http://schemas.openxmlformats.org/drawingml/2006/main">
            <a:off x="1714500" y="6172200"/>
            <a:ext cx="584835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a:solidFill>
                  <a:srgbClr val="334155"/>
                </a:solidFill>
              </a:defRPr>
            </a:defPPr>
            <a:lvl1pPr>
              <a:defRPr sz="1500">
                <a:solidFill>
                  <a:srgbClr val="334155"/>
                </a:solidFill>
              </a:defRPr>
            </a:lvl1pPr>
            <a:lvl2pPr>
              <a:defRPr sz="1500">
                <a:solidFill>
                  <a:srgbClr val="334155"/>
                </a:solidFill>
              </a:defRPr>
            </a:lvl2pPr>
            <a:lvl3pPr>
              <a:defRPr sz="1500">
                <a:solidFill>
                  <a:srgbClr val="334155"/>
                </a:solidFill>
              </a:defRPr>
            </a:lvl3pPr>
            <a:lvl4pPr>
              <a:defRPr sz="1500">
                <a:solidFill>
                  <a:srgbClr val="334155"/>
                </a:solidFill>
              </a:defRPr>
            </a:lvl4pPr>
            <a:lvl5pPr>
              <a:defRPr sz="1500">
                <a:solidFill>
                  <a:srgbClr val="334155"/>
                </a:solidFill>
              </a:defRPr>
            </a:lvl5pPr>
            <a:lvl6pPr>
              <a:defRPr sz="1500">
                <a:solidFill>
                  <a:srgbClr val="334155"/>
                </a:solidFill>
              </a:defRPr>
            </a:lvl6pPr>
            <a:lvl7pPr>
              <a:defRPr sz="1500">
                <a:solidFill>
                  <a:srgbClr val="334155"/>
                </a:solidFill>
              </a:defRPr>
            </a:lvl7pPr>
            <a:lvl8pPr>
              <a:defRPr sz="1500">
                <a:solidFill>
                  <a:srgbClr val="334155"/>
                </a:solidFill>
              </a:defRPr>
            </a:lvl8pPr>
            <a:lvl9pPr>
              <a:defRPr sz="1500">
                <a:solidFill>
                  <a:srgbClr val="334155"/>
                </a:solidFill>
              </a:defRPr>
            </a:lvl9pPr>
          </a:lstStyle>
          <a:p xmlns:a="http://schemas.openxmlformats.org/drawingml/2006/main">
            <a:pPr>
              <a:defRPr sz="1500">
                <a:solidFill>
                  <a:srgbClr val="334155"/>
                </a:solidFill>
              </a:defRPr>
            </a:pPr>
            <a:r>
              <a:rPr sz="1500">
                <a:solidFill>
                  <a:srgbClr val="334155"/>
                </a:solidFill>
              </a:rPr>
              <a:t>Be Vietnam Pro; body tối thiểu 14 dp; nhãn 14 dp; spacing 8/12/16/24 dp; bán kính thẻ 16 dp.</a:t>
            </a:r>
          </a:p>
        </p:txBody>
      </p:sp>
      <p:sp>
        <p:nvSpPr>
          <p:cNvPr id="32" name="">
            <a:extLst xmlns:a="http://schemas.openxmlformats.org/drawingml/2006/main">
              <a:ext uri="{FF2B5EF4-FFF2-40B4-BE49-F238E27FC236}">
                <a16:creationId xmlns:a16="http://schemas.microsoft.com/office/drawing/2014/main" id="{3AD33483-22FF-4630-8570-9D91B25865AF}"/>
              </a:ext>
            </a:extLst>
          </p:cNvPr>
          <p:cNvSpPr>
            <a:spLocks xmlns:a="http://schemas.openxmlformats.org/drawingml/2006/main" noGrp="1"/>
          </p:cNvSpPr>
          <p:nvPr/>
        </p:nvSpPr>
        <p:spPr>
          <a:xfrm xmlns:a="http://schemas.openxmlformats.org/drawingml/2006/main">
            <a:off x="8763000" y="5429250"/>
            <a:ext cx="6381750" cy="1809750"/>
          </a:xfrm>
          <a:prstGeom xmlns:a="http://schemas.openxmlformats.org/drawingml/2006/main" prst="roundRect">
            <a:avLst>
              <a:gd name="adj" fmla="val 6316"/>
            </a:avLst>
          </a:prstGeom>
          <a:solidFill xmlns:a="http://schemas.openxmlformats.org/drawingml/2006/main">
            <a:srgbClr val="FFFFFF"/>
          </a:solidFill>
          <a:ln xmlns:a="http://schemas.openxmlformats.org/drawingml/2006/main" w="9525">
            <a:solidFill>
              <a:srgbClr val="D6E3ED"/>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3" name="">
            <a:extLst xmlns:a="http://schemas.openxmlformats.org/drawingml/2006/main">
              <a:ext uri="{FF2B5EF4-FFF2-40B4-BE49-F238E27FC236}">
                <a16:creationId xmlns:a16="http://schemas.microsoft.com/office/drawing/2014/main" id="{8FD7B382-9313-406D-AFCC-CAA435B7F84D}"/>
              </a:ext>
            </a:extLst>
          </p:cNvPr>
          <p:cNvSpPr>
            <a:spLocks xmlns:a="http://schemas.openxmlformats.org/drawingml/2006/main" noGrp="1"/>
          </p:cNvSpPr>
          <p:nvPr/>
        </p:nvSpPr>
        <p:spPr>
          <a:xfrm xmlns:a="http://schemas.openxmlformats.org/drawingml/2006/main">
            <a:off x="8763000" y="5429250"/>
            <a:ext cx="95250" cy="1809750"/>
          </a:xfrm>
          <a:prstGeom xmlns:a="http://schemas.openxmlformats.org/drawingml/2006/main" prst="rect">
            <a:avLst/>
          </a:prstGeom>
          <a:solidFill xmlns:a="http://schemas.openxmlformats.org/drawingml/2006/main">
            <a:srgbClr val="2686C5"/>
          </a:solidFill>
          <a:ln xmlns:a="http://schemas.openxmlformats.org/drawingml/2006/main" w="0">
            <a:solidFill>
              <a:srgbClr val="2686C5"/>
            </a:solidFill>
            <a:prstDash val="solid"/>
          </a:ln>
        </p:spPr>
      </p:sp>
      <p:sp>
        <p:nvSpPr>
          <p:cNvPr id="34" name="">
            <a:extLst xmlns:a="http://schemas.openxmlformats.org/drawingml/2006/main">
              <a:ext uri="{FF2B5EF4-FFF2-40B4-BE49-F238E27FC236}">
                <a16:creationId xmlns:a16="http://schemas.microsoft.com/office/drawing/2014/main" id="{52937AE6-915A-461F-B05B-E339B4AEC7E1}"/>
              </a:ext>
            </a:extLst>
          </p:cNvPr>
          <p:cNvSpPr>
            <a:spLocks xmlns:a="http://schemas.openxmlformats.org/drawingml/2006/main" noGrp="1"/>
          </p:cNvSpPr>
          <p:nvPr/>
        </p:nvSpPr>
        <p:spPr>
          <a:xfrm xmlns:a="http://schemas.openxmlformats.org/drawingml/2006/main">
            <a:off x="9048750" y="5638800"/>
            <a:ext cx="58483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1E5AA8"/>
                </a:solidFill>
              </a:defRPr>
            </a:defPPr>
            <a:lvl1pPr>
              <a:defRPr sz="2025" b="1">
                <a:solidFill>
                  <a:srgbClr val="1E5AA8"/>
                </a:solidFill>
              </a:defRPr>
            </a:lvl1pPr>
            <a:lvl2pPr>
              <a:defRPr sz="2025" b="1">
                <a:solidFill>
                  <a:srgbClr val="1E5AA8"/>
                </a:solidFill>
              </a:defRPr>
            </a:lvl2pPr>
            <a:lvl3pPr>
              <a:defRPr sz="2025" b="1">
                <a:solidFill>
                  <a:srgbClr val="1E5AA8"/>
                </a:solidFill>
              </a:defRPr>
            </a:lvl3pPr>
            <a:lvl4pPr>
              <a:defRPr sz="2025" b="1">
                <a:solidFill>
                  <a:srgbClr val="1E5AA8"/>
                </a:solidFill>
              </a:defRPr>
            </a:lvl4pPr>
            <a:lvl5pPr>
              <a:defRPr sz="2025" b="1">
                <a:solidFill>
                  <a:srgbClr val="1E5AA8"/>
                </a:solidFill>
              </a:defRPr>
            </a:lvl5pPr>
            <a:lvl6pPr>
              <a:defRPr sz="2025" b="1">
                <a:solidFill>
                  <a:srgbClr val="1E5AA8"/>
                </a:solidFill>
              </a:defRPr>
            </a:lvl6pPr>
            <a:lvl7pPr>
              <a:defRPr sz="2025" b="1">
                <a:solidFill>
                  <a:srgbClr val="1E5AA8"/>
                </a:solidFill>
              </a:defRPr>
            </a:lvl7pPr>
            <a:lvl8pPr>
              <a:defRPr sz="2025" b="1">
                <a:solidFill>
                  <a:srgbClr val="1E5AA8"/>
                </a:solidFill>
              </a:defRPr>
            </a:lvl8pPr>
            <a:lvl9pPr>
              <a:defRPr sz="2025" b="1">
                <a:solidFill>
                  <a:srgbClr val="1E5AA8"/>
                </a:solidFill>
              </a:defRPr>
            </a:lvl9pPr>
          </a:lstStyle>
          <a:p xmlns:a="http://schemas.openxmlformats.org/drawingml/2006/main">
            <a:pPr>
              <a:defRPr sz="2025" b="1">
                <a:solidFill>
                  <a:srgbClr val="1E5AA8"/>
                </a:solidFill>
              </a:defRPr>
            </a:pPr>
            <a:r>
              <a:rPr sz="2025" b="1">
                <a:solidFill>
                  <a:srgbClr val="1E5AA8"/>
                </a:solidFill>
              </a:rPr>
              <a:t>Nhóm component</a:t>
            </a:r>
          </a:p>
        </p:txBody>
      </p:sp>
      <p:sp>
        <p:nvSpPr>
          <p:cNvPr id="35" name="">
            <a:extLst xmlns:a="http://schemas.openxmlformats.org/drawingml/2006/main">
              <a:ext uri="{FF2B5EF4-FFF2-40B4-BE49-F238E27FC236}">
                <a16:creationId xmlns:a16="http://schemas.microsoft.com/office/drawing/2014/main" id="{BB50CFF9-22BD-4D40-AB0B-4612FFC050BF}"/>
              </a:ext>
            </a:extLst>
          </p:cNvPr>
          <p:cNvSpPr>
            <a:spLocks xmlns:a="http://schemas.openxmlformats.org/drawingml/2006/main" noGrp="1"/>
          </p:cNvSpPr>
          <p:nvPr/>
        </p:nvSpPr>
        <p:spPr>
          <a:xfrm xmlns:a="http://schemas.openxmlformats.org/drawingml/2006/main">
            <a:off x="9048750" y="6172200"/>
            <a:ext cx="584835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a:solidFill>
                  <a:srgbClr val="334155"/>
                </a:solidFill>
              </a:defRPr>
            </a:defPPr>
            <a:lvl1pPr>
              <a:defRPr sz="1500">
                <a:solidFill>
                  <a:srgbClr val="334155"/>
                </a:solidFill>
              </a:defRPr>
            </a:lvl1pPr>
            <a:lvl2pPr>
              <a:defRPr sz="1500">
                <a:solidFill>
                  <a:srgbClr val="334155"/>
                </a:solidFill>
              </a:defRPr>
            </a:lvl2pPr>
            <a:lvl3pPr>
              <a:defRPr sz="1500">
                <a:solidFill>
                  <a:srgbClr val="334155"/>
                </a:solidFill>
              </a:defRPr>
            </a:lvl3pPr>
            <a:lvl4pPr>
              <a:defRPr sz="1500">
                <a:solidFill>
                  <a:srgbClr val="334155"/>
                </a:solidFill>
              </a:defRPr>
            </a:lvl4pPr>
            <a:lvl5pPr>
              <a:defRPr sz="1500">
                <a:solidFill>
                  <a:srgbClr val="334155"/>
                </a:solidFill>
              </a:defRPr>
            </a:lvl5pPr>
            <a:lvl6pPr>
              <a:defRPr sz="1500">
                <a:solidFill>
                  <a:srgbClr val="334155"/>
                </a:solidFill>
              </a:defRPr>
            </a:lvl6pPr>
            <a:lvl7pPr>
              <a:defRPr sz="1500">
                <a:solidFill>
                  <a:srgbClr val="334155"/>
                </a:solidFill>
              </a:defRPr>
            </a:lvl7pPr>
            <a:lvl8pPr>
              <a:defRPr sz="1500">
                <a:solidFill>
                  <a:srgbClr val="334155"/>
                </a:solidFill>
              </a:defRPr>
            </a:lvl8pPr>
            <a:lvl9pPr>
              <a:defRPr sz="1500">
                <a:solidFill>
                  <a:srgbClr val="334155"/>
                </a:solidFill>
              </a:defRPr>
            </a:lvl9pPr>
          </a:lstStyle>
          <a:p xmlns:a="http://schemas.openxmlformats.org/drawingml/2006/main">
            <a:pPr>
              <a:defRPr sz="1500">
                <a:solidFill>
                  <a:srgbClr val="334155"/>
                </a:solidFill>
              </a:defRPr>
            </a:pPr>
            <a:r>
              <a:rPr sz="1500">
                <a:solidFill>
                  <a:srgbClr val="334155"/>
                </a:solidFill>
              </a:rPr>
              <a:t>Button · Text field · Card · Navigation · App bar · Dialog · Loading · Empty · Error.</a:t>
            </a:r>
          </a:p>
        </p:txBody>
      </p:sp>
      <p:sp>
        <p:nvSpPr>
          <p:cNvPr id="36" name="">
            <a:extLst xmlns:a="http://schemas.openxmlformats.org/drawingml/2006/main">
              <a:ext uri="{FF2B5EF4-FFF2-40B4-BE49-F238E27FC236}">
                <a16:creationId xmlns:a16="http://schemas.microsoft.com/office/drawing/2014/main" id="{F7CC77F1-4E5C-4670-8ABA-EBC9F05E3834}"/>
              </a:ext>
            </a:extLst>
          </p:cNvPr>
          <p:cNvSpPr>
            <a:spLocks xmlns:a="http://schemas.openxmlformats.org/drawingml/2006/main" noGrp="1"/>
          </p:cNvSpPr>
          <p:nvPr/>
        </p:nvSpPr>
        <p:spPr>
          <a:xfrm xmlns:a="http://schemas.openxmlformats.org/drawingml/2006/main">
            <a:off x="1428750" y="7953375"/>
            <a:ext cx="1381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a:solidFill>
                  <a:srgbClr val="536878"/>
                </a:solidFill>
              </a:defRPr>
            </a:defPPr>
            <a:lvl1pPr>
              <a:defRPr sz="1275">
                <a:solidFill>
                  <a:srgbClr val="536878"/>
                </a:solidFill>
              </a:defRPr>
            </a:lvl1pPr>
            <a:lvl2pPr>
              <a:defRPr sz="1275">
                <a:solidFill>
                  <a:srgbClr val="536878"/>
                </a:solidFill>
              </a:defRPr>
            </a:lvl2pPr>
            <a:lvl3pPr>
              <a:defRPr sz="1275">
                <a:solidFill>
                  <a:srgbClr val="536878"/>
                </a:solidFill>
              </a:defRPr>
            </a:lvl3pPr>
            <a:lvl4pPr>
              <a:defRPr sz="1275">
                <a:solidFill>
                  <a:srgbClr val="536878"/>
                </a:solidFill>
              </a:defRPr>
            </a:lvl4pPr>
            <a:lvl5pPr>
              <a:defRPr sz="1275">
                <a:solidFill>
                  <a:srgbClr val="536878"/>
                </a:solidFill>
              </a:defRPr>
            </a:lvl5pPr>
            <a:lvl6pPr>
              <a:defRPr sz="1275">
                <a:solidFill>
                  <a:srgbClr val="536878"/>
                </a:solidFill>
              </a:defRPr>
            </a:lvl6pPr>
            <a:lvl7pPr>
              <a:defRPr sz="1275">
                <a:solidFill>
                  <a:srgbClr val="536878"/>
                </a:solidFill>
              </a:defRPr>
            </a:lvl7pPr>
            <a:lvl8pPr>
              <a:defRPr sz="1275">
                <a:solidFill>
                  <a:srgbClr val="536878"/>
                </a:solidFill>
              </a:defRPr>
            </a:lvl8pPr>
            <a:lvl9pPr>
              <a:defRPr sz="1275">
                <a:solidFill>
                  <a:srgbClr val="536878"/>
                </a:solidFill>
              </a:defRPr>
            </a:lvl9pPr>
          </a:lstStyle>
          <a:p xmlns:a="http://schemas.openxmlformats.org/drawingml/2006/main">
            <a:pPr>
              <a:defRPr sz="1275">
                <a:solidFill>
                  <a:srgbClr val="536878"/>
                </a:solidFill>
              </a:defRPr>
            </a:pPr>
            <a:r>
              <a:rPr sz="1275">
                <a:solidFill>
                  <a:srgbClr val="536878"/>
                </a:solidFill>
              </a:rPr>
              <a:t>Trạng thái cần thể hiện: Default / Selected / Disabled / Error / Empty. Ảnh liên kết instance trên Figma sẽ bổ sung sau khi đồng bộ Final UI.</a:t>
            </a:r>
          </a:p>
        </p:txBody>
      </p:sp>
    </p:spTree>
    <p:extLst>
      <p:ext uri="{BB962C8B-B14F-4D97-AF65-F5344CB8AC3E}">
        <p14:creationId xmlns:p14="http://schemas.microsoft.com/office/powerpoint/2010/main" val="2043698770"/>
      </p:ext>
    </p:extLst>
  </p:cSld>
</p:sld>
</file>

<file path=ppt/slides/slide10.xml><?xml version="1.0" encoding="utf-8"?>
<p:sld xmlns:p="http://schemas.openxmlformats.org/presentationml/2006/main">
  <p:cSld>
    <p:bg>
      <p:bgPr>
        <a:solidFill xmlns:a="http://schemas.openxmlformats.org/drawingml/2006/main">
          <a:srgbClr val="EEEEEE"/>
        </a:solidFill>
      </p:bgPr>
    </p:bg>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12CFA72F-A339-41D1-AB62-AA71EFC7D5CB}"/>
              </a:ext>
            </a:extLst>
          </p:cNvPr>
          <p:cNvSpPr>
            <a:spLocks xmlns:a="http://schemas.openxmlformats.org/drawingml/2006/main" noGrp="1"/>
          </p:cNvSpPr>
          <p:nvPr/>
        </p:nvSpPr>
        <p:spPr>
          <a:xfrm xmlns:a="http://schemas.openxmlformats.org/drawingml/2006/main" rot="0" flipH="0" flipV="0">
            <a:off x="0" y="7424595"/>
            <a:ext cx="18691453" cy="2862405"/>
          </a:xfrm>
          <a:custGeom xmlns:a="http://schemas.openxmlformats.org/drawingml/2006/main">
            <a:rect l="l" t="t" r="r" b="b"/>
            <a:pathLst>
              <a:path w="2895795" h="443461">
                <a:moveTo>
                  <a:pt x="0" y="0"/>
                </a:moveTo>
                <a:lnTo>
                  <a:pt x="2895795" y="0"/>
                </a:lnTo>
                <a:lnTo>
                  <a:pt x="2895795" y="443461"/>
                </a:lnTo>
                <a:lnTo>
                  <a:pt x="0" y="443461"/>
                </a:lnTo>
                <a:close/>
              </a:path>
            </a:pathLst>
          </a:custGeom>
          <a:blipFill xmlns:a="http://schemas.openxmlformats.org/drawingml/2006/main">
            <a:blip xmlns:r="http://schemas.openxmlformats.org/officeDocument/2006/relationships" r:embed="Rcae1913f1fea4d08"/>
            <a:stretch>
              <a:fillRect l="0" t="-205379" r="0" b="-129680"/>
            </a:stretch>
          </a:blipFill>
        </p:spPr>
      </p:sp>
      <p:sp>
        <p:nvSpPr>
          <p:cNvPr id="4" name="Freeform 4">
            <a:extLst xmlns:a="http://schemas.openxmlformats.org/drawingml/2006/main">
              <a:ext uri="{FF2B5EF4-FFF2-40B4-BE49-F238E27FC236}">
                <a16:creationId xmlns:a16="http://schemas.microsoft.com/office/drawing/2014/main" id="{A920FC9F-1B60-4302-8B43-F0E61ED3A237}"/>
              </a:ext>
            </a:extLst>
          </p:cNvPr>
          <p:cNvSpPr>
            <a:spLocks xmlns:a="http://schemas.openxmlformats.org/drawingml/2006/main" noGrp="1"/>
          </p:cNvSpPr>
          <p:nvPr/>
        </p:nvSpPr>
        <p:spPr>
          <a:xfrm xmlns:a="http://schemas.openxmlformats.org/drawingml/2006/main" rot="5400000" flipH="0" flipV="0">
            <a:off x="268578" y="-268578"/>
            <a:ext cx="1966538" cy="2503694"/>
          </a:xfrm>
          <a:custGeom xmlns:a="http://schemas.openxmlformats.org/drawingml/2006/main">
            <a:rect l="l" t="t" r="r" b="b"/>
            <a:pathLst>
              <a:path w="1966538" h="2503694">
                <a:moveTo>
                  <a:pt x="0" y="0"/>
                </a:moveTo>
                <a:lnTo>
                  <a:pt x="1966538" y="0"/>
                </a:lnTo>
                <a:lnTo>
                  <a:pt x="1966538" y="2503694"/>
                </a:lnTo>
                <a:lnTo>
                  <a:pt x="0" y="2503694"/>
                </a:lnTo>
                <a:lnTo>
                  <a:pt x="0" y="0"/>
                </a:lnTo>
                <a:close/>
              </a:path>
            </a:pathLst>
          </a:custGeom>
          <a:blipFill xmlns:a="http://schemas.openxmlformats.org/drawingml/2006/main">
            <a:blip xmlns:r="http://schemas.openxmlformats.org/officeDocument/2006/relationships" r:embed="Rf2ab2eccda7641ed">
              <a:extLst>
                <a:ext uri="{96DAC541-7B7A-43D3-8B79-37D633B846F1}">
                  <asvg:svgBlip xmlns:asvg="http://schemas.microsoft.com/office/drawing/2016/SVG/main" r:embed="R553da6da19a34edb"/>
                </a:ext>
              </a:extLst>
            </a:blip>
            <a:stretch>
              <a:fillRect l="0" t="0" r="0" b="0"/>
            </a:stretch>
          </a:blipFill>
        </p:spPr>
      </p:sp>
      <p:sp>
        <p:nvSpPr>
          <p:cNvPr id="5" name="TextBox 5">
            <a:extLst xmlns:a="http://schemas.openxmlformats.org/drawingml/2006/main">
              <a:ext uri="{FF2B5EF4-FFF2-40B4-BE49-F238E27FC236}">
                <a16:creationId xmlns:a16="http://schemas.microsoft.com/office/drawing/2014/main" id="{CDCB650A-0353-4657-BDA5-87382861D85F}"/>
              </a:ext>
            </a:extLst>
          </p:cNvPr>
          <p:cNvSpPr>
            <a:spLocks xmlns:a="http://schemas.openxmlformats.org/drawingml/2006/main" noGrp="1"/>
          </p:cNvSpPr>
          <p:nvPr/>
        </p:nvSpPr>
        <p:spPr>
          <a:xfrm xmlns:a="http://schemas.openxmlformats.org/drawingml/2006/main" rot="0">
            <a:off x="2740336" y="4255556"/>
            <a:ext cx="12807327" cy="568833"/>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4479"/>
              </a:lnSpc>
              <a:buNone/>
            </a:pPr>
            <a:r>
              <a:rPr sz="3199">
                <a:solidFill>
                  <a:srgbClr val="000000"/>
                </a:solidFill>
                <a:latin typeface="Poppins"/>
                <a:ea typeface="Poppins"/>
                <a:cs typeface="Poppins"/>
              </a:rPr>
              <a:t/>
            </a:r>
          </a:p>
        </p:txBody>
      </p:sp>
      <p:sp>
        <p:nvSpPr>
          <p:cNvPr id="6" name="TextBox 6">
            <a:extLst xmlns:a="http://schemas.openxmlformats.org/drawingml/2006/main">
              <a:ext uri="{FF2B5EF4-FFF2-40B4-BE49-F238E27FC236}">
                <a16:creationId xmlns:a16="http://schemas.microsoft.com/office/drawing/2014/main" id="{378631F8-4AAA-465D-9343-04ECE25EB1D1}"/>
              </a:ext>
            </a:extLst>
          </p:cNvPr>
          <p:cNvSpPr>
            <a:spLocks xmlns:a="http://schemas.openxmlformats.org/drawingml/2006/main" noGrp="1"/>
          </p:cNvSpPr>
          <p:nvPr/>
        </p:nvSpPr>
        <p:spPr>
          <a:xfrm xmlns:a="http://schemas.openxmlformats.org/drawingml/2006/main" rot="0">
            <a:off x="3401290" y="194094"/>
            <a:ext cx="11269822" cy="129159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10170"/>
              </a:lnSpc>
              <a:buNone/>
            </a:pPr>
            <a:r>
              <a:rPr sz="9000" b="1">
                <a:solidFill>
                  <a:srgbClr val="548CA8"/>
                </a:solidFill>
                <a:latin typeface="Poppins Bold"/>
                <a:ea typeface="Poppins Bold"/>
                <a:cs typeface="Poppins Bold"/>
              </a:rPr>
              <a:t/>
            </a:r>
          </a:p>
        </p:txBody>
      </p:sp>
      <p:sp>
        <p:nvSpPr>
          <p:cNvPr id="7" name="Freeform 7">
            <a:extLst xmlns:a="http://schemas.openxmlformats.org/drawingml/2006/main">
              <a:ext uri="{FF2B5EF4-FFF2-40B4-BE49-F238E27FC236}">
                <a16:creationId xmlns:a16="http://schemas.microsoft.com/office/drawing/2014/main" id="{FFD68AFE-0309-42C1-9C68-356D4C9FFE19}"/>
              </a:ext>
            </a:extLst>
          </p:cNvPr>
          <p:cNvSpPr>
            <a:spLocks xmlns:a="http://schemas.openxmlformats.org/drawingml/2006/main" noGrp="1"/>
          </p:cNvSpPr>
          <p:nvPr/>
        </p:nvSpPr>
        <p:spPr>
          <a:xfrm xmlns:a="http://schemas.openxmlformats.org/drawingml/2006/main" rot="5400000" flipH="0" flipV="1">
            <a:off x="16052884" y="-261247"/>
            <a:ext cx="1966538" cy="2503694"/>
          </a:xfrm>
          <a:custGeom xmlns:a="http://schemas.openxmlformats.org/drawingml/2006/main">
            <a:rect l="l" t="t" r="r" b="b"/>
            <a:pathLst>
              <a:path w="1966538" h="2503694">
                <a:moveTo>
                  <a:pt x="0" y="2503694"/>
                </a:moveTo>
                <a:lnTo>
                  <a:pt x="1966538" y="2503694"/>
                </a:lnTo>
                <a:lnTo>
                  <a:pt x="1966538" y="0"/>
                </a:lnTo>
                <a:lnTo>
                  <a:pt x="0" y="0"/>
                </a:lnTo>
                <a:lnTo>
                  <a:pt x="0" y="2503694"/>
                </a:lnTo>
                <a:close/>
              </a:path>
            </a:pathLst>
          </a:custGeom>
          <a:blipFill xmlns:a="http://schemas.openxmlformats.org/drawingml/2006/main">
            <a:blip xmlns:r="http://schemas.openxmlformats.org/officeDocument/2006/relationships" r:embed="Rf2ab2eccda7641ed">
              <a:extLst>
                <a:ext uri="{96DAC541-7B7A-43D3-8B79-37D633B846F1}">
                  <asvg:svgBlip xmlns:asvg="http://schemas.microsoft.com/office/drawing/2016/SVG/main" r:embed="R553da6da19a34edb"/>
                </a:ext>
              </a:extLst>
            </a:blip>
            <a:stretch>
              <a:fillRect l="0" t="0" r="0" b="0"/>
            </a:stretch>
          </a:blipFill>
        </p:spPr>
      </p:sp>
      <p:sp>
        <p:nvSpPr>
          <p:cNvPr id="8" name="">
            <a:extLst xmlns:a="http://schemas.openxmlformats.org/drawingml/2006/main">
              <a:ext uri="{FF2B5EF4-FFF2-40B4-BE49-F238E27FC236}">
                <a16:creationId xmlns:a16="http://schemas.microsoft.com/office/drawing/2014/main" id="{21941454-29AE-45C8-B299-847890FB3BF1}"/>
              </a:ext>
            </a:extLst>
          </p:cNvPr>
          <p:cNvSpPr>
            <a:spLocks xmlns:a="http://schemas.openxmlformats.org/drawingml/2006/main" noGrp="1"/>
          </p:cNvSpPr>
          <p:nvPr/>
        </p:nvSpPr>
        <p:spPr>
          <a:xfrm xmlns:a="http://schemas.openxmlformats.org/drawingml/2006/main">
            <a:off x="685800" y="2333625"/>
            <a:ext cx="15859125" cy="62865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9" name="">
            <a:extLst xmlns:a="http://schemas.openxmlformats.org/drawingml/2006/main">
              <a:ext uri="{FF2B5EF4-FFF2-40B4-BE49-F238E27FC236}">
                <a16:creationId xmlns:a16="http://schemas.microsoft.com/office/drawing/2014/main" id="{43D677F9-CDE4-42E3-93EC-4D696CF9DCC3}"/>
              </a:ext>
            </a:extLst>
          </p:cNvPr>
          <p:cNvSpPr>
            <a:spLocks xmlns:a="http://schemas.openxmlformats.org/drawingml/2006/main" noGrp="1"/>
          </p:cNvSpPr>
          <p:nvPr/>
        </p:nvSpPr>
        <p:spPr>
          <a:xfrm xmlns:a="http://schemas.openxmlformats.org/drawingml/2006/main">
            <a:off x="1047750" y="647700"/>
            <a:ext cx="762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1">
                <a:solidFill>
                  <a:srgbClr val="2686C5"/>
                </a:solidFill>
              </a:defRPr>
            </a:defPPr>
            <a:lvl1pPr>
              <a:defRPr sz="1200" b="1">
                <a:solidFill>
                  <a:srgbClr val="2686C5"/>
                </a:solidFill>
              </a:defRPr>
            </a:lvl1pPr>
            <a:lvl2pPr>
              <a:defRPr sz="1200" b="1">
                <a:solidFill>
                  <a:srgbClr val="2686C5"/>
                </a:solidFill>
              </a:defRPr>
            </a:lvl2pPr>
            <a:lvl3pPr>
              <a:defRPr sz="1200" b="1">
                <a:solidFill>
                  <a:srgbClr val="2686C5"/>
                </a:solidFill>
              </a:defRPr>
            </a:lvl3pPr>
            <a:lvl4pPr>
              <a:defRPr sz="1200" b="1">
                <a:solidFill>
                  <a:srgbClr val="2686C5"/>
                </a:solidFill>
              </a:defRPr>
            </a:lvl4pPr>
            <a:lvl5pPr>
              <a:defRPr sz="1200" b="1">
                <a:solidFill>
                  <a:srgbClr val="2686C5"/>
                </a:solidFill>
              </a:defRPr>
            </a:lvl5pPr>
            <a:lvl6pPr>
              <a:defRPr sz="1200" b="1">
                <a:solidFill>
                  <a:srgbClr val="2686C5"/>
                </a:solidFill>
              </a:defRPr>
            </a:lvl6pPr>
            <a:lvl7pPr>
              <a:defRPr sz="1200" b="1">
                <a:solidFill>
                  <a:srgbClr val="2686C5"/>
                </a:solidFill>
              </a:defRPr>
            </a:lvl7pPr>
            <a:lvl8pPr>
              <a:defRPr sz="1200" b="1">
                <a:solidFill>
                  <a:srgbClr val="2686C5"/>
                </a:solidFill>
              </a:defRPr>
            </a:lvl8pPr>
            <a:lvl9pPr>
              <a:defRPr sz="1200" b="1">
                <a:solidFill>
                  <a:srgbClr val="2686C5"/>
                </a:solidFill>
              </a:defRPr>
            </a:lvl9pPr>
          </a:lstStyle>
          <a:p xmlns:a="http://schemas.openxmlformats.org/drawingml/2006/main">
            <a:pPr>
              <a:defRPr sz="1200" b="1">
                <a:solidFill>
                  <a:srgbClr val="2686C5"/>
                </a:solidFill>
              </a:defRPr>
            </a:pPr>
            <a:r>
              <a:rPr sz="1200" b="1">
                <a:solidFill>
                  <a:srgbClr val="2686C5"/>
                </a:solidFill>
              </a:rPr>
              <a:t>10</a:t>
            </a:r>
          </a:p>
        </p:txBody>
      </p:sp>
      <p:sp>
        <p:nvSpPr>
          <p:cNvPr id="10" name="">
            <a:extLst xmlns:a="http://schemas.openxmlformats.org/drawingml/2006/main">
              <a:ext uri="{FF2B5EF4-FFF2-40B4-BE49-F238E27FC236}">
                <a16:creationId xmlns:a16="http://schemas.microsoft.com/office/drawing/2014/main" id="{53CE8D7F-D7CD-452F-8554-8FCDB95BB0E9}"/>
              </a:ext>
            </a:extLst>
          </p:cNvPr>
          <p:cNvSpPr>
            <a:spLocks xmlns:a="http://schemas.openxmlformats.org/drawingml/2006/main" noGrp="1"/>
          </p:cNvSpPr>
          <p:nvPr/>
        </p:nvSpPr>
        <p:spPr>
          <a:xfrm xmlns:a="http://schemas.openxmlformats.org/drawingml/2006/main">
            <a:off x="1047750" y="990600"/>
            <a:ext cx="15240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750" b="1">
                <a:solidFill>
                  <a:srgbClr val="1E5AA8"/>
                </a:solidFill>
              </a:defRPr>
            </a:defPPr>
            <a:lvl1pPr>
              <a:defRPr sz="3750" b="1">
                <a:solidFill>
                  <a:srgbClr val="1E5AA8"/>
                </a:solidFill>
              </a:defRPr>
            </a:lvl1pPr>
            <a:lvl2pPr>
              <a:defRPr sz="3750" b="1">
                <a:solidFill>
                  <a:srgbClr val="1E5AA8"/>
                </a:solidFill>
              </a:defRPr>
            </a:lvl2pPr>
            <a:lvl3pPr>
              <a:defRPr sz="3750" b="1">
                <a:solidFill>
                  <a:srgbClr val="1E5AA8"/>
                </a:solidFill>
              </a:defRPr>
            </a:lvl3pPr>
            <a:lvl4pPr>
              <a:defRPr sz="3750" b="1">
                <a:solidFill>
                  <a:srgbClr val="1E5AA8"/>
                </a:solidFill>
              </a:defRPr>
            </a:lvl4pPr>
            <a:lvl5pPr>
              <a:defRPr sz="3750" b="1">
                <a:solidFill>
                  <a:srgbClr val="1E5AA8"/>
                </a:solidFill>
              </a:defRPr>
            </a:lvl5pPr>
            <a:lvl6pPr>
              <a:defRPr sz="3750" b="1">
                <a:solidFill>
                  <a:srgbClr val="1E5AA8"/>
                </a:solidFill>
              </a:defRPr>
            </a:lvl6pPr>
            <a:lvl7pPr>
              <a:defRPr sz="3750" b="1">
                <a:solidFill>
                  <a:srgbClr val="1E5AA8"/>
                </a:solidFill>
              </a:defRPr>
            </a:lvl7pPr>
            <a:lvl8pPr>
              <a:defRPr sz="3750" b="1">
                <a:solidFill>
                  <a:srgbClr val="1E5AA8"/>
                </a:solidFill>
              </a:defRPr>
            </a:lvl8pPr>
            <a:lvl9pPr>
              <a:defRPr sz="3750" b="1">
                <a:solidFill>
                  <a:srgbClr val="1E5AA8"/>
                </a:solidFill>
              </a:defRPr>
            </a:lvl9pPr>
          </a:lstStyle>
          <a:p xmlns:a="http://schemas.openxmlformats.org/drawingml/2006/main">
            <a:pPr>
              <a:defRPr sz="3750" b="1">
                <a:solidFill>
                  <a:srgbClr val="1E5AA8"/>
                </a:solidFill>
              </a:defRPr>
            </a:pPr>
            <a:r>
              <a:rPr sz="3750" b="1">
                <a:solidFill>
                  <a:srgbClr val="1E5AA8"/>
                </a:solidFill>
              </a:rPr>
              <a:t>Accessibility và responsive</a:t>
            </a:r>
          </a:p>
        </p:txBody>
      </p:sp>
      <p:sp>
        <p:nvSpPr>
          <p:cNvPr id="11" name="">
            <a:extLst xmlns:a="http://schemas.openxmlformats.org/drawingml/2006/main">
              <a:ext uri="{FF2B5EF4-FFF2-40B4-BE49-F238E27FC236}">
                <a16:creationId xmlns:a16="http://schemas.microsoft.com/office/drawing/2014/main" id="{318380D7-0B1D-400E-A01F-8E3C776A1BF9}"/>
              </a:ext>
            </a:extLst>
          </p:cNvPr>
          <p:cNvSpPr>
            <a:spLocks xmlns:a="http://schemas.openxmlformats.org/drawingml/2006/main" noGrp="1"/>
          </p:cNvSpPr>
          <p:nvPr/>
        </p:nvSpPr>
        <p:spPr>
          <a:xfrm xmlns:a="http://schemas.openxmlformats.org/drawingml/2006/main">
            <a:off x="1066800" y="1866900"/>
            <a:ext cx="14287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a:solidFill>
                  <a:srgbClr val="536878"/>
                </a:solidFill>
              </a:defRPr>
            </a:defPPr>
            <a:lvl1pPr>
              <a:defRPr sz="1575">
                <a:solidFill>
                  <a:srgbClr val="536878"/>
                </a:solidFill>
              </a:defRPr>
            </a:lvl1pPr>
            <a:lvl2pPr>
              <a:defRPr sz="1575">
                <a:solidFill>
                  <a:srgbClr val="536878"/>
                </a:solidFill>
              </a:defRPr>
            </a:lvl2pPr>
            <a:lvl3pPr>
              <a:defRPr sz="1575">
                <a:solidFill>
                  <a:srgbClr val="536878"/>
                </a:solidFill>
              </a:defRPr>
            </a:lvl3pPr>
            <a:lvl4pPr>
              <a:defRPr sz="1575">
                <a:solidFill>
                  <a:srgbClr val="536878"/>
                </a:solidFill>
              </a:defRPr>
            </a:lvl4pPr>
            <a:lvl5pPr>
              <a:defRPr sz="1575">
                <a:solidFill>
                  <a:srgbClr val="536878"/>
                </a:solidFill>
              </a:defRPr>
            </a:lvl5pPr>
            <a:lvl6pPr>
              <a:defRPr sz="1575">
                <a:solidFill>
                  <a:srgbClr val="536878"/>
                </a:solidFill>
              </a:defRPr>
            </a:lvl6pPr>
            <a:lvl7pPr>
              <a:defRPr sz="1575">
                <a:solidFill>
                  <a:srgbClr val="536878"/>
                </a:solidFill>
              </a:defRPr>
            </a:lvl7pPr>
            <a:lvl8pPr>
              <a:defRPr sz="1575">
                <a:solidFill>
                  <a:srgbClr val="536878"/>
                </a:solidFill>
              </a:defRPr>
            </a:lvl8pPr>
            <a:lvl9pPr>
              <a:defRPr sz="1575">
                <a:solidFill>
                  <a:srgbClr val="536878"/>
                </a:solidFill>
              </a:defRPr>
            </a:lvl9pPr>
          </a:lstStyle>
          <a:p xmlns:a="http://schemas.openxmlformats.org/drawingml/2006/main">
            <a:pPr>
              <a:defRPr sz="1575">
                <a:solidFill>
                  <a:srgbClr val="536878"/>
                </a:solidFill>
              </a:defRPr>
            </a:pPr>
            <a:r>
              <a:rPr sz="1575">
                <a:solidFill>
                  <a:srgbClr val="536878"/>
                </a:solidFill>
              </a:rPr>
              <a:t>Các tiêu chí được dùng để kiểm tra thiết kế trước khi bàn giao.</a:t>
            </a:r>
          </a:p>
        </p:txBody>
      </p:sp>
      <p:sp>
        <p:nvSpPr>
          <p:cNvPr id="12" name="">
            <a:extLst xmlns:a="http://schemas.openxmlformats.org/drawingml/2006/main">
              <a:ext uri="{FF2B5EF4-FFF2-40B4-BE49-F238E27FC236}">
                <a16:creationId xmlns:a16="http://schemas.microsoft.com/office/drawing/2014/main" id="{ECA91BE1-F408-4869-9875-6D0EADAEF858}"/>
              </a:ext>
            </a:extLst>
          </p:cNvPr>
          <p:cNvSpPr>
            <a:spLocks xmlns:a="http://schemas.openxmlformats.org/drawingml/2006/main" noGrp="1"/>
          </p:cNvSpPr>
          <p:nvPr/>
        </p:nvSpPr>
        <p:spPr>
          <a:xfrm xmlns:a="http://schemas.openxmlformats.org/drawingml/2006/main">
            <a:off x="1524000" y="2857500"/>
            <a:ext cx="4095750" cy="2000250"/>
          </a:xfrm>
          <a:prstGeom xmlns:a="http://schemas.openxmlformats.org/drawingml/2006/main" prst="roundRect">
            <a:avLst>
              <a:gd name="adj" fmla="val 5714"/>
            </a:avLst>
          </a:prstGeom>
          <a:solidFill xmlns:a="http://schemas.openxmlformats.org/drawingml/2006/main">
            <a:srgbClr val="FFFFFF"/>
          </a:solidFill>
          <a:ln xmlns:a="http://schemas.openxmlformats.org/drawingml/2006/main" w="9525">
            <a:solidFill>
              <a:srgbClr val="D6E3ED"/>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3" name="">
            <a:extLst xmlns:a="http://schemas.openxmlformats.org/drawingml/2006/main">
              <a:ext uri="{FF2B5EF4-FFF2-40B4-BE49-F238E27FC236}">
                <a16:creationId xmlns:a16="http://schemas.microsoft.com/office/drawing/2014/main" id="{C30612B8-7B3A-40FB-A051-193CC71F02F1}"/>
              </a:ext>
            </a:extLst>
          </p:cNvPr>
          <p:cNvSpPr>
            <a:spLocks xmlns:a="http://schemas.openxmlformats.org/drawingml/2006/main" noGrp="1"/>
          </p:cNvSpPr>
          <p:nvPr/>
        </p:nvSpPr>
        <p:spPr>
          <a:xfrm xmlns:a="http://schemas.openxmlformats.org/drawingml/2006/main">
            <a:off x="1524000" y="2857500"/>
            <a:ext cx="95250" cy="2000250"/>
          </a:xfrm>
          <a:prstGeom xmlns:a="http://schemas.openxmlformats.org/drawingml/2006/main" prst="rect">
            <a:avLst/>
          </a:prstGeom>
          <a:solidFill xmlns:a="http://schemas.openxmlformats.org/drawingml/2006/main">
            <a:srgbClr val="2686C5"/>
          </a:solidFill>
          <a:ln xmlns:a="http://schemas.openxmlformats.org/drawingml/2006/main" w="0">
            <a:solidFill>
              <a:srgbClr val="2686C5"/>
            </a:solidFill>
            <a:prstDash val="solid"/>
          </a:ln>
        </p:spPr>
      </p:sp>
      <p:sp>
        <p:nvSpPr>
          <p:cNvPr id="14" name="">
            <a:extLst xmlns:a="http://schemas.openxmlformats.org/drawingml/2006/main">
              <a:ext uri="{FF2B5EF4-FFF2-40B4-BE49-F238E27FC236}">
                <a16:creationId xmlns:a16="http://schemas.microsoft.com/office/drawing/2014/main" id="{F0C4D0BB-79AD-4548-8DDA-5E2E7C6CDD3F}"/>
              </a:ext>
            </a:extLst>
          </p:cNvPr>
          <p:cNvSpPr>
            <a:spLocks xmlns:a="http://schemas.openxmlformats.org/drawingml/2006/main" noGrp="1"/>
          </p:cNvSpPr>
          <p:nvPr/>
        </p:nvSpPr>
        <p:spPr>
          <a:xfrm xmlns:a="http://schemas.openxmlformats.org/drawingml/2006/main">
            <a:off x="1809750" y="3067050"/>
            <a:ext cx="35623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1E5AA8"/>
                </a:solidFill>
              </a:defRPr>
            </a:defPPr>
            <a:lvl1pPr>
              <a:defRPr sz="2025" b="1">
                <a:solidFill>
                  <a:srgbClr val="1E5AA8"/>
                </a:solidFill>
              </a:defRPr>
            </a:lvl1pPr>
            <a:lvl2pPr>
              <a:defRPr sz="2025" b="1">
                <a:solidFill>
                  <a:srgbClr val="1E5AA8"/>
                </a:solidFill>
              </a:defRPr>
            </a:lvl2pPr>
            <a:lvl3pPr>
              <a:defRPr sz="2025" b="1">
                <a:solidFill>
                  <a:srgbClr val="1E5AA8"/>
                </a:solidFill>
              </a:defRPr>
            </a:lvl3pPr>
            <a:lvl4pPr>
              <a:defRPr sz="2025" b="1">
                <a:solidFill>
                  <a:srgbClr val="1E5AA8"/>
                </a:solidFill>
              </a:defRPr>
            </a:lvl4pPr>
            <a:lvl5pPr>
              <a:defRPr sz="2025" b="1">
                <a:solidFill>
                  <a:srgbClr val="1E5AA8"/>
                </a:solidFill>
              </a:defRPr>
            </a:lvl5pPr>
            <a:lvl6pPr>
              <a:defRPr sz="2025" b="1">
                <a:solidFill>
                  <a:srgbClr val="1E5AA8"/>
                </a:solidFill>
              </a:defRPr>
            </a:lvl6pPr>
            <a:lvl7pPr>
              <a:defRPr sz="2025" b="1">
                <a:solidFill>
                  <a:srgbClr val="1E5AA8"/>
                </a:solidFill>
              </a:defRPr>
            </a:lvl7pPr>
            <a:lvl8pPr>
              <a:defRPr sz="2025" b="1">
                <a:solidFill>
                  <a:srgbClr val="1E5AA8"/>
                </a:solidFill>
              </a:defRPr>
            </a:lvl8pPr>
            <a:lvl9pPr>
              <a:defRPr sz="2025" b="1">
                <a:solidFill>
                  <a:srgbClr val="1E5AA8"/>
                </a:solidFill>
              </a:defRPr>
            </a:lvl9pPr>
          </a:lstStyle>
          <a:p xmlns:a="http://schemas.openxmlformats.org/drawingml/2006/main">
            <a:pPr>
              <a:defRPr sz="2025" b="1">
                <a:solidFill>
                  <a:srgbClr val="1E5AA8"/>
                </a:solidFill>
              </a:defRPr>
            </a:pPr>
            <a:r>
              <a:rPr sz="2025" b="1">
                <a:solidFill>
                  <a:srgbClr val="1E5AA8"/>
                </a:solidFill>
              </a:rPr>
              <a:t>Kích thước</a:t>
            </a:r>
          </a:p>
        </p:txBody>
      </p:sp>
      <p:sp>
        <p:nvSpPr>
          <p:cNvPr id="15" name="">
            <a:extLst xmlns:a="http://schemas.openxmlformats.org/drawingml/2006/main">
              <a:ext uri="{FF2B5EF4-FFF2-40B4-BE49-F238E27FC236}">
                <a16:creationId xmlns:a16="http://schemas.microsoft.com/office/drawing/2014/main" id="{7E26E59A-B6E6-423A-81CA-6616CCD6225D}"/>
              </a:ext>
            </a:extLst>
          </p:cNvPr>
          <p:cNvSpPr>
            <a:spLocks xmlns:a="http://schemas.openxmlformats.org/drawingml/2006/main" noGrp="1"/>
          </p:cNvSpPr>
          <p:nvPr/>
        </p:nvSpPr>
        <p:spPr>
          <a:xfrm xmlns:a="http://schemas.openxmlformats.org/drawingml/2006/main">
            <a:off x="1809750" y="3600450"/>
            <a:ext cx="35623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a:solidFill>
                  <a:srgbClr val="334155"/>
                </a:solidFill>
              </a:defRPr>
            </a:defPPr>
            <a:lvl1pPr>
              <a:defRPr sz="1500">
                <a:solidFill>
                  <a:srgbClr val="334155"/>
                </a:solidFill>
              </a:defRPr>
            </a:lvl1pPr>
            <a:lvl2pPr>
              <a:defRPr sz="1500">
                <a:solidFill>
                  <a:srgbClr val="334155"/>
                </a:solidFill>
              </a:defRPr>
            </a:lvl2pPr>
            <a:lvl3pPr>
              <a:defRPr sz="1500">
                <a:solidFill>
                  <a:srgbClr val="334155"/>
                </a:solidFill>
              </a:defRPr>
            </a:lvl3pPr>
            <a:lvl4pPr>
              <a:defRPr sz="1500">
                <a:solidFill>
                  <a:srgbClr val="334155"/>
                </a:solidFill>
              </a:defRPr>
            </a:lvl4pPr>
            <a:lvl5pPr>
              <a:defRPr sz="1500">
                <a:solidFill>
                  <a:srgbClr val="334155"/>
                </a:solidFill>
              </a:defRPr>
            </a:lvl5pPr>
            <a:lvl6pPr>
              <a:defRPr sz="1500">
                <a:solidFill>
                  <a:srgbClr val="334155"/>
                </a:solidFill>
              </a:defRPr>
            </a:lvl6pPr>
            <a:lvl7pPr>
              <a:defRPr sz="1500">
                <a:solidFill>
                  <a:srgbClr val="334155"/>
                </a:solidFill>
              </a:defRPr>
            </a:lvl7pPr>
            <a:lvl8pPr>
              <a:defRPr sz="1500">
                <a:solidFill>
                  <a:srgbClr val="334155"/>
                </a:solidFill>
              </a:defRPr>
            </a:lvl8pPr>
            <a:lvl9pPr>
              <a:defRPr sz="1500">
                <a:solidFill>
                  <a:srgbClr val="334155"/>
                </a:solidFill>
              </a:defRPr>
            </a:lvl9pPr>
          </a:lstStyle>
          <a:p xmlns:a="http://schemas.openxmlformats.org/drawingml/2006/main">
            <a:pPr>
              <a:defRPr sz="1500">
                <a:solidFill>
                  <a:srgbClr val="334155"/>
                </a:solidFill>
              </a:defRPr>
            </a:pPr>
            <a:r>
              <a:rPr sz="1500">
                <a:solidFill>
                  <a:srgbClr val="334155"/>
                </a:solidFill>
              </a:rPr>
              <a:t>Khung cơ sở Android 360 × 800 dp</a:t>
            </a:r>
          </a:p>
          <a:p xmlns:a="http://schemas.openxmlformats.org/drawingml/2006/main">
            <a:pPr>
              <a:defRPr sz="1500">
                <a:solidFill>
                  <a:srgbClr val="334155"/>
                </a:solidFill>
              </a:defRPr>
            </a:pPr>
            <a:r>
              <a:rPr sz="1500">
                <a:solidFill>
                  <a:srgbClr val="334155"/>
                </a:solidFill>
              </a:rPr>
              <a:t>Vùng chạm tối thiểu 48 × 48 dp</a:t>
            </a:r>
          </a:p>
          <a:p xmlns:a="http://schemas.openxmlformats.org/drawingml/2006/main">
            <a:pPr>
              <a:defRPr sz="1500">
                <a:solidFill>
                  <a:srgbClr val="334155"/>
                </a:solidFill>
              </a:defRPr>
            </a:pPr>
            <a:r>
              <a:rPr sz="1500">
                <a:solidFill>
                  <a:srgbClr val="334155"/>
                </a:solidFill>
              </a:rPr>
              <a:t>Nút chính cao 52 dp</a:t>
            </a:r>
          </a:p>
        </p:txBody>
      </p:sp>
      <p:sp>
        <p:nvSpPr>
          <p:cNvPr id="16" name="">
            <a:extLst xmlns:a="http://schemas.openxmlformats.org/drawingml/2006/main">
              <a:ext uri="{FF2B5EF4-FFF2-40B4-BE49-F238E27FC236}">
                <a16:creationId xmlns:a16="http://schemas.microsoft.com/office/drawing/2014/main" id="{3F08C267-5EF8-457A-A21F-A78029DFEE9E}"/>
              </a:ext>
            </a:extLst>
          </p:cNvPr>
          <p:cNvSpPr>
            <a:spLocks xmlns:a="http://schemas.openxmlformats.org/drawingml/2006/main" noGrp="1"/>
          </p:cNvSpPr>
          <p:nvPr/>
        </p:nvSpPr>
        <p:spPr>
          <a:xfrm xmlns:a="http://schemas.openxmlformats.org/drawingml/2006/main">
            <a:off x="7096125" y="2857500"/>
            <a:ext cx="4095750" cy="2000250"/>
          </a:xfrm>
          <a:prstGeom xmlns:a="http://schemas.openxmlformats.org/drawingml/2006/main" prst="roundRect">
            <a:avLst>
              <a:gd name="adj" fmla="val 5714"/>
            </a:avLst>
          </a:prstGeom>
          <a:solidFill xmlns:a="http://schemas.openxmlformats.org/drawingml/2006/main">
            <a:srgbClr val="FFFFFF"/>
          </a:solidFill>
          <a:ln xmlns:a="http://schemas.openxmlformats.org/drawingml/2006/main" w="9525">
            <a:solidFill>
              <a:srgbClr val="D6E3ED"/>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7" name="">
            <a:extLst xmlns:a="http://schemas.openxmlformats.org/drawingml/2006/main">
              <a:ext uri="{FF2B5EF4-FFF2-40B4-BE49-F238E27FC236}">
                <a16:creationId xmlns:a16="http://schemas.microsoft.com/office/drawing/2014/main" id="{D450022B-5BDB-4695-8570-4BEAA2157FD3}"/>
              </a:ext>
            </a:extLst>
          </p:cNvPr>
          <p:cNvSpPr>
            <a:spLocks xmlns:a="http://schemas.openxmlformats.org/drawingml/2006/main" noGrp="1"/>
          </p:cNvSpPr>
          <p:nvPr/>
        </p:nvSpPr>
        <p:spPr>
          <a:xfrm xmlns:a="http://schemas.openxmlformats.org/drawingml/2006/main">
            <a:off x="7096125" y="2857500"/>
            <a:ext cx="95250" cy="2000250"/>
          </a:xfrm>
          <a:prstGeom xmlns:a="http://schemas.openxmlformats.org/drawingml/2006/main" prst="rect">
            <a:avLst/>
          </a:prstGeom>
          <a:solidFill xmlns:a="http://schemas.openxmlformats.org/drawingml/2006/main">
            <a:srgbClr val="2686C5"/>
          </a:solidFill>
          <a:ln xmlns:a="http://schemas.openxmlformats.org/drawingml/2006/main" w="0">
            <a:solidFill>
              <a:srgbClr val="2686C5"/>
            </a:solidFill>
            <a:prstDash val="solid"/>
          </a:ln>
        </p:spPr>
      </p:sp>
      <p:sp>
        <p:nvSpPr>
          <p:cNvPr id="18" name="">
            <a:extLst xmlns:a="http://schemas.openxmlformats.org/drawingml/2006/main">
              <a:ext uri="{FF2B5EF4-FFF2-40B4-BE49-F238E27FC236}">
                <a16:creationId xmlns:a16="http://schemas.microsoft.com/office/drawing/2014/main" id="{A6EC620C-A70B-496D-A0F3-415A03C33133}"/>
              </a:ext>
            </a:extLst>
          </p:cNvPr>
          <p:cNvSpPr>
            <a:spLocks xmlns:a="http://schemas.openxmlformats.org/drawingml/2006/main" noGrp="1"/>
          </p:cNvSpPr>
          <p:nvPr/>
        </p:nvSpPr>
        <p:spPr>
          <a:xfrm xmlns:a="http://schemas.openxmlformats.org/drawingml/2006/main">
            <a:off x="7381875" y="3067050"/>
            <a:ext cx="35623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1E5AA8"/>
                </a:solidFill>
              </a:defRPr>
            </a:defPPr>
            <a:lvl1pPr>
              <a:defRPr sz="2025" b="1">
                <a:solidFill>
                  <a:srgbClr val="1E5AA8"/>
                </a:solidFill>
              </a:defRPr>
            </a:lvl1pPr>
            <a:lvl2pPr>
              <a:defRPr sz="2025" b="1">
                <a:solidFill>
                  <a:srgbClr val="1E5AA8"/>
                </a:solidFill>
              </a:defRPr>
            </a:lvl2pPr>
            <a:lvl3pPr>
              <a:defRPr sz="2025" b="1">
                <a:solidFill>
                  <a:srgbClr val="1E5AA8"/>
                </a:solidFill>
              </a:defRPr>
            </a:lvl3pPr>
            <a:lvl4pPr>
              <a:defRPr sz="2025" b="1">
                <a:solidFill>
                  <a:srgbClr val="1E5AA8"/>
                </a:solidFill>
              </a:defRPr>
            </a:lvl4pPr>
            <a:lvl5pPr>
              <a:defRPr sz="2025" b="1">
                <a:solidFill>
                  <a:srgbClr val="1E5AA8"/>
                </a:solidFill>
              </a:defRPr>
            </a:lvl5pPr>
            <a:lvl6pPr>
              <a:defRPr sz="2025" b="1">
                <a:solidFill>
                  <a:srgbClr val="1E5AA8"/>
                </a:solidFill>
              </a:defRPr>
            </a:lvl6pPr>
            <a:lvl7pPr>
              <a:defRPr sz="2025" b="1">
                <a:solidFill>
                  <a:srgbClr val="1E5AA8"/>
                </a:solidFill>
              </a:defRPr>
            </a:lvl7pPr>
            <a:lvl8pPr>
              <a:defRPr sz="2025" b="1">
                <a:solidFill>
                  <a:srgbClr val="1E5AA8"/>
                </a:solidFill>
              </a:defRPr>
            </a:lvl8pPr>
            <a:lvl9pPr>
              <a:defRPr sz="2025" b="1">
                <a:solidFill>
                  <a:srgbClr val="1E5AA8"/>
                </a:solidFill>
              </a:defRPr>
            </a:lvl9pPr>
          </a:lstStyle>
          <a:p xmlns:a="http://schemas.openxmlformats.org/drawingml/2006/main">
            <a:pPr>
              <a:defRPr sz="2025" b="1">
                <a:solidFill>
                  <a:srgbClr val="1E5AA8"/>
                </a:solidFill>
              </a:defRPr>
            </a:pPr>
            <a:r>
              <a:rPr sz="2025" b="1">
                <a:solidFill>
                  <a:srgbClr val="1E5AA8"/>
                </a:solidFill>
              </a:rPr>
              <a:t>Khả năng đọc</a:t>
            </a:r>
          </a:p>
        </p:txBody>
      </p:sp>
      <p:sp>
        <p:nvSpPr>
          <p:cNvPr id="19" name="">
            <a:extLst xmlns:a="http://schemas.openxmlformats.org/drawingml/2006/main">
              <a:ext uri="{FF2B5EF4-FFF2-40B4-BE49-F238E27FC236}">
                <a16:creationId xmlns:a16="http://schemas.microsoft.com/office/drawing/2014/main" id="{5A1BDC7D-705E-4697-8BFD-E165E2F16958}"/>
              </a:ext>
            </a:extLst>
          </p:cNvPr>
          <p:cNvSpPr>
            <a:spLocks xmlns:a="http://schemas.openxmlformats.org/drawingml/2006/main" noGrp="1"/>
          </p:cNvSpPr>
          <p:nvPr/>
        </p:nvSpPr>
        <p:spPr>
          <a:xfrm xmlns:a="http://schemas.openxmlformats.org/drawingml/2006/main">
            <a:off x="7381875" y="3600450"/>
            <a:ext cx="35623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a:solidFill>
                  <a:srgbClr val="334155"/>
                </a:solidFill>
              </a:defRPr>
            </a:defPPr>
            <a:lvl1pPr>
              <a:defRPr sz="1500">
                <a:solidFill>
                  <a:srgbClr val="334155"/>
                </a:solidFill>
              </a:defRPr>
            </a:lvl1pPr>
            <a:lvl2pPr>
              <a:defRPr sz="1500">
                <a:solidFill>
                  <a:srgbClr val="334155"/>
                </a:solidFill>
              </a:defRPr>
            </a:lvl2pPr>
            <a:lvl3pPr>
              <a:defRPr sz="1500">
                <a:solidFill>
                  <a:srgbClr val="334155"/>
                </a:solidFill>
              </a:defRPr>
            </a:lvl3pPr>
            <a:lvl4pPr>
              <a:defRPr sz="1500">
                <a:solidFill>
                  <a:srgbClr val="334155"/>
                </a:solidFill>
              </a:defRPr>
            </a:lvl4pPr>
            <a:lvl5pPr>
              <a:defRPr sz="1500">
                <a:solidFill>
                  <a:srgbClr val="334155"/>
                </a:solidFill>
              </a:defRPr>
            </a:lvl5pPr>
            <a:lvl6pPr>
              <a:defRPr sz="1500">
                <a:solidFill>
                  <a:srgbClr val="334155"/>
                </a:solidFill>
              </a:defRPr>
            </a:lvl6pPr>
            <a:lvl7pPr>
              <a:defRPr sz="1500">
                <a:solidFill>
                  <a:srgbClr val="334155"/>
                </a:solidFill>
              </a:defRPr>
            </a:lvl7pPr>
            <a:lvl8pPr>
              <a:defRPr sz="1500">
                <a:solidFill>
                  <a:srgbClr val="334155"/>
                </a:solidFill>
              </a:defRPr>
            </a:lvl8pPr>
            <a:lvl9pPr>
              <a:defRPr sz="1500">
                <a:solidFill>
                  <a:srgbClr val="334155"/>
                </a:solidFill>
              </a:defRPr>
            </a:lvl9pPr>
          </a:lstStyle>
          <a:p xmlns:a="http://schemas.openxmlformats.org/drawingml/2006/main">
            <a:pPr>
              <a:defRPr sz="1500">
                <a:solidFill>
                  <a:srgbClr val="334155"/>
                </a:solidFill>
              </a:defRPr>
            </a:pPr>
            <a:r>
              <a:rPr sz="1500">
                <a:solidFill>
                  <a:srgbClr val="334155"/>
                </a:solidFill>
              </a:rPr>
              <a:t>Chữ nội dung ≥14 dp</a:t>
            </a:r>
          </a:p>
          <a:p xmlns:a="http://schemas.openxmlformats.org/drawingml/2006/main">
            <a:pPr>
              <a:defRPr sz="1500">
                <a:solidFill>
                  <a:srgbClr val="334155"/>
                </a:solidFill>
              </a:defRPr>
            </a:pPr>
            <a:r>
              <a:rPr sz="1500">
                <a:solidFill>
                  <a:srgbClr val="334155"/>
                </a:solidFill>
              </a:rPr>
              <a:t>Tương phản văn bản thường ≥4.5:1</a:t>
            </a:r>
          </a:p>
          <a:p xmlns:a="http://schemas.openxmlformats.org/drawingml/2006/main">
            <a:pPr>
              <a:defRPr sz="1500">
                <a:solidFill>
                  <a:srgbClr val="334155"/>
                </a:solidFill>
              </a:defRPr>
            </a:pPr>
            <a:r>
              <a:rPr sz="1500">
                <a:solidFill>
                  <a:srgbClr val="334155"/>
                </a:solidFill>
              </a:rPr>
              <a:t>Nhãn không chỉ dựa vào màu</a:t>
            </a:r>
          </a:p>
        </p:txBody>
      </p:sp>
      <p:sp>
        <p:nvSpPr>
          <p:cNvPr id="20" name="">
            <a:extLst xmlns:a="http://schemas.openxmlformats.org/drawingml/2006/main">
              <a:ext uri="{FF2B5EF4-FFF2-40B4-BE49-F238E27FC236}">
                <a16:creationId xmlns:a16="http://schemas.microsoft.com/office/drawing/2014/main" id="{0FEB8B3A-FCD5-4D1B-A3CD-4A7614F369D1}"/>
              </a:ext>
            </a:extLst>
          </p:cNvPr>
          <p:cNvSpPr>
            <a:spLocks xmlns:a="http://schemas.openxmlformats.org/drawingml/2006/main" noGrp="1"/>
          </p:cNvSpPr>
          <p:nvPr/>
        </p:nvSpPr>
        <p:spPr>
          <a:xfrm xmlns:a="http://schemas.openxmlformats.org/drawingml/2006/main">
            <a:off x="12668250" y="2857500"/>
            <a:ext cx="4095750" cy="2000250"/>
          </a:xfrm>
          <a:prstGeom xmlns:a="http://schemas.openxmlformats.org/drawingml/2006/main" prst="roundRect">
            <a:avLst>
              <a:gd name="adj" fmla="val 5714"/>
            </a:avLst>
          </a:prstGeom>
          <a:solidFill xmlns:a="http://schemas.openxmlformats.org/drawingml/2006/main">
            <a:srgbClr val="FFFFFF"/>
          </a:solidFill>
          <a:ln xmlns:a="http://schemas.openxmlformats.org/drawingml/2006/main" w="9525">
            <a:solidFill>
              <a:srgbClr val="D6E3ED"/>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1" name="">
            <a:extLst xmlns:a="http://schemas.openxmlformats.org/drawingml/2006/main">
              <a:ext uri="{FF2B5EF4-FFF2-40B4-BE49-F238E27FC236}">
                <a16:creationId xmlns:a16="http://schemas.microsoft.com/office/drawing/2014/main" id="{35B85866-E96D-4C77-9ECE-1146692C090F}"/>
              </a:ext>
            </a:extLst>
          </p:cNvPr>
          <p:cNvSpPr>
            <a:spLocks xmlns:a="http://schemas.openxmlformats.org/drawingml/2006/main" noGrp="1"/>
          </p:cNvSpPr>
          <p:nvPr/>
        </p:nvSpPr>
        <p:spPr>
          <a:xfrm xmlns:a="http://schemas.openxmlformats.org/drawingml/2006/main">
            <a:off x="12668250" y="2857500"/>
            <a:ext cx="95250" cy="2000250"/>
          </a:xfrm>
          <a:prstGeom xmlns:a="http://schemas.openxmlformats.org/drawingml/2006/main" prst="rect">
            <a:avLst/>
          </a:prstGeom>
          <a:solidFill xmlns:a="http://schemas.openxmlformats.org/drawingml/2006/main">
            <a:srgbClr val="2686C5"/>
          </a:solidFill>
          <a:ln xmlns:a="http://schemas.openxmlformats.org/drawingml/2006/main" w="0">
            <a:solidFill>
              <a:srgbClr val="2686C5"/>
            </a:solidFill>
            <a:prstDash val="solid"/>
          </a:ln>
        </p:spPr>
      </p:sp>
      <p:sp>
        <p:nvSpPr>
          <p:cNvPr id="22" name="">
            <a:extLst xmlns:a="http://schemas.openxmlformats.org/drawingml/2006/main">
              <a:ext uri="{FF2B5EF4-FFF2-40B4-BE49-F238E27FC236}">
                <a16:creationId xmlns:a16="http://schemas.microsoft.com/office/drawing/2014/main" id="{9FF9B821-B509-4C3D-8FF9-A93C1764AFCF}"/>
              </a:ext>
            </a:extLst>
          </p:cNvPr>
          <p:cNvSpPr>
            <a:spLocks xmlns:a="http://schemas.openxmlformats.org/drawingml/2006/main" noGrp="1"/>
          </p:cNvSpPr>
          <p:nvPr/>
        </p:nvSpPr>
        <p:spPr>
          <a:xfrm xmlns:a="http://schemas.openxmlformats.org/drawingml/2006/main">
            <a:off x="12954000" y="3067050"/>
            <a:ext cx="35623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1E5AA8"/>
                </a:solidFill>
              </a:defRPr>
            </a:defPPr>
            <a:lvl1pPr>
              <a:defRPr sz="2025" b="1">
                <a:solidFill>
                  <a:srgbClr val="1E5AA8"/>
                </a:solidFill>
              </a:defRPr>
            </a:lvl1pPr>
            <a:lvl2pPr>
              <a:defRPr sz="2025" b="1">
                <a:solidFill>
                  <a:srgbClr val="1E5AA8"/>
                </a:solidFill>
              </a:defRPr>
            </a:lvl2pPr>
            <a:lvl3pPr>
              <a:defRPr sz="2025" b="1">
                <a:solidFill>
                  <a:srgbClr val="1E5AA8"/>
                </a:solidFill>
              </a:defRPr>
            </a:lvl3pPr>
            <a:lvl4pPr>
              <a:defRPr sz="2025" b="1">
                <a:solidFill>
                  <a:srgbClr val="1E5AA8"/>
                </a:solidFill>
              </a:defRPr>
            </a:lvl4pPr>
            <a:lvl5pPr>
              <a:defRPr sz="2025" b="1">
                <a:solidFill>
                  <a:srgbClr val="1E5AA8"/>
                </a:solidFill>
              </a:defRPr>
            </a:lvl5pPr>
            <a:lvl6pPr>
              <a:defRPr sz="2025" b="1">
                <a:solidFill>
                  <a:srgbClr val="1E5AA8"/>
                </a:solidFill>
              </a:defRPr>
            </a:lvl6pPr>
            <a:lvl7pPr>
              <a:defRPr sz="2025" b="1">
                <a:solidFill>
                  <a:srgbClr val="1E5AA8"/>
                </a:solidFill>
              </a:defRPr>
            </a:lvl7pPr>
            <a:lvl8pPr>
              <a:defRPr sz="2025" b="1">
                <a:solidFill>
                  <a:srgbClr val="1E5AA8"/>
                </a:solidFill>
              </a:defRPr>
            </a:lvl8pPr>
            <a:lvl9pPr>
              <a:defRPr sz="2025" b="1">
                <a:solidFill>
                  <a:srgbClr val="1E5AA8"/>
                </a:solidFill>
              </a:defRPr>
            </a:lvl9pPr>
          </a:lstStyle>
          <a:p xmlns:a="http://schemas.openxmlformats.org/drawingml/2006/main">
            <a:pPr>
              <a:defRPr sz="2025" b="1">
                <a:solidFill>
                  <a:srgbClr val="1E5AA8"/>
                </a:solidFill>
              </a:defRPr>
            </a:pPr>
            <a:r>
              <a:rPr sz="2025" b="1">
                <a:solidFill>
                  <a:srgbClr val="1E5AA8"/>
                </a:solidFill>
              </a:rPr>
              <a:t>Trạng thái</a:t>
            </a:r>
          </a:p>
        </p:txBody>
      </p:sp>
      <p:sp>
        <p:nvSpPr>
          <p:cNvPr id="23" name="">
            <a:extLst xmlns:a="http://schemas.openxmlformats.org/drawingml/2006/main">
              <a:ext uri="{FF2B5EF4-FFF2-40B4-BE49-F238E27FC236}">
                <a16:creationId xmlns:a16="http://schemas.microsoft.com/office/drawing/2014/main" id="{EE5C88EB-E734-4C20-8785-9B441B8965E4}"/>
              </a:ext>
            </a:extLst>
          </p:cNvPr>
          <p:cNvSpPr>
            <a:spLocks xmlns:a="http://schemas.openxmlformats.org/drawingml/2006/main" noGrp="1"/>
          </p:cNvSpPr>
          <p:nvPr/>
        </p:nvSpPr>
        <p:spPr>
          <a:xfrm xmlns:a="http://schemas.openxmlformats.org/drawingml/2006/main">
            <a:off x="12954000" y="3600450"/>
            <a:ext cx="35623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a:solidFill>
                  <a:srgbClr val="334155"/>
                </a:solidFill>
              </a:defRPr>
            </a:defPPr>
            <a:lvl1pPr>
              <a:defRPr sz="1500">
                <a:solidFill>
                  <a:srgbClr val="334155"/>
                </a:solidFill>
              </a:defRPr>
            </a:lvl1pPr>
            <a:lvl2pPr>
              <a:defRPr sz="1500">
                <a:solidFill>
                  <a:srgbClr val="334155"/>
                </a:solidFill>
              </a:defRPr>
            </a:lvl2pPr>
            <a:lvl3pPr>
              <a:defRPr sz="1500">
                <a:solidFill>
                  <a:srgbClr val="334155"/>
                </a:solidFill>
              </a:defRPr>
            </a:lvl3pPr>
            <a:lvl4pPr>
              <a:defRPr sz="1500">
                <a:solidFill>
                  <a:srgbClr val="334155"/>
                </a:solidFill>
              </a:defRPr>
            </a:lvl4pPr>
            <a:lvl5pPr>
              <a:defRPr sz="1500">
                <a:solidFill>
                  <a:srgbClr val="334155"/>
                </a:solidFill>
              </a:defRPr>
            </a:lvl5pPr>
            <a:lvl6pPr>
              <a:defRPr sz="1500">
                <a:solidFill>
                  <a:srgbClr val="334155"/>
                </a:solidFill>
              </a:defRPr>
            </a:lvl6pPr>
            <a:lvl7pPr>
              <a:defRPr sz="1500">
                <a:solidFill>
                  <a:srgbClr val="334155"/>
                </a:solidFill>
              </a:defRPr>
            </a:lvl7pPr>
            <a:lvl8pPr>
              <a:defRPr sz="1500">
                <a:solidFill>
                  <a:srgbClr val="334155"/>
                </a:solidFill>
              </a:defRPr>
            </a:lvl8pPr>
            <a:lvl9pPr>
              <a:defRPr sz="1500">
                <a:solidFill>
                  <a:srgbClr val="334155"/>
                </a:solidFill>
              </a:defRPr>
            </a:lvl9pPr>
          </a:lstStyle>
          <a:p xmlns:a="http://schemas.openxmlformats.org/drawingml/2006/main">
            <a:pPr>
              <a:defRPr sz="1500">
                <a:solidFill>
                  <a:srgbClr val="334155"/>
                </a:solidFill>
              </a:defRPr>
            </a:pPr>
            <a:r>
              <a:rPr sz="1500">
                <a:solidFill>
                  <a:srgbClr val="334155"/>
                </a:solidFill>
              </a:rPr>
              <a:t>Thông báo lưu thành công rõ ràng</a:t>
            </a:r>
          </a:p>
          <a:p xmlns:a="http://schemas.openxmlformats.org/drawingml/2006/main">
            <a:pPr>
              <a:defRPr sz="1500">
                <a:solidFill>
                  <a:srgbClr val="334155"/>
                </a:solidFill>
              </a:defRPr>
            </a:pPr>
            <a:r>
              <a:rPr sz="1500">
                <a:solidFill>
                  <a:srgbClr val="334155"/>
                </a:solidFill>
              </a:rPr>
              <a:t>Xác nhận trước hành động xóa</a:t>
            </a:r>
          </a:p>
          <a:p xmlns:a="http://schemas.openxmlformats.org/drawingml/2006/main">
            <a:pPr>
              <a:defRPr sz="1500">
                <a:solidFill>
                  <a:srgbClr val="334155"/>
                </a:solidFill>
              </a:defRPr>
            </a:pPr>
            <a:r>
              <a:rPr sz="1500">
                <a:solidFill>
                  <a:srgbClr val="334155"/>
                </a:solidFill>
              </a:rPr>
              <a:t>Có lỗi và trạng thái trống</a:t>
            </a:r>
          </a:p>
        </p:txBody>
      </p:sp>
      <p:sp>
        <p:nvSpPr>
          <p:cNvPr id="24" name="">
            <a:extLst xmlns:a="http://schemas.openxmlformats.org/drawingml/2006/main">
              <a:ext uri="{FF2B5EF4-FFF2-40B4-BE49-F238E27FC236}">
                <a16:creationId xmlns:a16="http://schemas.microsoft.com/office/drawing/2014/main" id="{AC3C5293-BF48-4182-A637-73B10FC7914E}"/>
              </a:ext>
            </a:extLst>
          </p:cNvPr>
          <p:cNvSpPr>
            <a:spLocks xmlns:a="http://schemas.openxmlformats.org/drawingml/2006/main" noGrp="1"/>
          </p:cNvSpPr>
          <p:nvPr/>
        </p:nvSpPr>
        <p:spPr>
          <a:xfrm xmlns:a="http://schemas.openxmlformats.org/drawingml/2006/main">
            <a:off x="1524000" y="6191250"/>
            <a:ext cx="14668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1">
                <a:solidFill>
                  <a:srgbClr val="1E5AA8"/>
                </a:solidFill>
              </a:defRPr>
            </a:defPPr>
            <a:lvl1pPr>
              <a:defRPr sz="1800" b="1">
                <a:solidFill>
                  <a:srgbClr val="1E5AA8"/>
                </a:solidFill>
              </a:defRPr>
            </a:lvl1pPr>
            <a:lvl2pPr>
              <a:defRPr sz="1800" b="1">
                <a:solidFill>
                  <a:srgbClr val="1E5AA8"/>
                </a:solidFill>
              </a:defRPr>
            </a:lvl2pPr>
            <a:lvl3pPr>
              <a:defRPr sz="1800" b="1">
                <a:solidFill>
                  <a:srgbClr val="1E5AA8"/>
                </a:solidFill>
              </a:defRPr>
            </a:lvl3pPr>
            <a:lvl4pPr>
              <a:defRPr sz="1800" b="1">
                <a:solidFill>
                  <a:srgbClr val="1E5AA8"/>
                </a:solidFill>
              </a:defRPr>
            </a:lvl4pPr>
            <a:lvl5pPr>
              <a:defRPr sz="1800" b="1">
                <a:solidFill>
                  <a:srgbClr val="1E5AA8"/>
                </a:solidFill>
              </a:defRPr>
            </a:lvl5pPr>
            <a:lvl6pPr>
              <a:defRPr sz="1800" b="1">
                <a:solidFill>
                  <a:srgbClr val="1E5AA8"/>
                </a:solidFill>
              </a:defRPr>
            </a:lvl6pPr>
            <a:lvl7pPr>
              <a:defRPr sz="1800" b="1">
                <a:solidFill>
                  <a:srgbClr val="1E5AA8"/>
                </a:solidFill>
              </a:defRPr>
            </a:lvl7pPr>
            <a:lvl8pPr>
              <a:defRPr sz="1800" b="1">
                <a:solidFill>
                  <a:srgbClr val="1E5AA8"/>
                </a:solidFill>
              </a:defRPr>
            </a:lvl8pPr>
            <a:lvl9pPr>
              <a:defRPr sz="1800" b="1">
                <a:solidFill>
                  <a:srgbClr val="1E5AA8"/>
                </a:solidFill>
              </a:defRPr>
            </a:lvl9pPr>
          </a:lstStyle>
          <a:p xmlns:a="http://schemas.openxmlformats.org/drawingml/2006/main">
            <a:pPr>
              <a:defRPr sz="1800" b="1">
                <a:solidFill>
                  <a:srgbClr val="1E5AA8"/>
                </a:solidFill>
              </a:defRPr>
            </a:pPr>
            <a:r>
              <a:rPr sz="1800" b="1">
                <a:solidFill>
                  <a:srgbClr val="1E5AA8"/>
                </a:solidFill>
              </a:rPr>
              <a:t>Cần bổ sung trước khi nộp: ảnh kiểm tra 360 dp và 412 dp từ Figma, cùng ảnh đối chiếu vùng chạm và contrast cho các màn chính.</a:t>
            </a:r>
          </a:p>
        </p:txBody>
      </p:sp>
      <p:sp>
        <p:nvSpPr>
          <p:cNvPr id="25" name="">
            <a:extLst xmlns:a="http://schemas.openxmlformats.org/drawingml/2006/main">
              <a:ext uri="{FF2B5EF4-FFF2-40B4-BE49-F238E27FC236}">
                <a16:creationId xmlns:a16="http://schemas.microsoft.com/office/drawing/2014/main" id="{5BEF7E37-387B-469B-98E5-835F17AB2156}"/>
              </a:ext>
            </a:extLst>
          </p:cNvPr>
          <p:cNvSpPr>
            <a:spLocks xmlns:a="http://schemas.openxmlformats.org/drawingml/2006/main" noGrp="1"/>
          </p:cNvSpPr>
          <p:nvPr/>
        </p:nvSpPr>
        <p:spPr>
          <a:xfrm xmlns:a="http://schemas.openxmlformats.org/drawingml/2006/main">
            <a:off x="1524000" y="7429500"/>
            <a:ext cx="13335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a:solidFill>
                  <a:srgbClr val="536878"/>
                </a:solidFill>
              </a:defRPr>
            </a:defPPr>
            <a:lvl1pPr>
              <a:defRPr sz="1350">
                <a:solidFill>
                  <a:srgbClr val="536878"/>
                </a:solidFill>
              </a:defRPr>
            </a:lvl1pPr>
            <a:lvl2pPr>
              <a:defRPr sz="1350">
                <a:solidFill>
                  <a:srgbClr val="536878"/>
                </a:solidFill>
              </a:defRPr>
            </a:lvl2pPr>
            <a:lvl3pPr>
              <a:defRPr sz="1350">
                <a:solidFill>
                  <a:srgbClr val="536878"/>
                </a:solidFill>
              </a:defRPr>
            </a:lvl3pPr>
            <a:lvl4pPr>
              <a:defRPr sz="1350">
                <a:solidFill>
                  <a:srgbClr val="536878"/>
                </a:solidFill>
              </a:defRPr>
            </a:lvl4pPr>
            <a:lvl5pPr>
              <a:defRPr sz="1350">
                <a:solidFill>
                  <a:srgbClr val="536878"/>
                </a:solidFill>
              </a:defRPr>
            </a:lvl5pPr>
            <a:lvl6pPr>
              <a:defRPr sz="1350">
                <a:solidFill>
                  <a:srgbClr val="536878"/>
                </a:solidFill>
              </a:defRPr>
            </a:lvl6pPr>
            <a:lvl7pPr>
              <a:defRPr sz="1350">
                <a:solidFill>
                  <a:srgbClr val="536878"/>
                </a:solidFill>
              </a:defRPr>
            </a:lvl7pPr>
            <a:lvl8pPr>
              <a:defRPr sz="1350">
                <a:solidFill>
                  <a:srgbClr val="536878"/>
                </a:solidFill>
              </a:defRPr>
            </a:lvl8pPr>
            <a:lvl9pPr>
              <a:defRPr sz="1350">
                <a:solidFill>
                  <a:srgbClr val="536878"/>
                </a:solidFill>
              </a:defRPr>
            </a:lvl9pPr>
          </a:lstStyle>
          <a:p xmlns:a="http://schemas.openxmlformats.org/drawingml/2006/main">
            <a:pPr>
              <a:defRPr sz="1350">
                <a:solidFill>
                  <a:srgbClr val="536878"/>
                </a:solidFill>
              </a:defRPr>
            </a:pPr>
            <a:r>
              <a:rPr sz="1350">
                <a:solidFill>
                  <a:srgbClr val="536878"/>
                </a:solidFill>
              </a:rPr>
              <a:t>Các thông số trên là tiêu chí thiết kế; kiểm chứng trực quan trong Figma vẫn đang chờ bổ sung.</a:t>
            </a:r>
          </a:p>
        </p:txBody>
      </p:sp>
    </p:spTree>
    <p:extLst>
      <p:ext uri="{BB962C8B-B14F-4D97-AF65-F5344CB8AC3E}">
        <p14:creationId xmlns:p14="http://schemas.microsoft.com/office/powerpoint/2010/main" val="707865451"/>
      </p:ext>
    </p:extLst>
  </p:cSld>
</p:sld>
</file>

<file path=ppt/slides/slide11.xml><?xml version="1.0" encoding="utf-8"?>
<p:sld xmlns:p="http://schemas.openxmlformats.org/presentationml/2006/main">
  <p:cSld>
    <p:bg>
      <p:bgPr>
        <a:solidFill xmlns:a="http://schemas.openxmlformats.org/drawingml/2006/main">
          <a:srgbClr val="EEEEEE"/>
        </a:solidFill>
      </p:bgPr>
    </p:bg>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001A65ED-511F-4865-8910-DF8B52F52FA9}"/>
              </a:ext>
            </a:extLst>
          </p:cNvPr>
          <p:cNvSpPr>
            <a:spLocks xmlns:a="http://schemas.openxmlformats.org/drawingml/2006/main" noGrp="1"/>
          </p:cNvSpPr>
          <p:nvPr/>
        </p:nvSpPr>
        <p:spPr>
          <a:xfrm xmlns:a="http://schemas.openxmlformats.org/drawingml/2006/main" rot="0" flipH="1" flipV="0">
            <a:off x="14974825" y="7209737"/>
            <a:ext cx="3986207" cy="3391900"/>
          </a:xfrm>
          <a:custGeom xmlns:a="http://schemas.openxmlformats.org/drawingml/2006/main">
            <a:rect l="l" t="t" r="r" b="b"/>
            <a:pathLst>
              <a:path w="3986207" h="3391900">
                <a:moveTo>
                  <a:pt x="3986208" y="0"/>
                </a:moveTo>
                <a:lnTo>
                  <a:pt x="0" y="0"/>
                </a:lnTo>
                <a:lnTo>
                  <a:pt x="0" y="3391901"/>
                </a:lnTo>
                <a:lnTo>
                  <a:pt x="3986208" y="3391901"/>
                </a:lnTo>
                <a:lnTo>
                  <a:pt x="3986208" y="0"/>
                </a:lnTo>
                <a:close/>
              </a:path>
            </a:pathLst>
          </a:custGeom>
          <a:blipFill xmlns:a="http://schemas.openxmlformats.org/drawingml/2006/main">
            <a:blip xmlns:r="http://schemas.openxmlformats.org/officeDocument/2006/relationships" r:embed="R8875bf014a7a4c0d">
              <a:extLst>
                <a:ext uri="{96DAC541-7B7A-43D3-8B79-37D633B846F1}">
                  <asvg:svgBlip xmlns:asvg="http://schemas.microsoft.com/office/drawing/2016/SVG/main" r:embed="Rf1b98c9e92a64ad2"/>
                </a:ext>
              </a:extLst>
            </a:blip>
            <a:stretch>
              <a:fillRect l="0" t="0" r="0" b="0"/>
            </a:stretch>
          </a:blipFill>
        </p:spPr>
      </p:sp>
      <p:sp>
        <p:nvSpPr>
          <p:cNvPr id="3" name="TextBox 3">
            <a:extLst xmlns:a="http://schemas.openxmlformats.org/drawingml/2006/main">
              <a:ext uri="{FF2B5EF4-FFF2-40B4-BE49-F238E27FC236}">
                <a16:creationId xmlns:a16="http://schemas.microsoft.com/office/drawing/2014/main" id="{EBB9A860-61D4-48F8-A0CD-C4F747D6E810}"/>
              </a:ext>
            </a:extLst>
          </p:cNvPr>
          <p:cNvSpPr>
            <a:spLocks xmlns:a="http://schemas.openxmlformats.org/drawingml/2006/main" noGrp="1"/>
          </p:cNvSpPr>
          <p:nvPr/>
        </p:nvSpPr>
        <p:spPr>
          <a:xfrm xmlns:a="http://schemas.openxmlformats.org/drawingml/2006/main" rot="0">
            <a:off x="3013903" y="389222"/>
            <a:ext cx="12748275" cy="1401191"/>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11033"/>
              </a:lnSpc>
              <a:buNone/>
            </a:pPr>
            <a:r>
              <a:rPr sz="9763" b="1">
                <a:solidFill>
                  <a:srgbClr val="548CA8"/>
                </a:solidFill>
                <a:latin typeface="Poppins Bold"/>
                <a:ea typeface="Poppins Bold"/>
                <a:cs typeface="Poppins Bold"/>
              </a:rPr>
              <a:t/>
            </a:r>
          </a:p>
        </p:txBody>
      </p:sp>
      <p:sp>
        <p:nvSpPr>
          <p:cNvPr id="5" name="Freeform 5">
            <a:extLst xmlns:a="http://schemas.openxmlformats.org/drawingml/2006/main">
              <a:ext uri="{FF2B5EF4-FFF2-40B4-BE49-F238E27FC236}">
                <a16:creationId xmlns:a16="http://schemas.microsoft.com/office/drawing/2014/main" id="{A9692E78-EECE-47DB-82E4-CEC6021BF40C}"/>
              </a:ext>
            </a:extLst>
          </p:cNvPr>
          <p:cNvSpPr>
            <a:spLocks xmlns:a="http://schemas.openxmlformats.org/drawingml/2006/main" noGrp="1"/>
          </p:cNvSpPr>
          <p:nvPr/>
        </p:nvSpPr>
        <p:spPr>
          <a:xfrm xmlns:a="http://schemas.openxmlformats.org/drawingml/2006/main" rot="0" flipH="0" flipV="0">
            <a:off x="11796813" y="3571647"/>
            <a:ext cx="4468301" cy="2359726"/>
          </a:xfrm>
          <a:custGeom xmlns:a="http://schemas.openxmlformats.org/drawingml/2006/main">
            <a:rect l="l" t="t" r="r" b="b"/>
            <a:pathLst>
              <a:path w="763720" h="403323">
                <a:moveTo>
                  <a:pt x="0" y="0"/>
                </a:moveTo>
                <a:lnTo>
                  <a:pt x="763720" y="0"/>
                </a:lnTo>
                <a:lnTo>
                  <a:pt x="763720" y="403323"/>
                </a:lnTo>
                <a:lnTo>
                  <a:pt x="0" y="403323"/>
                </a:lnTo>
                <a:close/>
              </a:path>
            </a:pathLst>
          </a:custGeom>
          <a:blipFill xmlns:a="http://schemas.openxmlformats.org/drawingml/2006/main">
            <a:blip xmlns:r="http://schemas.openxmlformats.org/officeDocument/2006/relationships" r:embed="Rb853f6ba7b3e4e3c"/>
            <a:stretch>
              <a:fillRect l="0" t="0" r="-8037" b="-36554"/>
            </a:stretch>
          </a:blipFill>
        </p:spPr>
      </p:sp>
      <p:sp>
        <p:nvSpPr>
          <p:cNvPr id="7" name="Freeform 7">
            <a:extLst xmlns:a="http://schemas.openxmlformats.org/drawingml/2006/main">
              <a:ext uri="{FF2B5EF4-FFF2-40B4-BE49-F238E27FC236}">
                <a16:creationId xmlns:a16="http://schemas.microsoft.com/office/drawing/2014/main" id="{66970284-9A9A-49D5-AACD-A935C81BB0DD}"/>
              </a:ext>
            </a:extLst>
          </p:cNvPr>
          <p:cNvSpPr>
            <a:spLocks xmlns:a="http://schemas.openxmlformats.org/drawingml/2006/main" noGrp="1"/>
          </p:cNvSpPr>
          <p:nvPr/>
        </p:nvSpPr>
        <p:spPr>
          <a:xfrm xmlns:a="http://schemas.openxmlformats.org/drawingml/2006/main" rot="0" flipH="0" flipV="0">
            <a:off x="11796813" y="6349570"/>
            <a:ext cx="4370390" cy="2315518"/>
          </a:xfrm>
          <a:custGeom xmlns:a="http://schemas.openxmlformats.org/drawingml/2006/main">
            <a:rect l="l" t="t" r="r" b="b"/>
            <a:pathLst>
              <a:path w="1269874" h="672804">
                <a:moveTo>
                  <a:pt x="47829" y="0"/>
                </a:moveTo>
                <a:lnTo>
                  <a:pt x="1222045" y="0"/>
                </a:lnTo>
                <a:cubicBezTo>
                  <a:pt x="1234730" y="0"/>
                  <a:pt x="1246896" y="5039"/>
                  <a:pt x="1255865" y="14009"/>
                </a:cubicBezTo>
                <a:cubicBezTo>
                  <a:pt x="1264835" y="22979"/>
                  <a:pt x="1269874" y="35144"/>
                  <a:pt x="1269874" y="47829"/>
                </a:cubicBezTo>
                <a:lnTo>
                  <a:pt x="1269874" y="624975"/>
                </a:lnTo>
                <a:cubicBezTo>
                  <a:pt x="1269874" y="637660"/>
                  <a:pt x="1264835" y="649826"/>
                  <a:pt x="1255865" y="658795"/>
                </a:cubicBezTo>
                <a:cubicBezTo>
                  <a:pt x="1246896" y="667765"/>
                  <a:pt x="1234730" y="672804"/>
                  <a:pt x="1222045" y="672804"/>
                </a:cubicBezTo>
                <a:lnTo>
                  <a:pt x="47829" y="672804"/>
                </a:lnTo>
                <a:cubicBezTo>
                  <a:pt x="35144" y="672804"/>
                  <a:pt x="22979" y="667765"/>
                  <a:pt x="14009" y="658795"/>
                </a:cubicBezTo>
                <a:cubicBezTo>
                  <a:pt x="5039" y="649826"/>
                  <a:pt x="0" y="637660"/>
                  <a:pt x="0" y="624975"/>
                </a:cubicBezTo>
                <a:lnTo>
                  <a:pt x="0" y="47829"/>
                </a:lnTo>
                <a:cubicBezTo>
                  <a:pt x="0" y="35144"/>
                  <a:pt x="5039" y="22979"/>
                  <a:pt x="14009" y="14009"/>
                </a:cubicBezTo>
                <a:cubicBezTo>
                  <a:pt x="22979" y="5039"/>
                  <a:pt x="35144" y="0"/>
                  <a:pt x="47829" y="0"/>
                </a:cubicBezTo>
                <a:close/>
              </a:path>
            </a:pathLst>
          </a:custGeom>
          <a:solidFill xmlns:a="http://schemas.openxmlformats.org/drawingml/2006/main">
            <a:srgbClr val="476072"/>
          </a:solidFill>
        </p:spPr>
      </p:sp>
      <p:sp>
        <p:nvSpPr>
          <p:cNvPr id="8" name="TextBox 8">
            <a:extLst xmlns:a="http://schemas.openxmlformats.org/drawingml/2006/main">
              <a:ext uri="{FF2B5EF4-FFF2-40B4-BE49-F238E27FC236}">
                <a16:creationId xmlns:a16="http://schemas.microsoft.com/office/drawing/2014/main" id="{FF481B2C-A971-45BE-BAF3-6D3A581B6B79}"/>
              </a:ext>
            </a:extLst>
          </p:cNvPr>
          <p:cNvSpPr>
            <a:spLocks xmlns:a="http://schemas.openxmlformats.org/drawingml/2006/main" noGrp="1"/>
          </p:cNvSpPr>
          <p:nvPr/>
        </p:nvSpPr>
        <p:spPr>
          <a:xfrm xmlns:a="http://schemas.openxmlformats.org/drawingml/2006/main" rot="0" flipH="0" flipV="0">
            <a:off x="11796813" y="6218446"/>
            <a:ext cx="4370390" cy="2446642"/>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2659"/>
              </a:lnSpc>
              <a:buNone/>
            </a:pPr>
          </a:p>
        </p:txBody>
      </p:sp>
      <p:sp>
        <p:nvSpPr>
          <p:cNvPr id="10" name="Freeform 10">
            <a:extLst xmlns:a="http://schemas.openxmlformats.org/drawingml/2006/main">
              <a:ext uri="{FF2B5EF4-FFF2-40B4-BE49-F238E27FC236}">
                <a16:creationId xmlns:a16="http://schemas.microsoft.com/office/drawing/2014/main" id="{5A23E98A-66C9-4A04-B33A-74A16E362906}"/>
              </a:ext>
            </a:extLst>
          </p:cNvPr>
          <p:cNvSpPr>
            <a:spLocks xmlns:a="http://schemas.openxmlformats.org/drawingml/2006/main" noGrp="1"/>
          </p:cNvSpPr>
          <p:nvPr/>
        </p:nvSpPr>
        <p:spPr>
          <a:xfrm xmlns:a="http://schemas.openxmlformats.org/drawingml/2006/main" rot="0" flipH="0" flipV="0">
            <a:off x="2022886" y="3571647"/>
            <a:ext cx="4468301" cy="2359726"/>
          </a:xfrm>
          <a:custGeom xmlns:a="http://schemas.openxmlformats.org/drawingml/2006/main">
            <a:rect l="l" t="t" r="r" b="b"/>
            <a:pathLst>
              <a:path w="763720" h="403323">
                <a:moveTo>
                  <a:pt x="0" y="0"/>
                </a:moveTo>
                <a:lnTo>
                  <a:pt x="763720" y="0"/>
                </a:lnTo>
                <a:lnTo>
                  <a:pt x="763720" y="403323"/>
                </a:lnTo>
                <a:lnTo>
                  <a:pt x="0" y="403323"/>
                </a:lnTo>
                <a:close/>
              </a:path>
            </a:pathLst>
          </a:custGeom>
          <a:blipFill xmlns:a="http://schemas.openxmlformats.org/drawingml/2006/main">
            <a:blip xmlns:r="http://schemas.openxmlformats.org/officeDocument/2006/relationships" r:embed="Radfdb0224f7d4a55"/>
            <a:stretch>
              <a:fillRect l="-25635" t="-11587" r="-33659" b="-89753"/>
            </a:stretch>
          </a:blipFill>
        </p:spPr>
      </p:sp>
      <p:sp>
        <p:nvSpPr>
          <p:cNvPr id="12" name="Freeform 12">
            <a:extLst xmlns:a="http://schemas.openxmlformats.org/drawingml/2006/main">
              <a:ext uri="{FF2B5EF4-FFF2-40B4-BE49-F238E27FC236}">
                <a16:creationId xmlns:a16="http://schemas.microsoft.com/office/drawing/2014/main" id="{B7C37C2D-CDB2-438A-9515-E5050B359EB7}"/>
              </a:ext>
            </a:extLst>
          </p:cNvPr>
          <p:cNvSpPr>
            <a:spLocks xmlns:a="http://schemas.openxmlformats.org/drawingml/2006/main" noGrp="1"/>
          </p:cNvSpPr>
          <p:nvPr/>
        </p:nvSpPr>
        <p:spPr>
          <a:xfrm xmlns:a="http://schemas.openxmlformats.org/drawingml/2006/main" rot="0" flipH="0" flipV="0">
            <a:off x="2120796" y="6349570"/>
            <a:ext cx="4370390" cy="2315518"/>
          </a:xfrm>
          <a:custGeom xmlns:a="http://schemas.openxmlformats.org/drawingml/2006/main">
            <a:rect l="l" t="t" r="r" b="b"/>
            <a:pathLst>
              <a:path w="1269874" h="672804">
                <a:moveTo>
                  <a:pt x="47829" y="0"/>
                </a:moveTo>
                <a:lnTo>
                  <a:pt x="1222045" y="0"/>
                </a:lnTo>
                <a:cubicBezTo>
                  <a:pt x="1234730" y="0"/>
                  <a:pt x="1246896" y="5039"/>
                  <a:pt x="1255865" y="14009"/>
                </a:cubicBezTo>
                <a:cubicBezTo>
                  <a:pt x="1264835" y="22979"/>
                  <a:pt x="1269874" y="35144"/>
                  <a:pt x="1269874" y="47829"/>
                </a:cubicBezTo>
                <a:lnTo>
                  <a:pt x="1269874" y="624975"/>
                </a:lnTo>
                <a:cubicBezTo>
                  <a:pt x="1269874" y="637660"/>
                  <a:pt x="1264835" y="649826"/>
                  <a:pt x="1255865" y="658795"/>
                </a:cubicBezTo>
                <a:cubicBezTo>
                  <a:pt x="1246896" y="667765"/>
                  <a:pt x="1234730" y="672804"/>
                  <a:pt x="1222045" y="672804"/>
                </a:cubicBezTo>
                <a:lnTo>
                  <a:pt x="47829" y="672804"/>
                </a:lnTo>
                <a:cubicBezTo>
                  <a:pt x="35144" y="672804"/>
                  <a:pt x="22979" y="667765"/>
                  <a:pt x="14009" y="658795"/>
                </a:cubicBezTo>
                <a:cubicBezTo>
                  <a:pt x="5039" y="649826"/>
                  <a:pt x="0" y="637660"/>
                  <a:pt x="0" y="624975"/>
                </a:cubicBezTo>
                <a:lnTo>
                  <a:pt x="0" y="47829"/>
                </a:lnTo>
                <a:cubicBezTo>
                  <a:pt x="0" y="35144"/>
                  <a:pt x="5039" y="22979"/>
                  <a:pt x="14009" y="14009"/>
                </a:cubicBezTo>
                <a:cubicBezTo>
                  <a:pt x="22979" y="5039"/>
                  <a:pt x="35144" y="0"/>
                  <a:pt x="47829" y="0"/>
                </a:cubicBezTo>
                <a:close/>
              </a:path>
            </a:pathLst>
          </a:custGeom>
          <a:solidFill xmlns:a="http://schemas.openxmlformats.org/drawingml/2006/main">
            <a:srgbClr val="476072"/>
          </a:solidFill>
        </p:spPr>
      </p:sp>
      <p:sp>
        <p:nvSpPr>
          <p:cNvPr id="13" name="TextBox 13">
            <a:extLst xmlns:a="http://schemas.openxmlformats.org/drawingml/2006/main">
              <a:ext uri="{FF2B5EF4-FFF2-40B4-BE49-F238E27FC236}">
                <a16:creationId xmlns:a16="http://schemas.microsoft.com/office/drawing/2014/main" id="{EDD5BD11-54F9-44DC-978C-1EFFFEDC4B76}"/>
              </a:ext>
            </a:extLst>
          </p:cNvPr>
          <p:cNvSpPr>
            <a:spLocks xmlns:a="http://schemas.openxmlformats.org/drawingml/2006/main" noGrp="1"/>
          </p:cNvSpPr>
          <p:nvPr/>
        </p:nvSpPr>
        <p:spPr>
          <a:xfrm xmlns:a="http://schemas.openxmlformats.org/drawingml/2006/main" rot="0" flipH="0" flipV="0">
            <a:off x="2120796" y="6218446"/>
            <a:ext cx="4370390" cy="2446642"/>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2659"/>
              </a:lnSpc>
              <a:buNone/>
            </a:pPr>
          </a:p>
        </p:txBody>
      </p:sp>
      <p:sp>
        <p:nvSpPr>
          <p:cNvPr id="15" name="Freeform 15">
            <a:extLst xmlns:a="http://schemas.openxmlformats.org/drawingml/2006/main">
              <a:ext uri="{FF2B5EF4-FFF2-40B4-BE49-F238E27FC236}">
                <a16:creationId xmlns:a16="http://schemas.microsoft.com/office/drawing/2014/main" id="{5C47D5E0-FEA9-44DB-8C70-EFE3210A1B53}"/>
              </a:ext>
            </a:extLst>
          </p:cNvPr>
          <p:cNvSpPr>
            <a:spLocks xmlns:a="http://schemas.openxmlformats.org/drawingml/2006/main" noGrp="1"/>
          </p:cNvSpPr>
          <p:nvPr/>
        </p:nvSpPr>
        <p:spPr>
          <a:xfrm xmlns:a="http://schemas.openxmlformats.org/drawingml/2006/main" rot="0" flipH="0" flipV="0">
            <a:off x="6909413" y="3571647"/>
            <a:ext cx="4468301" cy="2359726"/>
          </a:xfrm>
          <a:custGeom xmlns:a="http://schemas.openxmlformats.org/drawingml/2006/main">
            <a:rect l="l" t="t" r="r" b="b"/>
            <a:pathLst>
              <a:path w="763720" h="403323">
                <a:moveTo>
                  <a:pt x="0" y="0"/>
                </a:moveTo>
                <a:lnTo>
                  <a:pt x="763720" y="0"/>
                </a:lnTo>
                <a:lnTo>
                  <a:pt x="763720" y="403323"/>
                </a:lnTo>
                <a:lnTo>
                  <a:pt x="0" y="403323"/>
                </a:lnTo>
                <a:close/>
              </a:path>
            </a:pathLst>
          </a:custGeom>
          <a:blipFill xmlns:a="http://schemas.openxmlformats.org/drawingml/2006/main">
            <a:blip xmlns:r="http://schemas.openxmlformats.org/officeDocument/2006/relationships" r:embed="R413c3fc514ef4f41"/>
            <a:stretch>
              <a:fillRect l="0" t="0" r="0" b="-26158"/>
            </a:stretch>
          </a:blipFill>
        </p:spPr>
      </p:sp>
      <p:sp>
        <p:nvSpPr>
          <p:cNvPr id="17" name="Freeform 17">
            <a:extLst xmlns:a="http://schemas.openxmlformats.org/drawingml/2006/main">
              <a:ext uri="{FF2B5EF4-FFF2-40B4-BE49-F238E27FC236}">
                <a16:creationId xmlns:a16="http://schemas.microsoft.com/office/drawing/2014/main" id="{50478E4D-B26C-4645-9BB4-5F7C88EC19FC}"/>
              </a:ext>
            </a:extLst>
          </p:cNvPr>
          <p:cNvSpPr>
            <a:spLocks xmlns:a="http://schemas.openxmlformats.org/drawingml/2006/main" noGrp="1"/>
          </p:cNvSpPr>
          <p:nvPr/>
        </p:nvSpPr>
        <p:spPr>
          <a:xfrm xmlns:a="http://schemas.openxmlformats.org/drawingml/2006/main" rot="0" flipH="0" flipV="0">
            <a:off x="6909413" y="6393181"/>
            <a:ext cx="4370390" cy="2315518"/>
          </a:xfrm>
          <a:custGeom xmlns:a="http://schemas.openxmlformats.org/drawingml/2006/main">
            <a:rect l="l" t="t" r="r" b="b"/>
            <a:pathLst>
              <a:path w="1269874" h="672804">
                <a:moveTo>
                  <a:pt x="47829" y="0"/>
                </a:moveTo>
                <a:lnTo>
                  <a:pt x="1222045" y="0"/>
                </a:lnTo>
                <a:cubicBezTo>
                  <a:pt x="1234730" y="0"/>
                  <a:pt x="1246896" y="5039"/>
                  <a:pt x="1255865" y="14009"/>
                </a:cubicBezTo>
                <a:cubicBezTo>
                  <a:pt x="1264835" y="22979"/>
                  <a:pt x="1269874" y="35144"/>
                  <a:pt x="1269874" y="47829"/>
                </a:cubicBezTo>
                <a:lnTo>
                  <a:pt x="1269874" y="624975"/>
                </a:lnTo>
                <a:cubicBezTo>
                  <a:pt x="1269874" y="637660"/>
                  <a:pt x="1264835" y="649826"/>
                  <a:pt x="1255865" y="658795"/>
                </a:cubicBezTo>
                <a:cubicBezTo>
                  <a:pt x="1246896" y="667765"/>
                  <a:pt x="1234730" y="672804"/>
                  <a:pt x="1222045" y="672804"/>
                </a:cubicBezTo>
                <a:lnTo>
                  <a:pt x="47829" y="672804"/>
                </a:lnTo>
                <a:cubicBezTo>
                  <a:pt x="35144" y="672804"/>
                  <a:pt x="22979" y="667765"/>
                  <a:pt x="14009" y="658795"/>
                </a:cubicBezTo>
                <a:cubicBezTo>
                  <a:pt x="5039" y="649826"/>
                  <a:pt x="0" y="637660"/>
                  <a:pt x="0" y="624975"/>
                </a:cubicBezTo>
                <a:lnTo>
                  <a:pt x="0" y="47829"/>
                </a:lnTo>
                <a:cubicBezTo>
                  <a:pt x="0" y="35144"/>
                  <a:pt x="5039" y="22979"/>
                  <a:pt x="14009" y="14009"/>
                </a:cubicBezTo>
                <a:cubicBezTo>
                  <a:pt x="22979" y="5039"/>
                  <a:pt x="35144" y="0"/>
                  <a:pt x="47829" y="0"/>
                </a:cubicBezTo>
                <a:close/>
              </a:path>
            </a:pathLst>
          </a:custGeom>
          <a:solidFill xmlns:a="http://schemas.openxmlformats.org/drawingml/2006/main">
            <a:srgbClr val="476072"/>
          </a:solidFill>
        </p:spPr>
      </p:sp>
      <p:sp>
        <p:nvSpPr>
          <p:cNvPr id="18" name="TextBox 18">
            <a:extLst xmlns:a="http://schemas.openxmlformats.org/drawingml/2006/main">
              <a:ext uri="{FF2B5EF4-FFF2-40B4-BE49-F238E27FC236}">
                <a16:creationId xmlns:a16="http://schemas.microsoft.com/office/drawing/2014/main" id="{3AE0CEA4-0FE4-42F5-B056-5C301BC46D92}"/>
              </a:ext>
            </a:extLst>
          </p:cNvPr>
          <p:cNvSpPr>
            <a:spLocks xmlns:a="http://schemas.openxmlformats.org/drawingml/2006/main" noGrp="1"/>
          </p:cNvSpPr>
          <p:nvPr/>
        </p:nvSpPr>
        <p:spPr>
          <a:xfrm xmlns:a="http://schemas.openxmlformats.org/drawingml/2006/main" rot="0" flipH="0" flipV="0">
            <a:off x="6909413" y="6262057"/>
            <a:ext cx="4370390" cy="2446642"/>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2659"/>
              </a:lnSpc>
              <a:buNone/>
            </a:pPr>
          </a:p>
        </p:txBody>
      </p:sp>
      <p:sp>
        <p:nvSpPr>
          <p:cNvPr id="19" name="Freeform 19">
            <a:extLst xmlns:a="http://schemas.openxmlformats.org/drawingml/2006/main">
              <a:ext uri="{FF2B5EF4-FFF2-40B4-BE49-F238E27FC236}">
                <a16:creationId xmlns:a16="http://schemas.microsoft.com/office/drawing/2014/main" id="{D1DA6794-D948-4DC8-BCAA-D82FD59CA516}"/>
              </a:ext>
            </a:extLst>
          </p:cNvPr>
          <p:cNvSpPr>
            <a:spLocks xmlns:a="http://schemas.openxmlformats.org/drawingml/2006/main" noGrp="1"/>
          </p:cNvSpPr>
          <p:nvPr/>
        </p:nvSpPr>
        <p:spPr>
          <a:xfrm xmlns:a="http://schemas.openxmlformats.org/drawingml/2006/main" rot="5400000" flipH="0" flipV="0">
            <a:off x="-675151" y="13095"/>
            <a:ext cx="3986207" cy="3391900"/>
          </a:xfrm>
          <a:custGeom xmlns:a="http://schemas.openxmlformats.org/drawingml/2006/main">
            <a:rect l="l" t="t" r="r" b="b"/>
            <a:pathLst>
              <a:path w="3986207" h="3391900">
                <a:moveTo>
                  <a:pt x="0" y="0"/>
                </a:moveTo>
                <a:lnTo>
                  <a:pt x="3986208" y="0"/>
                </a:lnTo>
                <a:lnTo>
                  <a:pt x="3986208" y="3391900"/>
                </a:lnTo>
                <a:lnTo>
                  <a:pt x="0" y="3391900"/>
                </a:lnTo>
                <a:lnTo>
                  <a:pt x="0" y="0"/>
                </a:lnTo>
                <a:close/>
              </a:path>
            </a:pathLst>
          </a:custGeom>
          <a:blipFill xmlns:a="http://schemas.openxmlformats.org/drawingml/2006/main">
            <a:blip xmlns:r="http://schemas.openxmlformats.org/officeDocument/2006/relationships" r:embed="R8875bf014a7a4c0d">
              <a:extLst>
                <a:ext uri="{96DAC541-7B7A-43D3-8B79-37D633B846F1}">
                  <asvg:svgBlip xmlns:asvg="http://schemas.microsoft.com/office/drawing/2016/SVG/main" r:embed="Rf1b98c9e92a64ad2"/>
                </a:ext>
              </a:extLst>
            </a:blip>
            <a:stretch>
              <a:fillRect l="0" t="0" r="0" b="0"/>
            </a:stretch>
          </a:blipFill>
        </p:spPr>
      </p:sp>
      <p:sp>
        <p:nvSpPr>
          <p:cNvPr id="20" name="TextBox 20">
            <a:extLst xmlns:a="http://schemas.openxmlformats.org/drawingml/2006/main">
              <a:ext uri="{FF2B5EF4-FFF2-40B4-BE49-F238E27FC236}">
                <a16:creationId xmlns:a16="http://schemas.microsoft.com/office/drawing/2014/main" id="{17559E17-B265-429D-9838-1F4618CA5AB3}"/>
              </a:ext>
            </a:extLst>
          </p:cNvPr>
          <p:cNvSpPr>
            <a:spLocks xmlns:a="http://schemas.openxmlformats.org/drawingml/2006/main" noGrp="1"/>
          </p:cNvSpPr>
          <p:nvPr/>
        </p:nvSpPr>
        <p:spPr>
          <a:xfrm xmlns:a="http://schemas.openxmlformats.org/drawingml/2006/main" rot="0">
            <a:off x="12592084" y="6867768"/>
            <a:ext cx="2779850" cy="63639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5011"/>
              </a:lnSpc>
              <a:buNone/>
            </a:pPr>
            <a:r>
              <a:rPr sz="3579" b="1">
                <a:solidFill>
                  <a:srgbClr val="FFFFFF"/>
                </a:solidFill>
                <a:latin typeface="Poppins Bold"/>
                <a:ea typeface="Poppins Bold"/>
                <a:cs typeface="Poppins Bold"/>
              </a:rPr>
              <a:t/>
            </a:r>
          </a:p>
        </p:txBody>
      </p:sp>
      <p:sp>
        <p:nvSpPr>
          <p:cNvPr id="21" name="TextBox 21">
            <a:extLst xmlns:a="http://schemas.openxmlformats.org/drawingml/2006/main">
              <a:ext uri="{FF2B5EF4-FFF2-40B4-BE49-F238E27FC236}">
                <a16:creationId xmlns:a16="http://schemas.microsoft.com/office/drawing/2014/main" id="{4531E449-8306-49A0-A5A5-20E501A428D2}"/>
              </a:ext>
            </a:extLst>
          </p:cNvPr>
          <p:cNvSpPr>
            <a:spLocks xmlns:a="http://schemas.openxmlformats.org/drawingml/2006/main" noGrp="1"/>
          </p:cNvSpPr>
          <p:nvPr/>
        </p:nvSpPr>
        <p:spPr>
          <a:xfrm xmlns:a="http://schemas.openxmlformats.org/drawingml/2006/main" rot="0">
            <a:off x="12140674" y="7536921"/>
            <a:ext cx="3682669" cy="496443"/>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3909"/>
              </a:lnSpc>
              <a:buNone/>
            </a:pPr>
            <a:r>
              <a:rPr sz="2792">
                <a:solidFill>
                  <a:srgbClr val="FFFFFF"/>
                </a:solidFill>
                <a:latin typeface="Poppins"/>
                <a:ea typeface="Poppins"/>
                <a:cs typeface="Poppins"/>
              </a:rPr>
              <a:t/>
            </a:r>
          </a:p>
        </p:txBody>
      </p:sp>
      <p:sp>
        <p:nvSpPr>
          <p:cNvPr id="22" name="TextBox 22">
            <a:extLst xmlns:a="http://schemas.openxmlformats.org/drawingml/2006/main">
              <a:ext uri="{FF2B5EF4-FFF2-40B4-BE49-F238E27FC236}">
                <a16:creationId xmlns:a16="http://schemas.microsoft.com/office/drawing/2014/main" id="{49DEFF64-B83B-4D00-9276-B8E7E873535A}"/>
              </a:ext>
            </a:extLst>
          </p:cNvPr>
          <p:cNvSpPr>
            <a:spLocks xmlns:a="http://schemas.openxmlformats.org/drawingml/2006/main" noGrp="1"/>
          </p:cNvSpPr>
          <p:nvPr/>
        </p:nvSpPr>
        <p:spPr>
          <a:xfrm xmlns:a="http://schemas.openxmlformats.org/drawingml/2006/main" rot="0">
            <a:off x="2690361" y="6822201"/>
            <a:ext cx="3231260" cy="63639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5011"/>
              </a:lnSpc>
              <a:buNone/>
            </a:pPr>
            <a:r>
              <a:rPr sz="3579" b="1">
                <a:solidFill>
                  <a:srgbClr val="FFFFFF"/>
                </a:solidFill>
                <a:latin typeface="Poppins Bold"/>
                <a:ea typeface="Poppins Bold"/>
                <a:cs typeface="Poppins Bold"/>
              </a:rPr>
              <a:t/>
            </a:r>
          </a:p>
        </p:txBody>
      </p:sp>
      <p:sp>
        <p:nvSpPr>
          <p:cNvPr id="23" name="TextBox 23">
            <a:extLst xmlns:a="http://schemas.openxmlformats.org/drawingml/2006/main">
              <a:ext uri="{FF2B5EF4-FFF2-40B4-BE49-F238E27FC236}">
                <a16:creationId xmlns:a16="http://schemas.microsoft.com/office/drawing/2014/main" id="{40FA0372-A439-4BB9-AFD2-1FF4E372CB64}"/>
              </a:ext>
            </a:extLst>
          </p:cNvPr>
          <p:cNvSpPr>
            <a:spLocks xmlns:a="http://schemas.openxmlformats.org/drawingml/2006/main" noGrp="1"/>
          </p:cNvSpPr>
          <p:nvPr/>
        </p:nvSpPr>
        <p:spPr>
          <a:xfrm xmlns:a="http://schemas.openxmlformats.org/drawingml/2006/main" rot="0">
            <a:off x="2464657" y="7514817"/>
            <a:ext cx="3682669" cy="496443"/>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3909"/>
              </a:lnSpc>
              <a:buNone/>
            </a:pPr>
            <a:r>
              <a:rPr sz="2792">
                <a:solidFill>
                  <a:srgbClr val="FFFFFF"/>
                </a:solidFill>
                <a:latin typeface="Poppins"/>
                <a:ea typeface="Poppins"/>
                <a:cs typeface="Poppins"/>
              </a:rPr>
              <a:t/>
            </a:r>
          </a:p>
        </p:txBody>
      </p:sp>
      <p:sp>
        <p:nvSpPr>
          <p:cNvPr id="24" name="TextBox 24">
            <a:extLst xmlns:a="http://schemas.openxmlformats.org/drawingml/2006/main">
              <a:ext uri="{FF2B5EF4-FFF2-40B4-BE49-F238E27FC236}">
                <a16:creationId xmlns:a16="http://schemas.microsoft.com/office/drawing/2014/main" id="{3C1D7776-86AD-4194-A9EF-A2E83309DB58}"/>
              </a:ext>
            </a:extLst>
          </p:cNvPr>
          <p:cNvSpPr>
            <a:spLocks xmlns:a="http://schemas.openxmlformats.org/drawingml/2006/main" noGrp="1"/>
          </p:cNvSpPr>
          <p:nvPr/>
        </p:nvSpPr>
        <p:spPr>
          <a:xfrm xmlns:a="http://schemas.openxmlformats.org/drawingml/2006/main" rot="0">
            <a:off x="7194195" y="6864823"/>
            <a:ext cx="3800825" cy="63639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5011"/>
              </a:lnSpc>
              <a:buNone/>
            </a:pPr>
            <a:r>
              <a:rPr sz="3579" b="1">
                <a:solidFill>
                  <a:srgbClr val="FFFFFF"/>
                </a:solidFill>
                <a:latin typeface="Poppins Bold"/>
                <a:ea typeface="Poppins Bold"/>
                <a:cs typeface="Poppins Bold"/>
              </a:rPr>
              <a:t/>
            </a:r>
          </a:p>
        </p:txBody>
      </p:sp>
      <p:sp>
        <p:nvSpPr>
          <p:cNvPr id="25" name="TextBox 25">
            <a:extLst xmlns:a="http://schemas.openxmlformats.org/drawingml/2006/main">
              <a:ext uri="{FF2B5EF4-FFF2-40B4-BE49-F238E27FC236}">
                <a16:creationId xmlns:a16="http://schemas.microsoft.com/office/drawing/2014/main" id="{617D7385-1D0A-4C97-97AF-BF4CB405EA0C}"/>
              </a:ext>
            </a:extLst>
          </p:cNvPr>
          <p:cNvSpPr>
            <a:spLocks xmlns:a="http://schemas.openxmlformats.org/drawingml/2006/main" noGrp="1"/>
          </p:cNvSpPr>
          <p:nvPr/>
        </p:nvSpPr>
        <p:spPr>
          <a:xfrm xmlns:a="http://schemas.openxmlformats.org/drawingml/2006/main" rot="0">
            <a:off x="7253273" y="7605063"/>
            <a:ext cx="3682669" cy="496443"/>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3909"/>
              </a:lnSpc>
              <a:buNone/>
            </a:pPr>
            <a:r>
              <a:rPr sz="2792">
                <a:solidFill>
                  <a:srgbClr val="FFFFFF"/>
                </a:solidFill>
                <a:latin typeface="Poppins"/>
                <a:ea typeface="Poppins"/>
                <a:cs typeface="Poppins"/>
              </a:rPr>
              <a:t/>
            </a:r>
          </a:p>
        </p:txBody>
      </p:sp>
      <p:sp>
        <p:nvSpPr>
          <p:cNvPr id="26" name="">
            <a:extLst xmlns:a="http://schemas.openxmlformats.org/drawingml/2006/main">
              <a:ext uri="{FF2B5EF4-FFF2-40B4-BE49-F238E27FC236}">
                <a16:creationId xmlns:a16="http://schemas.microsoft.com/office/drawing/2014/main" id="{D163E457-0E46-49C5-93F4-F05305754A23}"/>
              </a:ext>
            </a:extLst>
          </p:cNvPr>
          <p:cNvSpPr>
            <a:spLocks xmlns:a="http://schemas.openxmlformats.org/drawingml/2006/main" noGrp="1"/>
          </p:cNvSpPr>
          <p:nvPr/>
        </p:nvSpPr>
        <p:spPr>
          <a:xfrm xmlns:a="http://schemas.openxmlformats.org/drawingml/2006/main">
            <a:off x="685800" y="2333625"/>
            <a:ext cx="15859125" cy="62865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7" name="">
            <a:extLst xmlns:a="http://schemas.openxmlformats.org/drawingml/2006/main">
              <a:ext uri="{FF2B5EF4-FFF2-40B4-BE49-F238E27FC236}">
                <a16:creationId xmlns:a16="http://schemas.microsoft.com/office/drawing/2014/main" id="{ECF9D04F-5BC4-4AE8-9CE0-66D6667F96B4}"/>
              </a:ext>
            </a:extLst>
          </p:cNvPr>
          <p:cNvSpPr>
            <a:spLocks xmlns:a="http://schemas.openxmlformats.org/drawingml/2006/main" noGrp="1"/>
          </p:cNvSpPr>
          <p:nvPr/>
        </p:nvSpPr>
        <p:spPr>
          <a:xfrm xmlns:a="http://schemas.openxmlformats.org/drawingml/2006/main">
            <a:off x="1047750" y="647700"/>
            <a:ext cx="762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1">
                <a:solidFill>
                  <a:srgbClr val="2686C5"/>
                </a:solidFill>
              </a:defRPr>
            </a:defPPr>
            <a:lvl1pPr>
              <a:defRPr sz="1200" b="1">
                <a:solidFill>
                  <a:srgbClr val="2686C5"/>
                </a:solidFill>
              </a:defRPr>
            </a:lvl1pPr>
            <a:lvl2pPr>
              <a:defRPr sz="1200" b="1">
                <a:solidFill>
                  <a:srgbClr val="2686C5"/>
                </a:solidFill>
              </a:defRPr>
            </a:lvl2pPr>
            <a:lvl3pPr>
              <a:defRPr sz="1200" b="1">
                <a:solidFill>
                  <a:srgbClr val="2686C5"/>
                </a:solidFill>
              </a:defRPr>
            </a:lvl3pPr>
            <a:lvl4pPr>
              <a:defRPr sz="1200" b="1">
                <a:solidFill>
                  <a:srgbClr val="2686C5"/>
                </a:solidFill>
              </a:defRPr>
            </a:lvl4pPr>
            <a:lvl5pPr>
              <a:defRPr sz="1200" b="1">
                <a:solidFill>
                  <a:srgbClr val="2686C5"/>
                </a:solidFill>
              </a:defRPr>
            </a:lvl5pPr>
            <a:lvl6pPr>
              <a:defRPr sz="1200" b="1">
                <a:solidFill>
                  <a:srgbClr val="2686C5"/>
                </a:solidFill>
              </a:defRPr>
            </a:lvl6pPr>
            <a:lvl7pPr>
              <a:defRPr sz="1200" b="1">
                <a:solidFill>
                  <a:srgbClr val="2686C5"/>
                </a:solidFill>
              </a:defRPr>
            </a:lvl7pPr>
            <a:lvl8pPr>
              <a:defRPr sz="1200" b="1">
                <a:solidFill>
                  <a:srgbClr val="2686C5"/>
                </a:solidFill>
              </a:defRPr>
            </a:lvl8pPr>
            <a:lvl9pPr>
              <a:defRPr sz="1200" b="1">
                <a:solidFill>
                  <a:srgbClr val="2686C5"/>
                </a:solidFill>
              </a:defRPr>
            </a:lvl9pPr>
          </a:lstStyle>
          <a:p xmlns:a="http://schemas.openxmlformats.org/drawingml/2006/main">
            <a:pPr>
              <a:defRPr sz="1200" b="1">
                <a:solidFill>
                  <a:srgbClr val="2686C5"/>
                </a:solidFill>
              </a:defRPr>
            </a:pPr>
            <a:r>
              <a:rPr sz="1200" b="1">
                <a:solidFill>
                  <a:srgbClr val="2686C5"/>
                </a:solidFill>
              </a:rPr>
              <a:t>11</a:t>
            </a:r>
          </a:p>
        </p:txBody>
      </p:sp>
      <p:sp>
        <p:nvSpPr>
          <p:cNvPr id="28" name="">
            <a:extLst xmlns:a="http://schemas.openxmlformats.org/drawingml/2006/main">
              <a:ext uri="{FF2B5EF4-FFF2-40B4-BE49-F238E27FC236}">
                <a16:creationId xmlns:a16="http://schemas.microsoft.com/office/drawing/2014/main" id="{E2FE282F-66FE-4B8D-98BD-4B3738B84F38}"/>
              </a:ext>
            </a:extLst>
          </p:cNvPr>
          <p:cNvSpPr>
            <a:spLocks xmlns:a="http://schemas.openxmlformats.org/drawingml/2006/main" noGrp="1"/>
          </p:cNvSpPr>
          <p:nvPr/>
        </p:nvSpPr>
        <p:spPr>
          <a:xfrm xmlns:a="http://schemas.openxmlformats.org/drawingml/2006/main">
            <a:off x="1047750" y="990600"/>
            <a:ext cx="15240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750" b="1">
                <a:solidFill>
                  <a:srgbClr val="1E5AA8"/>
                </a:solidFill>
              </a:defRPr>
            </a:defPPr>
            <a:lvl1pPr>
              <a:defRPr sz="3750" b="1">
                <a:solidFill>
                  <a:srgbClr val="1E5AA8"/>
                </a:solidFill>
              </a:defRPr>
            </a:lvl1pPr>
            <a:lvl2pPr>
              <a:defRPr sz="3750" b="1">
                <a:solidFill>
                  <a:srgbClr val="1E5AA8"/>
                </a:solidFill>
              </a:defRPr>
            </a:lvl2pPr>
            <a:lvl3pPr>
              <a:defRPr sz="3750" b="1">
                <a:solidFill>
                  <a:srgbClr val="1E5AA8"/>
                </a:solidFill>
              </a:defRPr>
            </a:lvl3pPr>
            <a:lvl4pPr>
              <a:defRPr sz="3750" b="1">
                <a:solidFill>
                  <a:srgbClr val="1E5AA8"/>
                </a:solidFill>
              </a:defRPr>
            </a:lvl4pPr>
            <a:lvl5pPr>
              <a:defRPr sz="3750" b="1">
                <a:solidFill>
                  <a:srgbClr val="1E5AA8"/>
                </a:solidFill>
              </a:defRPr>
            </a:lvl5pPr>
            <a:lvl6pPr>
              <a:defRPr sz="3750" b="1">
                <a:solidFill>
                  <a:srgbClr val="1E5AA8"/>
                </a:solidFill>
              </a:defRPr>
            </a:lvl6pPr>
            <a:lvl7pPr>
              <a:defRPr sz="3750" b="1">
                <a:solidFill>
                  <a:srgbClr val="1E5AA8"/>
                </a:solidFill>
              </a:defRPr>
            </a:lvl7pPr>
            <a:lvl8pPr>
              <a:defRPr sz="3750" b="1">
                <a:solidFill>
                  <a:srgbClr val="1E5AA8"/>
                </a:solidFill>
              </a:defRPr>
            </a:lvl8pPr>
            <a:lvl9pPr>
              <a:defRPr sz="3750" b="1">
                <a:solidFill>
                  <a:srgbClr val="1E5AA8"/>
                </a:solidFill>
              </a:defRPr>
            </a:lvl9pPr>
          </a:lstStyle>
          <a:p xmlns:a="http://schemas.openxmlformats.org/drawingml/2006/main">
            <a:pPr>
              <a:defRPr sz="3750" b="1">
                <a:solidFill>
                  <a:srgbClr val="1E5AA8"/>
                </a:solidFill>
              </a:defRPr>
            </a:pPr>
            <a:r>
              <a:rPr sz="3750" b="1">
                <a:solidFill>
                  <a:srgbClr val="1E5AA8"/>
                </a:solidFill>
              </a:rPr>
              <a:t>Live prototype</a:t>
            </a:r>
          </a:p>
        </p:txBody>
      </p:sp>
      <p:sp>
        <p:nvSpPr>
          <p:cNvPr id="29" name="">
            <a:extLst xmlns:a="http://schemas.openxmlformats.org/drawingml/2006/main">
              <a:ext uri="{FF2B5EF4-FFF2-40B4-BE49-F238E27FC236}">
                <a16:creationId xmlns:a16="http://schemas.microsoft.com/office/drawing/2014/main" id="{7121C9DE-68B3-4B3F-8E04-5C6AC3CD2FD6}"/>
              </a:ext>
            </a:extLst>
          </p:cNvPr>
          <p:cNvSpPr>
            <a:spLocks xmlns:a="http://schemas.openxmlformats.org/drawingml/2006/main" noGrp="1"/>
          </p:cNvSpPr>
          <p:nvPr/>
        </p:nvSpPr>
        <p:spPr>
          <a:xfrm xmlns:a="http://schemas.openxmlformats.org/drawingml/2006/main">
            <a:off x="1066800" y="1866900"/>
            <a:ext cx="14287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a:solidFill>
                  <a:srgbClr val="536878"/>
                </a:solidFill>
              </a:defRPr>
            </a:defPPr>
            <a:lvl1pPr>
              <a:defRPr sz="1575">
                <a:solidFill>
                  <a:srgbClr val="536878"/>
                </a:solidFill>
              </a:defRPr>
            </a:lvl1pPr>
            <a:lvl2pPr>
              <a:defRPr sz="1575">
                <a:solidFill>
                  <a:srgbClr val="536878"/>
                </a:solidFill>
              </a:defRPr>
            </a:lvl2pPr>
            <a:lvl3pPr>
              <a:defRPr sz="1575">
                <a:solidFill>
                  <a:srgbClr val="536878"/>
                </a:solidFill>
              </a:defRPr>
            </a:lvl3pPr>
            <a:lvl4pPr>
              <a:defRPr sz="1575">
                <a:solidFill>
                  <a:srgbClr val="536878"/>
                </a:solidFill>
              </a:defRPr>
            </a:lvl4pPr>
            <a:lvl5pPr>
              <a:defRPr sz="1575">
                <a:solidFill>
                  <a:srgbClr val="536878"/>
                </a:solidFill>
              </a:defRPr>
            </a:lvl5pPr>
            <a:lvl6pPr>
              <a:defRPr sz="1575">
                <a:solidFill>
                  <a:srgbClr val="536878"/>
                </a:solidFill>
              </a:defRPr>
            </a:lvl6pPr>
            <a:lvl7pPr>
              <a:defRPr sz="1575">
                <a:solidFill>
                  <a:srgbClr val="536878"/>
                </a:solidFill>
              </a:defRPr>
            </a:lvl7pPr>
            <a:lvl8pPr>
              <a:defRPr sz="1575">
                <a:solidFill>
                  <a:srgbClr val="536878"/>
                </a:solidFill>
              </a:defRPr>
            </a:lvl8pPr>
            <a:lvl9pPr>
              <a:defRPr sz="1575">
                <a:solidFill>
                  <a:srgbClr val="536878"/>
                </a:solidFill>
              </a:defRPr>
            </a:lvl9pPr>
          </a:lstStyle>
          <a:p xmlns:a="http://schemas.openxmlformats.org/drawingml/2006/main">
            <a:pPr>
              <a:defRPr sz="1575">
                <a:solidFill>
                  <a:srgbClr val="536878"/>
                </a:solidFill>
              </a:defRPr>
            </a:pPr>
            <a:r>
              <a:rPr sz="1575">
                <a:solidFill>
                  <a:srgbClr val="536878"/>
                </a:solidFill>
              </a:rPr>
              <a:t>Kịch bản demo đã xác định; cần nối liên kết trong Figma trước khi trình bày.</a:t>
            </a:r>
          </a:p>
        </p:txBody>
      </p:sp>
      <p:sp>
        <p:nvSpPr>
          <p:cNvPr id="30" name="">
            <a:extLst xmlns:a="http://schemas.openxmlformats.org/drawingml/2006/main">
              <a:ext uri="{FF2B5EF4-FFF2-40B4-BE49-F238E27FC236}">
                <a16:creationId xmlns:a16="http://schemas.microsoft.com/office/drawing/2014/main" id="{105695D8-92BB-490D-B849-BFB00ECE339D}"/>
              </a:ext>
            </a:extLst>
          </p:cNvPr>
          <p:cNvSpPr>
            <a:spLocks xmlns:a="http://schemas.openxmlformats.org/drawingml/2006/main" noGrp="1"/>
          </p:cNvSpPr>
          <p:nvPr/>
        </p:nvSpPr>
        <p:spPr>
          <a:xfrm xmlns:a="http://schemas.openxmlformats.org/drawingml/2006/main">
            <a:off x="1428750" y="2857500"/>
            <a:ext cx="4095750" cy="2286000"/>
          </a:xfrm>
          <a:prstGeom xmlns:a="http://schemas.openxmlformats.org/drawingml/2006/main" prst="roundRect">
            <a:avLst>
              <a:gd name="adj" fmla="val 5000"/>
            </a:avLst>
          </a:prstGeom>
          <a:solidFill xmlns:a="http://schemas.openxmlformats.org/drawingml/2006/main">
            <a:srgbClr val="FFFFFF"/>
          </a:solidFill>
          <a:ln xmlns:a="http://schemas.openxmlformats.org/drawingml/2006/main" w="9525">
            <a:solidFill>
              <a:srgbClr val="D6E3ED"/>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1" name="">
            <a:extLst xmlns:a="http://schemas.openxmlformats.org/drawingml/2006/main">
              <a:ext uri="{FF2B5EF4-FFF2-40B4-BE49-F238E27FC236}">
                <a16:creationId xmlns:a16="http://schemas.microsoft.com/office/drawing/2014/main" id="{2E0BCF4C-85F8-4ADD-9BEB-CA9F7DF3CFD2}"/>
              </a:ext>
            </a:extLst>
          </p:cNvPr>
          <p:cNvSpPr>
            <a:spLocks xmlns:a="http://schemas.openxmlformats.org/drawingml/2006/main" noGrp="1"/>
          </p:cNvSpPr>
          <p:nvPr/>
        </p:nvSpPr>
        <p:spPr>
          <a:xfrm xmlns:a="http://schemas.openxmlformats.org/drawingml/2006/main">
            <a:off x="1428750" y="2857500"/>
            <a:ext cx="95250" cy="2286000"/>
          </a:xfrm>
          <a:prstGeom xmlns:a="http://schemas.openxmlformats.org/drawingml/2006/main" prst="rect">
            <a:avLst/>
          </a:prstGeom>
          <a:solidFill xmlns:a="http://schemas.openxmlformats.org/drawingml/2006/main">
            <a:srgbClr val="2686C5"/>
          </a:solidFill>
          <a:ln xmlns:a="http://schemas.openxmlformats.org/drawingml/2006/main" w="0">
            <a:solidFill>
              <a:srgbClr val="2686C5"/>
            </a:solidFill>
            <a:prstDash val="solid"/>
          </a:ln>
        </p:spPr>
      </p:sp>
      <p:sp>
        <p:nvSpPr>
          <p:cNvPr id="32" name="">
            <a:extLst xmlns:a="http://schemas.openxmlformats.org/drawingml/2006/main">
              <a:ext uri="{FF2B5EF4-FFF2-40B4-BE49-F238E27FC236}">
                <a16:creationId xmlns:a16="http://schemas.microsoft.com/office/drawing/2014/main" id="{0304EA1E-9F2C-40BE-996D-764935AB148B}"/>
              </a:ext>
            </a:extLst>
          </p:cNvPr>
          <p:cNvSpPr>
            <a:spLocks xmlns:a="http://schemas.openxmlformats.org/drawingml/2006/main" noGrp="1"/>
          </p:cNvSpPr>
          <p:nvPr/>
        </p:nvSpPr>
        <p:spPr>
          <a:xfrm xmlns:a="http://schemas.openxmlformats.org/drawingml/2006/main">
            <a:off x="1714500" y="3067050"/>
            <a:ext cx="35623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1E5AA8"/>
                </a:solidFill>
              </a:defRPr>
            </a:defPPr>
            <a:lvl1pPr>
              <a:defRPr sz="2025" b="1">
                <a:solidFill>
                  <a:srgbClr val="1E5AA8"/>
                </a:solidFill>
              </a:defRPr>
            </a:lvl1pPr>
            <a:lvl2pPr>
              <a:defRPr sz="2025" b="1">
                <a:solidFill>
                  <a:srgbClr val="1E5AA8"/>
                </a:solidFill>
              </a:defRPr>
            </a:lvl2pPr>
            <a:lvl3pPr>
              <a:defRPr sz="2025" b="1">
                <a:solidFill>
                  <a:srgbClr val="1E5AA8"/>
                </a:solidFill>
              </a:defRPr>
            </a:lvl3pPr>
            <a:lvl4pPr>
              <a:defRPr sz="2025" b="1">
                <a:solidFill>
                  <a:srgbClr val="1E5AA8"/>
                </a:solidFill>
              </a:defRPr>
            </a:lvl4pPr>
            <a:lvl5pPr>
              <a:defRPr sz="2025" b="1">
                <a:solidFill>
                  <a:srgbClr val="1E5AA8"/>
                </a:solidFill>
              </a:defRPr>
            </a:lvl5pPr>
            <a:lvl6pPr>
              <a:defRPr sz="2025" b="1">
                <a:solidFill>
                  <a:srgbClr val="1E5AA8"/>
                </a:solidFill>
              </a:defRPr>
            </a:lvl6pPr>
            <a:lvl7pPr>
              <a:defRPr sz="2025" b="1">
                <a:solidFill>
                  <a:srgbClr val="1E5AA8"/>
                </a:solidFill>
              </a:defRPr>
            </a:lvl7pPr>
            <a:lvl8pPr>
              <a:defRPr sz="2025" b="1">
                <a:solidFill>
                  <a:srgbClr val="1E5AA8"/>
                </a:solidFill>
              </a:defRPr>
            </a:lvl8pPr>
            <a:lvl9pPr>
              <a:defRPr sz="2025" b="1">
                <a:solidFill>
                  <a:srgbClr val="1E5AA8"/>
                </a:solidFill>
              </a:defRPr>
            </a:lvl9pPr>
          </a:lstStyle>
          <a:p xmlns:a="http://schemas.openxmlformats.org/drawingml/2006/main">
            <a:pPr>
              <a:defRPr sz="2025" b="1">
                <a:solidFill>
                  <a:srgbClr val="1E5AA8"/>
                </a:solidFill>
              </a:defRPr>
            </a:pPr>
            <a:r>
              <a:rPr sz="2025" b="1">
                <a:solidFill>
                  <a:srgbClr val="1E5AA8"/>
                </a:solidFill>
              </a:rPr>
              <a:t>Demo 1</a:t>
            </a:r>
          </a:p>
        </p:txBody>
      </p:sp>
      <p:sp>
        <p:nvSpPr>
          <p:cNvPr id="33" name="">
            <a:extLst xmlns:a="http://schemas.openxmlformats.org/drawingml/2006/main">
              <a:ext uri="{FF2B5EF4-FFF2-40B4-BE49-F238E27FC236}">
                <a16:creationId xmlns:a16="http://schemas.microsoft.com/office/drawing/2014/main" id="{DC5D526F-2E12-45F2-8C6C-544DA97D2714}"/>
              </a:ext>
            </a:extLst>
          </p:cNvPr>
          <p:cNvSpPr>
            <a:spLocks xmlns:a="http://schemas.openxmlformats.org/drawingml/2006/main" noGrp="1"/>
          </p:cNvSpPr>
          <p:nvPr/>
        </p:nvSpPr>
        <p:spPr>
          <a:xfrm xmlns:a="http://schemas.openxmlformats.org/drawingml/2006/main">
            <a:off x="1714500" y="3600450"/>
            <a:ext cx="3562350" cy="1371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a:solidFill>
                  <a:srgbClr val="334155"/>
                </a:solidFill>
              </a:defRPr>
            </a:defPPr>
            <a:lvl1pPr>
              <a:defRPr sz="1500">
                <a:solidFill>
                  <a:srgbClr val="334155"/>
                </a:solidFill>
              </a:defRPr>
            </a:lvl1pPr>
            <a:lvl2pPr>
              <a:defRPr sz="1500">
                <a:solidFill>
                  <a:srgbClr val="334155"/>
                </a:solidFill>
              </a:defRPr>
            </a:lvl2pPr>
            <a:lvl3pPr>
              <a:defRPr sz="1500">
                <a:solidFill>
                  <a:srgbClr val="334155"/>
                </a:solidFill>
              </a:defRPr>
            </a:lvl3pPr>
            <a:lvl4pPr>
              <a:defRPr sz="1500">
                <a:solidFill>
                  <a:srgbClr val="334155"/>
                </a:solidFill>
              </a:defRPr>
            </a:lvl4pPr>
            <a:lvl5pPr>
              <a:defRPr sz="1500">
                <a:solidFill>
                  <a:srgbClr val="334155"/>
                </a:solidFill>
              </a:defRPr>
            </a:lvl5pPr>
            <a:lvl6pPr>
              <a:defRPr sz="1500">
                <a:solidFill>
                  <a:srgbClr val="334155"/>
                </a:solidFill>
              </a:defRPr>
            </a:lvl6pPr>
            <a:lvl7pPr>
              <a:defRPr sz="1500">
                <a:solidFill>
                  <a:srgbClr val="334155"/>
                </a:solidFill>
              </a:defRPr>
            </a:lvl7pPr>
            <a:lvl8pPr>
              <a:defRPr sz="1500">
                <a:solidFill>
                  <a:srgbClr val="334155"/>
                </a:solidFill>
              </a:defRPr>
            </a:lvl8pPr>
            <a:lvl9pPr>
              <a:defRPr sz="1500">
                <a:solidFill>
                  <a:srgbClr val="334155"/>
                </a:solidFill>
              </a:defRPr>
            </a:lvl9pPr>
          </a:lstStyle>
          <a:p xmlns:a="http://schemas.openxmlformats.org/drawingml/2006/main">
            <a:pPr>
              <a:defRPr sz="1500">
                <a:solidFill>
                  <a:srgbClr val="334155"/>
                </a:solidFill>
              </a:defRPr>
            </a:pPr>
            <a:r>
              <a:rPr sz="1500">
                <a:solidFill>
                  <a:srgbClr val="334155"/>
                </a:solidFill>
              </a:rPr>
              <a:t>Mở Hôm nay → Khám phá → xem Chi tiết → thêm “Thở chậm” vào hôm nay.</a:t>
            </a:r>
          </a:p>
        </p:txBody>
      </p:sp>
      <p:sp>
        <p:nvSpPr>
          <p:cNvPr id="34" name="">
            <a:extLst xmlns:a="http://schemas.openxmlformats.org/drawingml/2006/main">
              <a:ext uri="{FF2B5EF4-FFF2-40B4-BE49-F238E27FC236}">
                <a16:creationId xmlns:a16="http://schemas.microsoft.com/office/drawing/2014/main" id="{8313BE34-A23C-4A7B-BA5D-B3641B961840}"/>
              </a:ext>
            </a:extLst>
          </p:cNvPr>
          <p:cNvSpPr>
            <a:spLocks xmlns:a="http://schemas.openxmlformats.org/drawingml/2006/main" noGrp="1"/>
          </p:cNvSpPr>
          <p:nvPr/>
        </p:nvSpPr>
        <p:spPr>
          <a:xfrm xmlns:a="http://schemas.openxmlformats.org/drawingml/2006/main">
            <a:off x="7096125" y="2857500"/>
            <a:ext cx="4095750" cy="2286000"/>
          </a:xfrm>
          <a:prstGeom xmlns:a="http://schemas.openxmlformats.org/drawingml/2006/main" prst="roundRect">
            <a:avLst>
              <a:gd name="adj" fmla="val 5000"/>
            </a:avLst>
          </a:prstGeom>
          <a:solidFill xmlns:a="http://schemas.openxmlformats.org/drawingml/2006/main">
            <a:srgbClr val="FFFFFF"/>
          </a:solidFill>
          <a:ln xmlns:a="http://schemas.openxmlformats.org/drawingml/2006/main" w="9525">
            <a:solidFill>
              <a:srgbClr val="D6E3ED"/>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5" name="">
            <a:extLst xmlns:a="http://schemas.openxmlformats.org/drawingml/2006/main">
              <a:ext uri="{FF2B5EF4-FFF2-40B4-BE49-F238E27FC236}">
                <a16:creationId xmlns:a16="http://schemas.microsoft.com/office/drawing/2014/main" id="{90F9C4F6-7B1D-4C6F-9960-9F9157F22605}"/>
              </a:ext>
            </a:extLst>
          </p:cNvPr>
          <p:cNvSpPr>
            <a:spLocks xmlns:a="http://schemas.openxmlformats.org/drawingml/2006/main" noGrp="1"/>
          </p:cNvSpPr>
          <p:nvPr/>
        </p:nvSpPr>
        <p:spPr>
          <a:xfrm xmlns:a="http://schemas.openxmlformats.org/drawingml/2006/main">
            <a:off x="7096125" y="2857500"/>
            <a:ext cx="95250" cy="2286000"/>
          </a:xfrm>
          <a:prstGeom xmlns:a="http://schemas.openxmlformats.org/drawingml/2006/main" prst="rect">
            <a:avLst/>
          </a:prstGeom>
          <a:solidFill xmlns:a="http://schemas.openxmlformats.org/drawingml/2006/main">
            <a:srgbClr val="2686C5"/>
          </a:solidFill>
          <a:ln xmlns:a="http://schemas.openxmlformats.org/drawingml/2006/main" w="0">
            <a:solidFill>
              <a:srgbClr val="2686C5"/>
            </a:solidFill>
            <a:prstDash val="solid"/>
          </a:ln>
        </p:spPr>
      </p:sp>
      <p:sp>
        <p:nvSpPr>
          <p:cNvPr id="36" name="">
            <a:extLst xmlns:a="http://schemas.openxmlformats.org/drawingml/2006/main">
              <a:ext uri="{FF2B5EF4-FFF2-40B4-BE49-F238E27FC236}">
                <a16:creationId xmlns:a16="http://schemas.microsoft.com/office/drawing/2014/main" id="{350AE4A6-E458-458A-86BB-A1C67B2305B3}"/>
              </a:ext>
            </a:extLst>
          </p:cNvPr>
          <p:cNvSpPr>
            <a:spLocks xmlns:a="http://schemas.openxmlformats.org/drawingml/2006/main" noGrp="1"/>
          </p:cNvSpPr>
          <p:nvPr/>
        </p:nvSpPr>
        <p:spPr>
          <a:xfrm xmlns:a="http://schemas.openxmlformats.org/drawingml/2006/main">
            <a:off x="7381875" y="3067050"/>
            <a:ext cx="35623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1E5AA8"/>
                </a:solidFill>
              </a:defRPr>
            </a:defPPr>
            <a:lvl1pPr>
              <a:defRPr sz="2025" b="1">
                <a:solidFill>
                  <a:srgbClr val="1E5AA8"/>
                </a:solidFill>
              </a:defRPr>
            </a:lvl1pPr>
            <a:lvl2pPr>
              <a:defRPr sz="2025" b="1">
                <a:solidFill>
                  <a:srgbClr val="1E5AA8"/>
                </a:solidFill>
              </a:defRPr>
            </a:lvl2pPr>
            <a:lvl3pPr>
              <a:defRPr sz="2025" b="1">
                <a:solidFill>
                  <a:srgbClr val="1E5AA8"/>
                </a:solidFill>
              </a:defRPr>
            </a:lvl3pPr>
            <a:lvl4pPr>
              <a:defRPr sz="2025" b="1">
                <a:solidFill>
                  <a:srgbClr val="1E5AA8"/>
                </a:solidFill>
              </a:defRPr>
            </a:lvl4pPr>
            <a:lvl5pPr>
              <a:defRPr sz="2025" b="1">
                <a:solidFill>
                  <a:srgbClr val="1E5AA8"/>
                </a:solidFill>
              </a:defRPr>
            </a:lvl5pPr>
            <a:lvl6pPr>
              <a:defRPr sz="2025" b="1">
                <a:solidFill>
                  <a:srgbClr val="1E5AA8"/>
                </a:solidFill>
              </a:defRPr>
            </a:lvl6pPr>
            <a:lvl7pPr>
              <a:defRPr sz="2025" b="1">
                <a:solidFill>
                  <a:srgbClr val="1E5AA8"/>
                </a:solidFill>
              </a:defRPr>
            </a:lvl7pPr>
            <a:lvl8pPr>
              <a:defRPr sz="2025" b="1">
                <a:solidFill>
                  <a:srgbClr val="1E5AA8"/>
                </a:solidFill>
              </a:defRPr>
            </a:lvl8pPr>
            <a:lvl9pPr>
              <a:defRPr sz="2025" b="1">
                <a:solidFill>
                  <a:srgbClr val="1E5AA8"/>
                </a:solidFill>
              </a:defRPr>
            </a:lvl9pPr>
          </a:lstStyle>
          <a:p xmlns:a="http://schemas.openxmlformats.org/drawingml/2006/main">
            <a:pPr>
              <a:defRPr sz="2025" b="1">
                <a:solidFill>
                  <a:srgbClr val="1E5AA8"/>
                </a:solidFill>
              </a:defRPr>
            </a:pPr>
            <a:r>
              <a:rPr sz="2025" b="1">
                <a:solidFill>
                  <a:srgbClr val="1E5AA8"/>
                </a:solidFill>
              </a:rPr>
              <a:t>Demo 2</a:t>
            </a:r>
          </a:p>
        </p:txBody>
      </p:sp>
      <p:sp>
        <p:nvSpPr>
          <p:cNvPr id="37" name="">
            <a:extLst xmlns:a="http://schemas.openxmlformats.org/drawingml/2006/main">
              <a:ext uri="{FF2B5EF4-FFF2-40B4-BE49-F238E27FC236}">
                <a16:creationId xmlns:a16="http://schemas.microsoft.com/office/drawing/2014/main" id="{F91480D5-0833-4B75-ADBA-AC33AF9FD6CC}"/>
              </a:ext>
            </a:extLst>
          </p:cNvPr>
          <p:cNvSpPr>
            <a:spLocks xmlns:a="http://schemas.openxmlformats.org/drawingml/2006/main" noGrp="1"/>
          </p:cNvSpPr>
          <p:nvPr/>
        </p:nvSpPr>
        <p:spPr>
          <a:xfrm xmlns:a="http://schemas.openxmlformats.org/drawingml/2006/main">
            <a:off x="7381875" y="3600450"/>
            <a:ext cx="3562350" cy="1371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a:solidFill>
                  <a:srgbClr val="334155"/>
                </a:solidFill>
              </a:defRPr>
            </a:defPPr>
            <a:lvl1pPr>
              <a:defRPr sz="1500">
                <a:solidFill>
                  <a:srgbClr val="334155"/>
                </a:solidFill>
              </a:defRPr>
            </a:lvl1pPr>
            <a:lvl2pPr>
              <a:defRPr sz="1500">
                <a:solidFill>
                  <a:srgbClr val="334155"/>
                </a:solidFill>
              </a:defRPr>
            </a:lvl2pPr>
            <a:lvl3pPr>
              <a:defRPr sz="1500">
                <a:solidFill>
                  <a:srgbClr val="334155"/>
                </a:solidFill>
              </a:defRPr>
            </a:lvl3pPr>
            <a:lvl4pPr>
              <a:defRPr sz="1500">
                <a:solidFill>
                  <a:srgbClr val="334155"/>
                </a:solidFill>
              </a:defRPr>
            </a:lvl4pPr>
            <a:lvl5pPr>
              <a:defRPr sz="1500">
                <a:solidFill>
                  <a:srgbClr val="334155"/>
                </a:solidFill>
              </a:defRPr>
            </a:lvl5pPr>
            <a:lvl6pPr>
              <a:defRPr sz="1500">
                <a:solidFill>
                  <a:srgbClr val="334155"/>
                </a:solidFill>
              </a:defRPr>
            </a:lvl6pPr>
            <a:lvl7pPr>
              <a:defRPr sz="1500">
                <a:solidFill>
                  <a:srgbClr val="334155"/>
                </a:solidFill>
              </a:defRPr>
            </a:lvl7pPr>
            <a:lvl8pPr>
              <a:defRPr sz="1500">
                <a:solidFill>
                  <a:srgbClr val="334155"/>
                </a:solidFill>
              </a:defRPr>
            </a:lvl8pPr>
            <a:lvl9pPr>
              <a:defRPr sz="1500">
                <a:solidFill>
                  <a:srgbClr val="334155"/>
                </a:solidFill>
              </a:defRPr>
            </a:lvl9pPr>
          </a:lstStyle>
          <a:p xmlns:a="http://schemas.openxmlformats.org/drawingml/2006/main">
            <a:pPr>
              <a:defRPr sz="1500">
                <a:solidFill>
                  <a:srgbClr val="334155"/>
                </a:solidFill>
              </a:defRPr>
            </a:pPr>
            <a:r>
              <a:rPr sz="1500">
                <a:solidFill>
                  <a:srgbClr val="334155"/>
                </a:solidFill>
              </a:rPr>
              <a:t>Từ Hôm nay đánh dấu hoàn thành → xem phản hồi → mở Lịch sử &amp; tiến độ.</a:t>
            </a:r>
          </a:p>
        </p:txBody>
      </p:sp>
      <p:sp>
        <p:nvSpPr>
          <p:cNvPr id="38" name="">
            <a:extLst xmlns:a="http://schemas.openxmlformats.org/drawingml/2006/main">
              <a:ext uri="{FF2B5EF4-FFF2-40B4-BE49-F238E27FC236}">
                <a16:creationId xmlns:a16="http://schemas.microsoft.com/office/drawing/2014/main" id="{4C1E7381-D85E-420D-A07C-94D8F923EBAE}"/>
              </a:ext>
            </a:extLst>
          </p:cNvPr>
          <p:cNvSpPr>
            <a:spLocks xmlns:a="http://schemas.openxmlformats.org/drawingml/2006/main" noGrp="1"/>
          </p:cNvSpPr>
          <p:nvPr/>
        </p:nvSpPr>
        <p:spPr>
          <a:xfrm xmlns:a="http://schemas.openxmlformats.org/drawingml/2006/main">
            <a:off x="12763500" y="2857500"/>
            <a:ext cx="4095750" cy="2286000"/>
          </a:xfrm>
          <a:prstGeom xmlns:a="http://schemas.openxmlformats.org/drawingml/2006/main" prst="roundRect">
            <a:avLst>
              <a:gd name="adj" fmla="val 5000"/>
            </a:avLst>
          </a:prstGeom>
          <a:solidFill xmlns:a="http://schemas.openxmlformats.org/drawingml/2006/main">
            <a:srgbClr val="FFFFFF"/>
          </a:solidFill>
          <a:ln xmlns:a="http://schemas.openxmlformats.org/drawingml/2006/main" w="9525">
            <a:solidFill>
              <a:srgbClr val="D6E3ED"/>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9" name="">
            <a:extLst xmlns:a="http://schemas.openxmlformats.org/drawingml/2006/main">
              <a:ext uri="{FF2B5EF4-FFF2-40B4-BE49-F238E27FC236}">
                <a16:creationId xmlns:a16="http://schemas.microsoft.com/office/drawing/2014/main" id="{B3617C67-4254-416C-9B19-70EE8B5097C9}"/>
              </a:ext>
            </a:extLst>
          </p:cNvPr>
          <p:cNvSpPr>
            <a:spLocks xmlns:a="http://schemas.openxmlformats.org/drawingml/2006/main" noGrp="1"/>
          </p:cNvSpPr>
          <p:nvPr/>
        </p:nvSpPr>
        <p:spPr>
          <a:xfrm xmlns:a="http://schemas.openxmlformats.org/drawingml/2006/main">
            <a:off x="12763500" y="2857500"/>
            <a:ext cx="95250" cy="2286000"/>
          </a:xfrm>
          <a:prstGeom xmlns:a="http://schemas.openxmlformats.org/drawingml/2006/main" prst="rect">
            <a:avLst/>
          </a:prstGeom>
          <a:solidFill xmlns:a="http://schemas.openxmlformats.org/drawingml/2006/main">
            <a:srgbClr val="2686C5"/>
          </a:solidFill>
          <a:ln xmlns:a="http://schemas.openxmlformats.org/drawingml/2006/main" w="0">
            <a:solidFill>
              <a:srgbClr val="2686C5"/>
            </a:solidFill>
            <a:prstDash val="solid"/>
          </a:ln>
        </p:spPr>
      </p:sp>
      <p:sp>
        <p:nvSpPr>
          <p:cNvPr id="40" name="">
            <a:extLst xmlns:a="http://schemas.openxmlformats.org/drawingml/2006/main">
              <a:ext uri="{FF2B5EF4-FFF2-40B4-BE49-F238E27FC236}">
                <a16:creationId xmlns:a16="http://schemas.microsoft.com/office/drawing/2014/main" id="{CFA4487B-5D85-4238-9289-791EB3179BBC}"/>
              </a:ext>
            </a:extLst>
          </p:cNvPr>
          <p:cNvSpPr>
            <a:spLocks xmlns:a="http://schemas.openxmlformats.org/drawingml/2006/main" noGrp="1"/>
          </p:cNvSpPr>
          <p:nvPr/>
        </p:nvSpPr>
        <p:spPr>
          <a:xfrm xmlns:a="http://schemas.openxmlformats.org/drawingml/2006/main">
            <a:off x="13049250" y="3067050"/>
            <a:ext cx="35623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1E5AA8"/>
                </a:solidFill>
              </a:defRPr>
            </a:defPPr>
            <a:lvl1pPr>
              <a:defRPr sz="2025" b="1">
                <a:solidFill>
                  <a:srgbClr val="1E5AA8"/>
                </a:solidFill>
              </a:defRPr>
            </a:lvl1pPr>
            <a:lvl2pPr>
              <a:defRPr sz="2025" b="1">
                <a:solidFill>
                  <a:srgbClr val="1E5AA8"/>
                </a:solidFill>
              </a:defRPr>
            </a:lvl2pPr>
            <a:lvl3pPr>
              <a:defRPr sz="2025" b="1">
                <a:solidFill>
                  <a:srgbClr val="1E5AA8"/>
                </a:solidFill>
              </a:defRPr>
            </a:lvl3pPr>
            <a:lvl4pPr>
              <a:defRPr sz="2025" b="1">
                <a:solidFill>
                  <a:srgbClr val="1E5AA8"/>
                </a:solidFill>
              </a:defRPr>
            </a:lvl4pPr>
            <a:lvl5pPr>
              <a:defRPr sz="2025" b="1">
                <a:solidFill>
                  <a:srgbClr val="1E5AA8"/>
                </a:solidFill>
              </a:defRPr>
            </a:lvl5pPr>
            <a:lvl6pPr>
              <a:defRPr sz="2025" b="1">
                <a:solidFill>
                  <a:srgbClr val="1E5AA8"/>
                </a:solidFill>
              </a:defRPr>
            </a:lvl6pPr>
            <a:lvl7pPr>
              <a:defRPr sz="2025" b="1">
                <a:solidFill>
                  <a:srgbClr val="1E5AA8"/>
                </a:solidFill>
              </a:defRPr>
            </a:lvl7pPr>
            <a:lvl8pPr>
              <a:defRPr sz="2025" b="1">
                <a:solidFill>
                  <a:srgbClr val="1E5AA8"/>
                </a:solidFill>
              </a:defRPr>
            </a:lvl8pPr>
            <a:lvl9pPr>
              <a:defRPr sz="2025" b="1">
                <a:solidFill>
                  <a:srgbClr val="1E5AA8"/>
                </a:solidFill>
              </a:defRPr>
            </a:lvl9pPr>
          </a:lstStyle>
          <a:p xmlns:a="http://schemas.openxmlformats.org/drawingml/2006/main">
            <a:pPr>
              <a:defRPr sz="2025" b="1">
                <a:solidFill>
                  <a:srgbClr val="1E5AA8"/>
                </a:solidFill>
              </a:defRPr>
            </a:pPr>
            <a:r>
              <a:rPr sz="2025" b="1">
                <a:solidFill>
                  <a:srgbClr val="1E5AA8"/>
                </a:solidFill>
              </a:rPr>
              <a:t>Demo 3</a:t>
            </a:r>
          </a:p>
        </p:txBody>
      </p:sp>
      <p:sp>
        <p:nvSpPr>
          <p:cNvPr id="41" name="">
            <a:extLst xmlns:a="http://schemas.openxmlformats.org/drawingml/2006/main">
              <a:ext uri="{FF2B5EF4-FFF2-40B4-BE49-F238E27FC236}">
                <a16:creationId xmlns:a16="http://schemas.microsoft.com/office/drawing/2014/main" id="{DE6CF87F-C9F9-4B27-B389-B0866BD39C30}"/>
              </a:ext>
            </a:extLst>
          </p:cNvPr>
          <p:cNvSpPr>
            <a:spLocks xmlns:a="http://schemas.openxmlformats.org/drawingml/2006/main" noGrp="1"/>
          </p:cNvSpPr>
          <p:nvPr/>
        </p:nvSpPr>
        <p:spPr>
          <a:xfrm xmlns:a="http://schemas.openxmlformats.org/drawingml/2006/main">
            <a:off x="13049250" y="3600450"/>
            <a:ext cx="3562350" cy="1371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a:solidFill>
                  <a:srgbClr val="334155"/>
                </a:solidFill>
              </a:defRPr>
            </a:defPPr>
            <a:lvl1pPr>
              <a:defRPr sz="1500">
                <a:solidFill>
                  <a:srgbClr val="334155"/>
                </a:solidFill>
              </a:defRPr>
            </a:lvl1pPr>
            <a:lvl2pPr>
              <a:defRPr sz="1500">
                <a:solidFill>
                  <a:srgbClr val="334155"/>
                </a:solidFill>
              </a:defRPr>
            </a:lvl2pPr>
            <a:lvl3pPr>
              <a:defRPr sz="1500">
                <a:solidFill>
                  <a:srgbClr val="334155"/>
                </a:solidFill>
              </a:defRPr>
            </a:lvl3pPr>
            <a:lvl4pPr>
              <a:defRPr sz="1500">
                <a:solidFill>
                  <a:srgbClr val="334155"/>
                </a:solidFill>
              </a:defRPr>
            </a:lvl4pPr>
            <a:lvl5pPr>
              <a:defRPr sz="1500">
                <a:solidFill>
                  <a:srgbClr val="334155"/>
                </a:solidFill>
              </a:defRPr>
            </a:lvl5pPr>
            <a:lvl6pPr>
              <a:defRPr sz="1500">
                <a:solidFill>
                  <a:srgbClr val="334155"/>
                </a:solidFill>
              </a:defRPr>
            </a:lvl6pPr>
            <a:lvl7pPr>
              <a:defRPr sz="1500">
                <a:solidFill>
                  <a:srgbClr val="334155"/>
                </a:solidFill>
              </a:defRPr>
            </a:lvl7pPr>
            <a:lvl8pPr>
              <a:defRPr sz="1500">
                <a:solidFill>
                  <a:srgbClr val="334155"/>
                </a:solidFill>
              </a:defRPr>
            </a:lvl8pPr>
            <a:lvl9pPr>
              <a:defRPr sz="1500">
                <a:solidFill>
                  <a:srgbClr val="334155"/>
                </a:solidFill>
              </a:defRPr>
            </a:lvl9pPr>
          </a:lstStyle>
          <a:p xmlns:a="http://schemas.openxmlformats.org/drawingml/2006/main">
            <a:pPr>
              <a:defRPr sz="1500">
                <a:solidFill>
                  <a:srgbClr val="334155"/>
                </a:solidFill>
              </a:defRPr>
            </a:pPr>
            <a:r>
              <a:rPr sz="1500">
                <a:solidFill>
                  <a:srgbClr val="334155"/>
                </a:solidFill>
              </a:rPr>
              <a:t>Mở Lịch thói quen → đổi ngày/giờ → lưu; thử thiếu dữ liệu để xem lỗi.</a:t>
            </a:r>
          </a:p>
        </p:txBody>
      </p:sp>
      <p:sp>
        <p:nvSpPr>
          <p:cNvPr id="42" name="">
            <a:extLst xmlns:a="http://schemas.openxmlformats.org/drawingml/2006/main">
              <a:ext uri="{FF2B5EF4-FFF2-40B4-BE49-F238E27FC236}">
                <a16:creationId xmlns:a16="http://schemas.microsoft.com/office/drawing/2014/main" id="{791E39BE-8C99-44A7-98E5-48B94B676048}"/>
              </a:ext>
            </a:extLst>
          </p:cNvPr>
          <p:cNvSpPr>
            <a:spLocks xmlns:a="http://schemas.openxmlformats.org/drawingml/2006/main" noGrp="1"/>
          </p:cNvSpPr>
          <p:nvPr/>
        </p:nvSpPr>
        <p:spPr>
          <a:xfrm xmlns:a="http://schemas.openxmlformats.org/drawingml/2006/main">
            <a:off x="3333750" y="6667500"/>
            <a:ext cx="116205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75" b="1">
                <a:solidFill>
                  <a:srgbClr val="1E5AA8"/>
                </a:solidFill>
              </a:defRPr>
            </a:defPPr>
            <a:lvl1pPr>
              <a:defRPr sz="2175" b="1">
                <a:solidFill>
                  <a:srgbClr val="1E5AA8"/>
                </a:solidFill>
              </a:defRPr>
            </a:lvl1pPr>
            <a:lvl2pPr>
              <a:defRPr sz="2175" b="1">
                <a:solidFill>
                  <a:srgbClr val="1E5AA8"/>
                </a:solidFill>
              </a:defRPr>
            </a:lvl2pPr>
            <a:lvl3pPr>
              <a:defRPr sz="2175" b="1">
                <a:solidFill>
                  <a:srgbClr val="1E5AA8"/>
                </a:solidFill>
              </a:defRPr>
            </a:lvl3pPr>
            <a:lvl4pPr>
              <a:defRPr sz="2175" b="1">
                <a:solidFill>
                  <a:srgbClr val="1E5AA8"/>
                </a:solidFill>
              </a:defRPr>
            </a:lvl4pPr>
            <a:lvl5pPr>
              <a:defRPr sz="2175" b="1">
                <a:solidFill>
                  <a:srgbClr val="1E5AA8"/>
                </a:solidFill>
              </a:defRPr>
            </a:lvl5pPr>
            <a:lvl6pPr>
              <a:defRPr sz="2175" b="1">
                <a:solidFill>
                  <a:srgbClr val="1E5AA8"/>
                </a:solidFill>
              </a:defRPr>
            </a:lvl6pPr>
            <a:lvl7pPr>
              <a:defRPr sz="2175" b="1">
                <a:solidFill>
                  <a:srgbClr val="1E5AA8"/>
                </a:solidFill>
              </a:defRPr>
            </a:lvl7pPr>
            <a:lvl8pPr>
              <a:defRPr sz="2175" b="1">
                <a:solidFill>
                  <a:srgbClr val="1E5AA8"/>
                </a:solidFill>
              </a:defRPr>
            </a:lvl8pPr>
            <a:lvl9pPr>
              <a:defRPr sz="2175" b="1">
                <a:solidFill>
                  <a:srgbClr val="1E5AA8"/>
                </a:solidFill>
              </a:defRPr>
            </a:lvl9pPr>
          </a:lstStyle>
          <a:p xmlns:a="http://schemas.openxmlformats.org/drawingml/2006/main">
            <a:pPr>
              <a:defRPr sz="2175" b="1">
                <a:solidFill>
                  <a:srgbClr val="1E5AA8"/>
                </a:solidFill>
              </a:defRPr>
            </a:pPr>
            <a:r>
              <a:rPr sz="2175" b="1">
                <a:solidFill>
                  <a:srgbClr val="1E5AA8"/>
                </a:solidFill>
              </a:rPr>
              <a:t>Vị trí bổ sung: ảnh hoặc video prototype đã nối trong Figma</a:t>
            </a:r>
          </a:p>
        </p:txBody>
      </p:sp>
      <p:sp>
        <p:nvSpPr>
          <p:cNvPr id="43" name="">
            <a:extLst xmlns:a="http://schemas.openxmlformats.org/drawingml/2006/main">
              <a:ext uri="{FF2B5EF4-FFF2-40B4-BE49-F238E27FC236}">
                <a16:creationId xmlns:a16="http://schemas.microsoft.com/office/drawing/2014/main" id="{E0430A91-9F42-4F59-921D-DA002CB046B8}"/>
              </a:ext>
            </a:extLst>
          </p:cNvPr>
          <p:cNvSpPr>
            <a:spLocks xmlns:a="http://schemas.openxmlformats.org/drawingml/2006/main" noGrp="1"/>
          </p:cNvSpPr>
          <p:nvPr/>
        </p:nvSpPr>
        <p:spPr>
          <a:xfrm xmlns:a="http://schemas.openxmlformats.org/drawingml/2006/main">
            <a:off x="3333750" y="7477125"/>
            <a:ext cx="11620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a:solidFill>
                  <a:srgbClr val="536878"/>
                </a:solidFill>
              </a:defRPr>
            </a:defPPr>
            <a:lvl1pPr>
              <a:defRPr sz="1425">
                <a:solidFill>
                  <a:srgbClr val="536878"/>
                </a:solidFill>
              </a:defRPr>
            </a:lvl1pPr>
            <a:lvl2pPr>
              <a:defRPr sz="1425">
                <a:solidFill>
                  <a:srgbClr val="536878"/>
                </a:solidFill>
              </a:defRPr>
            </a:lvl2pPr>
            <a:lvl3pPr>
              <a:defRPr sz="1425">
                <a:solidFill>
                  <a:srgbClr val="536878"/>
                </a:solidFill>
              </a:defRPr>
            </a:lvl3pPr>
            <a:lvl4pPr>
              <a:defRPr sz="1425">
                <a:solidFill>
                  <a:srgbClr val="536878"/>
                </a:solidFill>
              </a:defRPr>
            </a:lvl4pPr>
            <a:lvl5pPr>
              <a:defRPr sz="1425">
                <a:solidFill>
                  <a:srgbClr val="536878"/>
                </a:solidFill>
              </a:defRPr>
            </a:lvl5pPr>
            <a:lvl6pPr>
              <a:defRPr sz="1425">
                <a:solidFill>
                  <a:srgbClr val="536878"/>
                </a:solidFill>
              </a:defRPr>
            </a:lvl6pPr>
            <a:lvl7pPr>
              <a:defRPr sz="1425">
                <a:solidFill>
                  <a:srgbClr val="536878"/>
                </a:solidFill>
              </a:defRPr>
            </a:lvl7pPr>
            <a:lvl8pPr>
              <a:defRPr sz="1425">
                <a:solidFill>
                  <a:srgbClr val="536878"/>
                </a:solidFill>
              </a:defRPr>
            </a:lvl8pPr>
            <a:lvl9pPr>
              <a:defRPr sz="1425">
                <a:solidFill>
                  <a:srgbClr val="536878"/>
                </a:solidFill>
              </a:defRPr>
            </a:lvl9pPr>
          </a:lstStyle>
          <a:p xmlns:a="http://schemas.openxmlformats.org/drawingml/2006/main">
            <a:pPr>
              <a:defRPr sz="1425">
                <a:solidFill>
                  <a:srgbClr val="536878"/>
                </a:solidFill>
              </a:defRPr>
            </a:pPr>
            <a:r>
              <a:rPr sz="1425">
                <a:solidFill>
                  <a:srgbClr val="536878"/>
                </a:solidFill>
              </a:rPr>
              <a:t>Trạng thái hiện tại: màn hình nguồn đã có; liên kết prototype và kiểm tra không dead-end cần hoàn tất.</a:t>
            </a:r>
          </a:p>
        </p:txBody>
      </p:sp>
    </p:spTree>
    <p:extLst>
      <p:ext uri="{BB962C8B-B14F-4D97-AF65-F5344CB8AC3E}">
        <p14:creationId xmlns:p14="http://schemas.microsoft.com/office/powerpoint/2010/main" val="184657585"/>
      </p:ext>
    </p:extLst>
  </p:cSld>
</p:sld>
</file>

<file path=ppt/slides/slide12.xml><?xml version="1.0" encoding="utf-8"?>
<p:sld xmlns:p="http://schemas.openxmlformats.org/presentationml/2006/main">
  <p:cSld>
    <p:bg>
      <p:bgPr>
        <a:solidFill xmlns:a="http://schemas.openxmlformats.org/drawingml/2006/main">
          <a:srgbClr val="EEEEEE"/>
        </a:solidFill>
      </p:bgPr>
    </p:bg>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A1B50B1A-C789-4C45-8355-9D42217357A2}"/>
              </a:ext>
            </a:extLst>
          </p:cNvPr>
          <p:cNvSpPr>
            <a:spLocks xmlns:a="http://schemas.openxmlformats.org/drawingml/2006/main" noGrp="1"/>
          </p:cNvSpPr>
          <p:nvPr/>
        </p:nvSpPr>
        <p:spPr>
          <a:xfrm xmlns:a="http://schemas.openxmlformats.org/drawingml/2006/main" rot="0" flipH="0" flipV="0">
            <a:off x="0" y="7424595"/>
            <a:ext cx="18691453" cy="2862405"/>
          </a:xfrm>
          <a:custGeom xmlns:a="http://schemas.openxmlformats.org/drawingml/2006/main">
            <a:rect l="l" t="t" r="r" b="b"/>
            <a:pathLst>
              <a:path w="2895795" h="443461">
                <a:moveTo>
                  <a:pt x="0" y="0"/>
                </a:moveTo>
                <a:lnTo>
                  <a:pt x="2895795" y="0"/>
                </a:lnTo>
                <a:lnTo>
                  <a:pt x="2895795" y="443461"/>
                </a:lnTo>
                <a:lnTo>
                  <a:pt x="0" y="443461"/>
                </a:lnTo>
                <a:close/>
              </a:path>
            </a:pathLst>
          </a:custGeom>
          <a:blipFill xmlns:a="http://schemas.openxmlformats.org/drawingml/2006/main">
            <a:blip xmlns:r="http://schemas.openxmlformats.org/officeDocument/2006/relationships" r:embed="R8570913d31fc4565"/>
            <a:stretch>
              <a:fillRect l="0" t="-95836" r="0" b="-95836"/>
            </a:stretch>
          </a:blipFill>
        </p:spPr>
      </p:sp>
      <p:sp>
        <p:nvSpPr>
          <p:cNvPr id="4" name="Freeform 4">
            <a:extLst xmlns:a="http://schemas.openxmlformats.org/drawingml/2006/main">
              <a:ext uri="{FF2B5EF4-FFF2-40B4-BE49-F238E27FC236}">
                <a16:creationId xmlns:a16="http://schemas.microsoft.com/office/drawing/2014/main" id="{83849DB9-C184-47F4-A93A-058F34C28055}"/>
              </a:ext>
            </a:extLst>
          </p:cNvPr>
          <p:cNvSpPr>
            <a:spLocks xmlns:a="http://schemas.openxmlformats.org/drawingml/2006/main" noGrp="1"/>
          </p:cNvSpPr>
          <p:nvPr/>
        </p:nvSpPr>
        <p:spPr>
          <a:xfrm xmlns:a="http://schemas.openxmlformats.org/drawingml/2006/main" rot="5400000" flipH="0" flipV="0">
            <a:off x="-47625" y="-47625"/>
            <a:ext cx="3881568" cy="3881568"/>
          </a:xfrm>
          <a:custGeom xmlns:a="http://schemas.openxmlformats.org/drawingml/2006/main">
            <a:rect l="l" t="t" r="r" b="b"/>
            <a:pathLst>
              <a:path w="3881568" h="3881568">
                <a:moveTo>
                  <a:pt x="0" y="0"/>
                </a:moveTo>
                <a:lnTo>
                  <a:pt x="3881568" y="0"/>
                </a:lnTo>
                <a:lnTo>
                  <a:pt x="3881568" y="3881568"/>
                </a:lnTo>
                <a:lnTo>
                  <a:pt x="0" y="3881568"/>
                </a:lnTo>
                <a:lnTo>
                  <a:pt x="0" y="0"/>
                </a:lnTo>
                <a:close/>
              </a:path>
            </a:pathLst>
          </a:custGeom>
          <a:blipFill xmlns:a="http://schemas.openxmlformats.org/drawingml/2006/main">
            <a:blip xmlns:r="http://schemas.openxmlformats.org/officeDocument/2006/relationships" r:embed="R63d3d92ffd2b49a4">
              <a:extLst>
                <a:ext uri="{96DAC541-7B7A-43D3-8B79-37D633B846F1}">
                  <asvg:svgBlip xmlns:asvg="http://schemas.microsoft.com/office/drawing/2016/SVG/main" r:embed="R08ecf2fc43114204"/>
                </a:ext>
              </a:extLst>
            </a:blip>
            <a:stretch>
              <a:fillRect l="0" t="0" r="0" b="0"/>
            </a:stretch>
          </a:blipFill>
        </p:spPr>
      </p:sp>
      <p:sp>
        <p:nvSpPr>
          <p:cNvPr id="5" name="TextBox 5">
            <a:extLst xmlns:a="http://schemas.openxmlformats.org/drawingml/2006/main">
              <a:ext uri="{FF2B5EF4-FFF2-40B4-BE49-F238E27FC236}">
                <a16:creationId xmlns:a16="http://schemas.microsoft.com/office/drawing/2014/main" id="{7F50CB3A-96F2-4BBD-B93F-3269A4C4519E}"/>
              </a:ext>
            </a:extLst>
          </p:cNvPr>
          <p:cNvSpPr>
            <a:spLocks xmlns:a="http://schemas.openxmlformats.org/drawingml/2006/main" noGrp="1"/>
          </p:cNvSpPr>
          <p:nvPr/>
        </p:nvSpPr>
        <p:spPr>
          <a:xfrm xmlns:a="http://schemas.openxmlformats.org/drawingml/2006/main" rot="0">
            <a:off x="4496270" y="4718447"/>
            <a:ext cx="9295459" cy="647065"/>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5095"/>
              </a:lnSpc>
              <a:buNone/>
            </a:pPr>
            <a:r>
              <a:rPr sz="3639">
                <a:solidFill>
                  <a:srgbClr val="000000"/>
                </a:solidFill>
                <a:latin typeface="Poppins"/>
                <a:ea typeface="Poppins"/>
                <a:cs typeface="Poppins"/>
              </a:rPr>
              <a:t/>
            </a:r>
          </a:p>
        </p:txBody>
      </p:sp>
      <p:sp>
        <p:nvSpPr>
          <p:cNvPr id="6" name="Freeform 6">
            <a:extLst xmlns:a="http://schemas.openxmlformats.org/drawingml/2006/main">
              <a:ext uri="{FF2B5EF4-FFF2-40B4-BE49-F238E27FC236}">
                <a16:creationId xmlns:a16="http://schemas.microsoft.com/office/drawing/2014/main" id="{BCBFC55E-9527-49CE-9067-1E65A2B4A687}"/>
              </a:ext>
            </a:extLst>
          </p:cNvPr>
          <p:cNvSpPr>
            <a:spLocks xmlns:a="http://schemas.openxmlformats.org/drawingml/2006/main" noGrp="1"/>
          </p:cNvSpPr>
          <p:nvPr/>
        </p:nvSpPr>
        <p:spPr>
          <a:xfrm xmlns:a="http://schemas.openxmlformats.org/drawingml/2006/main" rot="-5400000" flipH="1" flipV="0">
            <a:off x="14621799" y="-263150"/>
            <a:ext cx="3881568" cy="3881568"/>
          </a:xfrm>
          <a:custGeom xmlns:a="http://schemas.openxmlformats.org/drawingml/2006/main">
            <a:rect l="l" t="t" r="r" b="b"/>
            <a:pathLst>
              <a:path w="3881568" h="3881568">
                <a:moveTo>
                  <a:pt x="3881569" y="0"/>
                </a:moveTo>
                <a:lnTo>
                  <a:pt x="0" y="0"/>
                </a:lnTo>
                <a:lnTo>
                  <a:pt x="0" y="3881568"/>
                </a:lnTo>
                <a:lnTo>
                  <a:pt x="3881569" y="3881568"/>
                </a:lnTo>
                <a:lnTo>
                  <a:pt x="3881569" y="0"/>
                </a:lnTo>
                <a:close/>
              </a:path>
            </a:pathLst>
          </a:custGeom>
          <a:blipFill xmlns:a="http://schemas.openxmlformats.org/drawingml/2006/main">
            <a:blip xmlns:r="http://schemas.openxmlformats.org/officeDocument/2006/relationships" r:embed="R63d3d92ffd2b49a4">
              <a:extLst>
                <a:ext uri="{96DAC541-7B7A-43D3-8B79-37D633B846F1}">
                  <asvg:svgBlip xmlns:asvg="http://schemas.microsoft.com/office/drawing/2016/SVG/main" r:embed="R08ecf2fc43114204"/>
                </a:ext>
              </a:extLst>
            </a:blip>
            <a:stretch>
              <a:fillRect l="0" t="0" r="0" b="0"/>
            </a:stretch>
          </a:blipFill>
        </p:spPr>
      </p:sp>
      <p:sp>
        <p:nvSpPr>
          <p:cNvPr id="7" name="TextBox 7">
            <a:extLst xmlns:a="http://schemas.openxmlformats.org/drawingml/2006/main">
              <a:ext uri="{FF2B5EF4-FFF2-40B4-BE49-F238E27FC236}">
                <a16:creationId xmlns:a16="http://schemas.microsoft.com/office/drawing/2014/main" id="{9FAA27D8-370C-4A91-A04F-355A275F0424}"/>
              </a:ext>
            </a:extLst>
          </p:cNvPr>
          <p:cNvSpPr>
            <a:spLocks xmlns:a="http://schemas.openxmlformats.org/drawingml/2006/main" noGrp="1"/>
          </p:cNvSpPr>
          <p:nvPr/>
        </p:nvSpPr>
        <p:spPr>
          <a:xfrm xmlns:a="http://schemas.openxmlformats.org/drawingml/2006/main" rot="0">
            <a:off x="2729597" y="714137"/>
            <a:ext cx="12828806" cy="1291463"/>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10169"/>
              </a:lnSpc>
              <a:buNone/>
            </a:pPr>
            <a:r>
              <a:rPr sz="9000" b="1">
                <a:solidFill>
                  <a:srgbClr val="548CA8"/>
                </a:solidFill>
                <a:latin typeface="Poppins Bold"/>
                <a:ea typeface="Poppins Bold"/>
                <a:cs typeface="Poppins Bold"/>
              </a:rPr>
              <a:t/>
            </a:r>
          </a:p>
        </p:txBody>
      </p:sp>
      <p:sp>
        <p:nvSpPr>
          <p:cNvPr id="8" name="">
            <a:extLst xmlns:a="http://schemas.openxmlformats.org/drawingml/2006/main">
              <a:ext uri="{FF2B5EF4-FFF2-40B4-BE49-F238E27FC236}">
                <a16:creationId xmlns:a16="http://schemas.microsoft.com/office/drawing/2014/main" id="{BD40FE7E-E665-465B-80FC-DF55E43AC0A0}"/>
              </a:ext>
            </a:extLst>
          </p:cNvPr>
          <p:cNvSpPr>
            <a:spLocks xmlns:a="http://schemas.openxmlformats.org/drawingml/2006/main" noGrp="1"/>
          </p:cNvSpPr>
          <p:nvPr/>
        </p:nvSpPr>
        <p:spPr>
          <a:xfrm xmlns:a="http://schemas.openxmlformats.org/drawingml/2006/main">
            <a:off x="685800" y="2333625"/>
            <a:ext cx="15859125" cy="62865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9" name="">
            <a:extLst xmlns:a="http://schemas.openxmlformats.org/drawingml/2006/main">
              <a:ext uri="{FF2B5EF4-FFF2-40B4-BE49-F238E27FC236}">
                <a16:creationId xmlns:a16="http://schemas.microsoft.com/office/drawing/2014/main" id="{96A8A1FC-A415-4A68-8E1F-E065A2F2DBC6}"/>
              </a:ext>
            </a:extLst>
          </p:cNvPr>
          <p:cNvSpPr>
            <a:spLocks xmlns:a="http://schemas.openxmlformats.org/drawingml/2006/main" noGrp="1"/>
          </p:cNvSpPr>
          <p:nvPr/>
        </p:nvSpPr>
        <p:spPr>
          <a:xfrm xmlns:a="http://schemas.openxmlformats.org/drawingml/2006/main">
            <a:off x="1047750" y="647700"/>
            <a:ext cx="762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1">
                <a:solidFill>
                  <a:srgbClr val="2686C5"/>
                </a:solidFill>
              </a:defRPr>
            </a:defPPr>
            <a:lvl1pPr>
              <a:defRPr sz="1200" b="1">
                <a:solidFill>
                  <a:srgbClr val="2686C5"/>
                </a:solidFill>
              </a:defRPr>
            </a:lvl1pPr>
            <a:lvl2pPr>
              <a:defRPr sz="1200" b="1">
                <a:solidFill>
                  <a:srgbClr val="2686C5"/>
                </a:solidFill>
              </a:defRPr>
            </a:lvl2pPr>
            <a:lvl3pPr>
              <a:defRPr sz="1200" b="1">
                <a:solidFill>
                  <a:srgbClr val="2686C5"/>
                </a:solidFill>
              </a:defRPr>
            </a:lvl3pPr>
            <a:lvl4pPr>
              <a:defRPr sz="1200" b="1">
                <a:solidFill>
                  <a:srgbClr val="2686C5"/>
                </a:solidFill>
              </a:defRPr>
            </a:lvl4pPr>
            <a:lvl5pPr>
              <a:defRPr sz="1200" b="1">
                <a:solidFill>
                  <a:srgbClr val="2686C5"/>
                </a:solidFill>
              </a:defRPr>
            </a:lvl5pPr>
            <a:lvl6pPr>
              <a:defRPr sz="1200" b="1">
                <a:solidFill>
                  <a:srgbClr val="2686C5"/>
                </a:solidFill>
              </a:defRPr>
            </a:lvl6pPr>
            <a:lvl7pPr>
              <a:defRPr sz="1200" b="1">
                <a:solidFill>
                  <a:srgbClr val="2686C5"/>
                </a:solidFill>
              </a:defRPr>
            </a:lvl7pPr>
            <a:lvl8pPr>
              <a:defRPr sz="1200" b="1">
                <a:solidFill>
                  <a:srgbClr val="2686C5"/>
                </a:solidFill>
              </a:defRPr>
            </a:lvl8pPr>
            <a:lvl9pPr>
              <a:defRPr sz="1200" b="1">
                <a:solidFill>
                  <a:srgbClr val="2686C5"/>
                </a:solidFill>
              </a:defRPr>
            </a:lvl9pPr>
          </a:lstStyle>
          <a:p xmlns:a="http://schemas.openxmlformats.org/drawingml/2006/main">
            <a:pPr>
              <a:defRPr sz="1200" b="1">
                <a:solidFill>
                  <a:srgbClr val="2686C5"/>
                </a:solidFill>
              </a:defRPr>
            </a:pPr>
            <a:r>
              <a:rPr sz="1200" b="1">
                <a:solidFill>
                  <a:srgbClr val="2686C5"/>
                </a:solidFill>
              </a:rPr>
              <a:t>12</a:t>
            </a:r>
          </a:p>
        </p:txBody>
      </p:sp>
      <p:sp>
        <p:nvSpPr>
          <p:cNvPr id="10" name="">
            <a:extLst xmlns:a="http://schemas.openxmlformats.org/drawingml/2006/main">
              <a:ext uri="{FF2B5EF4-FFF2-40B4-BE49-F238E27FC236}">
                <a16:creationId xmlns:a16="http://schemas.microsoft.com/office/drawing/2014/main" id="{394F4179-0A7A-4B80-A265-75686721789E}"/>
              </a:ext>
            </a:extLst>
          </p:cNvPr>
          <p:cNvSpPr>
            <a:spLocks xmlns:a="http://schemas.openxmlformats.org/drawingml/2006/main" noGrp="1"/>
          </p:cNvSpPr>
          <p:nvPr/>
        </p:nvSpPr>
        <p:spPr>
          <a:xfrm xmlns:a="http://schemas.openxmlformats.org/drawingml/2006/main">
            <a:off x="1047750" y="990600"/>
            <a:ext cx="15240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750" b="1">
                <a:solidFill>
                  <a:srgbClr val="1E5AA8"/>
                </a:solidFill>
              </a:defRPr>
            </a:defPPr>
            <a:lvl1pPr>
              <a:defRPr sz="3750" b="1">
                <a:solidFill>
                  <a:srgbClr val="1E5AA8"/>
                </a:solidFill>
              </a:defRPr>
            </a:lvl1pPr>
            <a:lvl2pPr>
              <a:defRPr sz="3750" b="1">
                <a:solidFill>
                  <a:srgbClr val="1E5AA8"/>
                </a:solidFill>
              </a:defRPr>
            </a:lvl2pPr>
            <a:lvl3pPr>
              <a:defRPr sz="3750" b="1">
                <a:solidFill>
                  <a:srgbClr val="1E5AA8"/>
                </a:solidFill>
              </a:defRPr>
            </a:lvl3pPr>
            <a:lvl4pPr>
              <a:defRPr sz="3750" b="1">
                <a:solidFill>
                  <a:srgbClr val="1E5AA8"/>
                </a:solidFill>
              </a:defRPr>
            </a:lvl4pPr>
            <a:lvl5pPr>
              <a:defRPr sz="3750" b="1">
                <a:solidFill>
                  <a:srgbClr val="1E5AA8"/>
                </a:solidFill>
              </a:defRPr>
            </a:lvl5pPr>
            <a:lvl6pPr>
              <a:defRPr sz="3750" b="1">
                <a:solidFill>
                  <a:srgbClr val="1E5AA8"/>
                </a:solidFill>
              </a:defRPr>
            </a:lvl6pPr>
            <a:lvl7pPr>
              <a:defRPr sz="3750" b="1">
                <a:solidFill>
                  <a:srgbClr val="1E5AA8"/>
                </a:solidFill>
              </a:defRPr>
            </a:lvl7pPr>
            <a:lvl8pPr>
              <a:defRPr sz="3750" b="1">
                <a:solidFill>
                  <a:srgbClr val="1E5AA8"/>
                </a:solidFill>
              </a:defRPr>
            </a:lvl8pPr>
            <a:lvl9pPr>
              <a:defRPr sz="3750" b="1">
                <a:solidFill>
                  <a:srgbClr val="1E5AA8"/>
                </a:solidFill>
              </a:defRPr>
            </a:lvl9pPr>
          </a:lstStyle>
          <a:p xmlns:a="http://schemas.openxmlformats.org/drawingml/2006/main">
            <a:pPr>
              <a:defRPr sz="3750" b="1">
                <a:solidFill>
                  <a:srgbClr val="1E5AA8"/>
                </a:solidFill>
              </a:defRPr>
            </a:pPr>
            <a:r>
              <a:rPr sz="3750" b="1">
                <a:solidFill>
                  <a:srgbClr val="1E5AA8"/>
                </a:solidFill>
              </a:rPr>
              <a:t>Handoff và tổng kết</a:t>
            </a:r>
          </a:p>
        </p:txBody>
      </p:sp>
      <p:sp>
        <p:nvSpPr>
          <p:cNvPr id="11" name="">
            <a:extLst xmlns:a="http://schemas.openxmlformats.org/drawingml/2006/main">
              <a:ext uri="{FF2B5EF4-FFF2-40B4-BE49-F238E27FC236}">
                <a16:creationId xmlns:a16="http://schemas.microsoft.com/office/drawing/2014/main" id="{7A0DD7D4-70DE-4929-AD82-79D0F37F9AAB}"/>
              </a:ext>
            </a:extLst>
          </p:cNvPr>
          <p:cNvSpPr>
            <a:spLocks xmlns:a="http://schemas.openxmlformats.org/drawingml/2006/main" noGrp="1"/>
          </p:cNvSpPr>
          <p:nvPr/>
        </p:nvSpPr>
        <p:spPr>
          <a:xfrm xmlns:a="http://schemas.openxmlformats.org/drawingml/2006/main">
            <a:off x="1066800" y="1866900"/>
            <a:ext cx="14287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a:solidFill>
                  <a:srgbClr val="536878"/>
                </a:solidFill>
              </a:defRPr>
            </a:defPPr>
            <a:lvl1pPr>
              <a:defRPr sz="1575">
                <a:solidFill>
                  <a:srgbClr val="536878"/>
                </a:solidFill>
              </a:defRPr>
            </a:lvl1pPr>
            <a:lvl2pPr>
              <a:defRPr sz="1575">
                <a:solidFill>
                  <a:srgbClr val="536878"/>
                </a:solidFill>
              </a:defRPr>
            </a:lvl2pPr>
            <a:lvl3pPr>
              <a:defRPr sz="1575">
                <a:solidFill>
                  <a:srgbClr val="536878"/>
                </a:solidFill>
              </a:defRPr>
            </a:lvl3pPr>
            <a:lvl4pPr>
              <a:defRPr sz="1575">
                <a:solidFill>
                  <a:srgbClr val="536878"/>
                </a:solidFill>
              </a:defRPr>
            </a:lvl4pPr>
            <a:lvl5pPr>
              <a:defRPr sz="1575">
                <a:solidFill>
                  <a:srgbClr val="536878"/>
                </a:solidFill>
              </a:defRPr>
            </a:lvl5pPr>
            <a:lvl6pPr>
              <a:defRPr sz="1575">
                <a:solidFill>
                  <a:srgbClr val="536878"/>
                </a:solidFill>
              </a:defRPr>
            </a:lvl6pPr>
            <a:lvl7pPr>
              <a:defRPr sz="1575">
                <a:solidFill>
                  <a:srgbClr val="536878"/>
                </a:solidFill>
              </a:defRPr>
            </a:lvl7pPr>
            <a:lvl8pPr>
              <a:defRPr sz="1575">
                <a:solidFill>
                  <a:srgbClr val="536878"/>
                </a:solidFill>
              </a:defRPr>
            </a:lvl8pPr>
            <a:lvl9pPr>
              <a:defRPr sz="1575">
                <a:solidFill>
                  <a:srgbClr val="536878"/>
                </a:solidFill>
              </a:defRPr>
            </a:lvl9pPr>
          </a:lstStyle>
          <a:p xmlns:a="http://schemas.openxmlformats.org/drawingml/2006/main">
            <a:pPr>
              <a:defRPr sz="1575">
                <a:solidFill>
                  <a:srgbClr val="536878"/>
                </a:solidFill>
              </a:defRPr>
            </a:pPr>
            <a:r>
              <a:rPr sz="1575">
                <a:solidFill>
                  <a:srgbClr val="536878"/>
                </a:solidFill>
              </a:rPr>
              <a:t>Tài liệu bàn giao được tổ chức theo từng màn hình và mapping sang Flutter.</a:t>
            </a:r>
          </a:p>
        </p:txBody>
      </p:sp>
      <p:sp>
        <p:nvSpPr>
          <p:cNvPr id="12" name="">
            <a:extLst xmlns:a="http://schemas.openxmlformats.org/drawingml/2006/main">
              <a:ext uri="{FF2B5EF4-FFF2-40B4-BE49-F238E27FC236}">
                <a16:creationId xmlns:a16="http://schemas.microsoft.com/office/drawing/2014/main" id="{B71E5C9D-C64C-4242-9457-704ECB6927F2}"/>
              </a:ext>
            </a:extLst>
          </p:cNvPr>
          <p:cNvSpPr>
            <a:spLocks xmlns:a="http://schemas.openxmlformats.org/drawingml/2006/main" noGrp="1"/>
          </p:cNvSpPr>
          <p:nvPr/>
        </p:nvSpPr>
        <p:spPr>
          <a:xfrm xmlns:a="http://schemas.openxmlformats.org/drawingml/2006/main">
            <a:off x="1714500" y="3000375"/>
            <a:ext cx="6191250" cy="2571750"/>
          </a:xfrm>
          <a:prstGeom xmlns:a="http://schemas.openxmlformats.org/drawingml/2006/main" prst="roundRect">
            <a:avLst>
              <a:gd name="adj" fmla="val 4444"/>
            </a:avLst>
          </a:prstGeom>
          <a:solidFill xmlns:a="http://schemas.openxmlformats.org/drawingml/2006/main">
            <a:srgbClr val="FFFFFF"/>
          </a:solidFill>
          <a:ln xmlns:a="http://schemas.openxmlformats.org/drawingml/2006/main" w="9525">
            <a:solidFill>
              <a:srgbClr val="D6E3ED"/>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3" name="">
            <a:extLst xmlns:a="http://schemas.openxmlformats.org/drawingml/2006/main">
              <a:ext uri="{FF2B5EF4-FFF2-40B4-BE49-F238E27FC236}">
                <a16:creationId xmlns:a16="http://schemas.microsoft.com/office/drawing/2014/main" id="{4FC7ED11-9D88-4453-B23E-F97D0908DFD6}"/>
              </a:ext>
            </a:extLst>
          </p:cNvPr>
          <p:cNvSpPr>
            <a:spLocks xmlns:a="http://schemas.openxmlformats.org/drawingml/2006/main" noGrp="1"/>
          </p:cNvSpPr>
          <p:nvPr/>
        </p:nvSpPr>
        <p:spPr>
          <a:xfrm xmlns:a="http://schemas.openxmlformats.org/drawingml/2006/main">
            <a:off x="1714500" y="3000375"/>
            <a:ext cx="95250" cy="2571750"/>
          </a:xfrm>
          <a:prstGeom xmlns:a="http://schemas.openxmlformats.org/drawingml/2006/main" prst="rect">
            <a:avLst/>
          </a:prstGeom>
          <a:solidFill xmlns:a="http://schemas.openxmlformats.org/drawingml/2006/main">
            <a:srgbClr val="2686C5"/>
          </a:solidFill>
          <a:ln xmlns:a="http://schemas.openxmlformats.org/drawingml/2006/main" w="0">
            <a:solidFill>
              <a:srgbClr val="2686C5"/>
            </a:solidFill>
            <a:prstDash val="solid"/>
          </a:ln>
        </p:spPr>
      </p:sp>
      <p:sp>
        <p:nvSpPr>
          <p:cNvPr id="14" name="">
            <a:extLst xmlns:a="http://schemas.openxmlformats.org/drawingml/2006/main">
              <a:ext uri="{FF2B5EF4-FFF2-40B4-BE49-F238E27FC236}">
                <a16:creationId xmlns:a16="http://schemas.microsoft.com/office/drawing/2014/main" id="{EF190348-8118-4D86-86D4-8831C5453B4B}"/>
              </a:ext>
            </a:extLst>
          </p:cNvPr>
          <p:cNvSpPr>
            <a:spLocks xmlns:a="http://schemas.openxmlformats.org/drawingml/2006/main" noGrp="1"/>
          </p:cNvSpPr>
          <p:nvPr/>
        </p:nvSpPr>
        <p:spPr>
          <a:xfrm xmlns:a="http://schemas.openxmlformats.org/drawingml/2006/main">
            <a:off x="2000250" y="3209925"/>
            <a:ext cx="56578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1E5AA8"/>
                </a:solidFill>
              </a:defRPr>
            </a:defPPr>
            <a:lvl1pPr>
              <a:defRPr sz="2025" b="1">
                <a:solidFill>
                  <a:srgbClr val="1E5AA8"/>
                </a:solidFill>
              </a:defRPr>
            </a:lvl1pPr>
            <a:lvl2pPr>
              <a:defRPr sz="2025" b="1">
                <a:solidFill>
                  <a:srgbClr val="1E5AA8"/>
                </a:solidFill>
              </a:defRPr>
            </a:lvl2pPr>
            <a:lvl3pPr>
              <a:defRPr sz="2025" b="1">
                <a:solidFill>
                  <a:srgbClr val="1E5AA8"/>
                </a:solidFill>
              </a:defRPr>
            </a:lvl3pPr>
            <a:lvl4pPr>
              <a:defRPr sz="2025" b="1">
                <a:solidFill>
                  <a:srgbClr val="1E5AA8"/>
                </a:solidFill>
              </a:defRPr>
            </a:lvl4pPr>
            <a:lvl5pPr>
              <a:defRPr sz="2025" b="1">
                <a:solidFill>
                  <a:srgbClr val="1E5AA8"/>
                </a:solidFill>
              </a:defRPr>
            </a:lvl5pPr>
            <a:lvl6pPr>
              <a:defRPr sz="2025" b="1">
                <a:solidFill>
                  <a:srgbClr val="1E5AA8"/>
                </a:solidFill>
              </a:defRPr>
            </a:lvl6pPr>
            <a:lvl7pPr>
              <a:defRPr sz="2025" b="1">
                <a:solidFill>
                  <a:srgbClr val="1E5AA8"/>
                </a:solidFill>
              </a:defRPr>
            </a:lvl7pPr>
            <a:lvl8pPr>
              <a:defRPr sz="2025" b="1">
                <a:solidFill>
                  <a:srgbClr val="1E5AA8"/>
                </a:solidFill>
              </a:defRPr>
            </a:lvl8pPr>
            <a:lvl9pPr>
              <a:defRPr sz="2025" b="1">
                <a:solidFill>
                  <a:srgbClr val="1E5AA8"/>
                </a:solidFill>
              </a:defRPr>
            </a:lvl9pPr>
          </a:lstStyle>
          <a:p xmlns:a="http://schemas.openxmlformats.org/drawingml/2006/main">
            <a:pPr>
              <a:defRPr sz="2025" b="1">
                <a:solidFill>
                  <a:srgbClr val="1E5AA8"/>
                </a:solidFill>
              </a:defRPr>
            </a:pPr>
            <a:r>
              <a:rPr sz="2025" b="1">
                <a:solidFill>
                  <a:srgbClr val="1E5AA8"/>
                </a:solidFill>
              </a:rPr>
              <a:t>Handoff hiện có</a:t>
            </a:r>
          </a:p>
        </p:txBody>
      </p:sp>
      <p:sp>
        <p:nvSpPr>
          <p:cNvPr id="15" name="">
            <a:extLst xmlns:a="http://schemas.openxmlformats.org/drawingml/2006/main">
              <a:ext uri="{FF2B5EF4-FFF2-40B4-BE49-F238E27FC236}">
                <a16:creationId xmlns:a16="http://schemas.microsoft.com/office/drawing/2014/main" id="{337034FB-026C-4A66-AB19-4B85ECE1465E}"/>
              </a:ext>
            </a:extLst>
          </p:cNvPr>
          <p:cNvSpPr>
            <a:spLocks xmlns:a="http://schemas.openxmlformats.org/drawingml/2006/main" noGrp="1"/>
          </p:cNvSpPr>
          <p:nvPr/>
        </p:nvSpPr>
        <p:spPr>
          <a:xfrm xmlns:a="http://schemas.openxmlformats.org/drawingml/2006/main">
            <a:off x="2000250" y="3743325"/>
            <a:ext cx="5657850" cy="1657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a:solidFill>
                  <a:srgbClr val="334155"/>
                </a:solidFill>
              </a:defRPr>
            </a:defPPr>
            <a:lvl1pPr>
              <a:defRPr sz="1500">
                <a:solidFill>
                  <a:srgbClr val="334155"/>
                </a:solidFill>
              </a:defRPr>
            </a:lvl1pPr>
            <a:lvl2pPr>
              <a:defRPr sz="1500">
                <a:solidFill>
                  <a:srgbClr val="334155"/>
                </a:solidFill>
              </a:defRPr>
            </a:lvl2pPr>
            <a:lvl3pPr>
              <a:defRPr sz="1500">
                <a:solidFill>
                  <a:srgbClr val="334155"/>
                </a:solidFill>
              </a:defRPr>
            </a:lvl3pPr>
            <a:lvl4pPr>
              <a:defRPr sz="1500">
                <a:solidFill>
                  <a:srgbClr val="334155"/>
                </a:solidFill>
              </a:defRPr>
            </a:lvl4pPr>
            <a:lvl5pPr>
              <a:defRPr sz="1500">
                <a:solidFill>
                  <a:srgbClr val="334155"/>
                </a:solidFill>
              </a:defRPr>
            </a:lvl5pPr>
            <a:lvl6pPr>
              <a:defRPr sz="1500">
                <a:solidFill>
                  <a:srgbClr val="334155"/>
                </a:solidFill>
              </a:defRPr>
            </a:lvl6pPr>
            <a:lvl7pPr>
              <a:defRPr sz="1500">
                <a:solidFill>
                  <a:srgbClr val="334155"/>
                </a:solidFill>
              </a:defRPr>
            </a:lvl7pPr>
            <a:lvl8pPr>
              <a:defRPr sz="1500">
                <a:solidFill>
                  <a:srgbClr val="334155"/>
                </a:solidFill>
              </a:defRPr>
            </a:lvl8pPr>
            <a:lvl9pPr>
              <a:defRPr sz="1500">
                <a:solidFill>
                  <a:srgbClr val="334155"/>
                </a:solidFill>
              </a:defRPr>
            </a:lvl9pPr>
          </a:lstStyle>
          <a:p xmlns:a="http://schemas.openxmlformats.org/drawingml/2006/main">
            <a:pPr>
              <a:defRPr sz="1500">
                <a:solidFill>
                  <a:srgbClr val="334155"/>
                </a:solidFill>
              </a:defRPr>
            </a:pPr>
            <a:r>
              <a:rPr sz="1500">
                <a:solidFill>
                  <a:srgbClr val="334155"/>
                </a:solidFill>
              </a:rPr>
              <a:t>8 màn hình × 6 trường: mục tiêu, entry, component, state, interaction, navigation.</a:t>
            </a:r>
          </a:p>
          <a:p xmlns:a="http://schemas.openxmlformats.org/drawingml/2006/main">
            <a:pPr>
              <a:defRPr sz="1500">
                <a:solidFill>
                  <a:srgbClr val="334155"/>
                </a:solidFill>
              </a:defRPr>
            </a:pPr>
            <a:r>
              <a:rPr sz="1500">
                <a:solidFill>
                  <a:srgbClr val="334155"/>
                </a:solidFill>
              </a:rPr>
              <a:t>2 bảng mapping Token → Flutter và Component → Widget.</a:t>
            </a:r>
          </a:p>
        </p:txBody>
      </p:sp>
      <p:sp>
        <p:nvSpPr>
          <p:cNvPr id="16" name="">
            <a:extLst xmlns:a="http://schemas.openxmlformats.org/drawingml/2006/main">
              <a:ext uri="{FF2B5EF4-FFF2-40B4-BE49-F238E27FC236}">
                <a16:creationId xmlns:a16="http://schemas.microsoft.com/office/drawing/2014/main" id="{54EBB856-4994-4793-B4D2-EDE10AC79F10}"/>
              </a:ext>
            </a:extLst>
          </p:cNvPr>
          <p:cNvSpPr>
            <a:spLocks xmlns:a="http://schemas.openxmlformats.org/drawingml/2006/main" noGrp="1"/>
          </p:cNvSpPr>
          <p:nvPr/>
        </p:nvSpPr>
        <p:spPr>
          <a:xfrm xmlns:a="http://schemas.openxmlformats.org/drawingml/2006/main">
            <a:off x="10096500" y="3000375"/>
            <a:ext cx="6191250" cy="2571750"/>
          </a:xfrm>
          <a:prstGeom xmlns:a="http://schemas.openxmlformats.org/drawingml/2006/main" prst="roundRect">
            <a:avLst>
              <a:gd name="adj" fmla="val 4444"/>
            </a:avLst>
          </a:prstGeom>
          <a:solidFill xmlns:a="http://schemas.openxmlformats.org/drawingml/2006/main">
            <a:srgbClr val="FFFFFF"/>
          </a:solidFill>
          <a:ln xmlns:a="http://schemas.openxmlformats.org/drawingml/2006/main" w="9525">
            <a:solidFill>
              <a:srgbClr val="D6E3ED"/>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7" name="">
            <a:extLst xmlns:a="http://schemas.openxmlformats.org/drawingml/2006/main">
              <a:ext uri="{FF2B5EF4-FFF2-40B4-BE49-F238E27FC236}">
                <a16:creationId xmlns:a16="http://schemas.microsoft.com/office/drawing/2014/main" id="{EABA654B-C6B8-4671-9636-FFFA26A93ABE}"/>
              </a:ext>
            </a:extLst>
          </p:cNvPr>
          <p:cNvSpPr>
            <a:spLocks xmlns:a="http://schemas.openxmlformats.org/drawingml/2006/main" noGrp="1"/>
          </p:cNvSpPr>
          <p:nvPr/>
        </p:nvSpPr>
        <p:spPr>
          <a:xfrm xmlns:a="http://schemas.openxmlformats.org/drawingml/2006/main">
            <a:off x="10096500" y="3000375"/>
            <a:ext cx="95250" cy="2571750"/>
          </a:xfrm>
          <a:prstGeom xmlns:a="http://schemas.openxmlformats.org/drawingml/2006/main" prst="rect">
            <a:avLst/>
          </a:prstGeom>
          <a:solidFill xmlns:a="http://schemas.openxmlformats.org/drawingml/2006/main">
            <a:srgbClr val="2686C5"/>
          </a:solidFill>
          <a:ln xmlns:a="http://schemas.openxmlformats.org/drawingml/2006/main" w="0">
            <a:solidFill>
              <a:srgbClr val="2686C5"/>
            </a:solidFill>
            <a:prstDash val="solid"/>
          </a:ln>
        </p:spPr>
      </p:sp>
      <p:sp>
        <p:nvSpPr>
          <p:cNvPr id="18" name="">
            <a:extLst xmlns:a="http://schemas.openxmlformats.org/drawingml/2006/main">
              <a:ext uri="{FF2B5EF4-FFF2-40B4-BE49-F238E27FC236}">
                <a16:creationId xmlns:a16="http://schemas.microsoft.com/office/drawing/2014/main" id="{F52DD39F-ACB3-470F-97AA-EDA64FB57FC2}"/>
              </a:ext>
            </a:extLst>
          </p:cNvPr>
          <p:cNvSpPr>
            <a:spLocks xmlns:a="http://schemas.openxmlformats.org/drawingml/2006/main" noGrp="1"/>
          </p:cNvSpPr>
          <p:nvPr/>
        </p:nvSpPr>
        <p:spPr>
          <a:xfrm xmlns:a="http://schemas.openxmlformats.org/drawingml/2006/main">
            <a:off x="10382250" y="3209925"/>
            <a:ext cx="56578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1E5AA8"/>
                </a:solidFill>
              </a:defRPr>
            </a:defPPr>
            <a:lvl1pPr>
              <a:defRPr sz="2025" b="1">
                <a:solidFill>
                  <a:srgbClr val="1E5AA8"/>
                </a:solidFill>
              </a:defRPr>
            </a:lvl1pPr>
            <a:lvl2pPr>
              <a:defRPr sz="2025" b="1">
                <a:solidFill>
                  <a:srgbClr val="1E5AA8"/>
                </a:solidFill>
              </a:defRPr>
            </a:lvl2pPr>
            <a:lvl3pPr>
              <a:defRPr sz="2025" b="1">
                <a:solidFill>
                  <a:srgbClr val="1E5AA8"/>
                </a:solidFill>
              </a:defRPr>
            </a:lvl3pPr>
            <a:lvl4pPr>
              <a:defRPr sz="2025" b="1">
                <a:solidFill>
                  <a:srgbClr val="1E5AA8"/>
                </a:solidFill>
              </a:defRPr>
            </a:lvl4pPr>
            <a:lvl5pPr>
              <a:defRPr sz="2025" b="1">
                <a:solidFill>
                  <a:srgbClr val="1E5AA8"/>
                </a:solidFill>
              </a:defRPr>
            </a:lvl5pPr>
            <a:lvl6pPr>
              <a:defRPr sz="2025" b="1">
                <a:solidFill>
                  <a:srgbClr val="1E5AA8"/>
                </a:solidFill>
              </a:defRPr>
            </a:lvl6pPr>
            <a:lvl7pPr>
              <a:defRPr sz="2025" b="1">
                <a:solidFill>
                  <a:srgbClr val="1E5AA8"/>
                </a:solidFill>
              </a:defRPr>
            </a:lvl7pPr>
            <a:lvl8pPr>
              <a:defRPr sz="2025" b="1">
                <a:solidFill>
                  <a:srgbClr val="1E5AA8"/>
                </a:solidFill>
              </a:defRPr>
            </a:lvl8pPr>
            <a:lvl9pPr>
              <a:defRPr sz="2025" b="1">
                <a:solidFill>
                  <a:srgbClr val="1E5AA8"/>
                </a:solidFill>
              </a:defRPr>
            </a:lvl9pPr>
          </a:lstStyle>
          <a:p xmlns:a="http://schemas.openxmlformats.org/drawingml/2006/main">
            <a:pPr>
              <a:defRPr sz="2025" b="1">
                <a:solidFill>
                  <a:srgbClr val="1E5AA8"/>
                </a:solidFill>
              </a:defRPr>
            </a:pPr>
            <a:r>
              <a:rPr sz="2025" b="1">
                <a:solidFill>
                  <a:srgbClr val="1E5AA8"/>
                </a:solidFill>
              </a:rPr>
              <a:t>Cần bổ sung trước nộp</a:t>
            </a:r>
          </a:p>
        </p:txBody>
      </p:sp>
      <p:sp>
        <p:nvSpPr>
          <p:cNvPr id="19" name="">
            <a:extLst xmlns:a="http://schemas.openxmlformats.org/drawingml/2006/main">
              <a:ext uri="{FF2B5EF4-FFF2-40B4-BE49-F238E27FC236}">
                <a16:creationId xmlns:a16="http://schemas.microsoft.com/office/drawing/2014/main" id="{75ADB9A6-CEE6-48AF-B8C0-FB346A2D6543}"/>
              </a:ext>
            </a:extLst>
          </p:cNvPr>
          <p:cNvSpPr>
            <a:spLocks xmlns:a="http://schemas.openxmlformats.org/drawingml/2006/main" noGrp="1"/>
          </p:cNvSpPr>
          <p:nvPr/>
        </p:nvSpPr>
        <p:spPr>
          <a:xfrm xmlns:a="http://schemas.openxmlformats.org/drawingml/2006/main">
            <a:off x="10382250" y="3743325"/>
            <a:ext cx="5657850" cy="1657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a:solidFill>
                  <a:srgbClr val="334155"/>
                </a:solidFill>
              </a:defRPr>
            </a:defPPr>
            <a:lvl1pPr>
              <a:defRPr sz="1500">
                <a:solidFill>
                  <a:srgbClr val="334155"/>
                </a:solidFill>
              </a:defRPr>
            </a:lvl1pPr>
            <a:lvl2pPr>
              <a:defRPr sz="1500">
                <a:solidFill>
                  <a:srgbClr val="334155"/>
                </a:solidFill>
              </a:defRPr>
            </a:lvl2pPr>
            <a:lvl3pPr>
              <a:defRPr sz="1500">
                <a:solidFill>
                  <a:srgbClr val="334155"/>
                </a:solidFill>
              </a:defRPr>
            </a:lvl3pPr>
            <a:lvl4pPr>
              <a:defRPr sz="1500">
                <a:solidFill>
                  <a:srgbClr val="334155"/>
                </a:solidFill>
              </a:defRPr>
            </a:lvl4pPr>
            <a:lvl5pPr>
              <a:defRPr sz="1500">
                <a:solidFill>
                  <a:srgbClr val="334155"/>
                </a:solidFill>
              </a:defRPr>
            </a:lvl5pPr>
            <a:lvl6pPr>
              <a:defRPr sz="1500">
                <a:solidFill>
                  <a:srgbClr val="334155"/>
                </a:solidFill>
              </a:defRPr>
            </a:lvl6pPr>
            <a:lvl7pPr>
              <a:defRPr sz="1500">
                <a:solidFill>
                  <a:srgbClr val="334155"/>
                </a:solidFill>
              </a:defRPr>
            </a:lvl7pPr>
            <a:lvl8pPr>
              <a:defRPr sz="1500">
                <a:solidFill>
                  <a:srgbClr val="334155"/>
                </a:solidFill>
              </a:defRPr>
            </a:lvl8pPr>
            <a:lvl9pPr>
              <a:defRPr sz="1500">
                <a:solidFill>
                  <a:srgbClr val="334155"/>
                </a:solidFill>
              </a:defRPr>
            </a:lvl9pPr>
          </a:lstStyle>
          <a:p xmlns:a="http://schemas.openxmlformats.org/drawingml/2006/main">
            <a:pPr>
              <a:defRPr sz="1500">
                <a:solidFill>
                  <a:srgbClr val="334155"/>
                </a:solidFill>
              </a:defRPr>
            </a:pPr>
            <a:r>
              <a:rPr sz="1500">
                <a:solidFill>
                  <a:srgbClr val="334155"/>
                </a:solidFill>
              </a:rPr>
              <a:t>Đồng bộ 8 Final UI nguồn gốc vào Figma; liên kết 3 flow; kiểm tra 412 dp; chụp ảnh bằng chứng theo checklist.</a:t>
            </a:r>
          </a:p>
        </p:txBody>
      </p:sp>
      <p:sp>
        <p:nvSpPr>
          <p:cNvPr id="20" name="">
            <a:extLst xmlns:a="http://schemas.openxmlformats.org/drawingml/2006/main">
              <a:ext uri="{FF2B5EF4-FFF2-40B4-BE49-F238E27FC236}">
                <a16:creationId xmlns:a16="http://schemas.microsoft.com/office/drawing/2014/main" id="{D2FEC967-5C97-4D16-89DC-418197C96F18}"/>
              </a:ext>
            </a:extLst>
          </p:cNvPr>
          <p:cNvSpPr>
            <a:spLocks xmlns:a="http://schemas.openxmlformats.org/drawingml/2006/main" noGrp="1"/>
          </p:cNvSpPr>
          <p:nvPr/>
        </p:nvSpPr>
        <p:spPr>
          <a:xfrm xmlns:a="http://schemas.openxmlformats.org/drawingml/2006/main">
            <a:off x="2381250" y="6715125"/>
            <a:ext cx="13525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a:solidFill>
                  <a:srgbClr val="1E5AA8"/>
                </a:solidFill>
              </a:defRPr>
            </a:defPPr>
            <a:lvl1pPr>
              <a:defRPr sz="1500">
                <a:solidFill>
                  <a:srgbClr val="1E5AA8"/>
                </a:solidFill>
              </a:defRPr>
            </a:lvl1pPr>
            <a:lvl2pPr>
              <a:defRPr sz="1500">
                <a:solidFill>
                  <a:srgbClr val="1E5AA8"/>
                </a:solidFill>
              </a:defRPr>
            </a:lvl2pPr>
            <a:lvl3pPr>
              <a:defRPr sz="1500">
                <a:solidFill>
                  <a:srgbClr val="1E5AA8"/>
                </a:solidFill>
              </a:defRPr>
            </a:lvl3pPr>
            <a:lvl4pPr>
              <a:defRPr sz="1500">
                <a:solidFill>
                  <a:srgbClr val="1E5AA8"/>
                </a:solidFill>
              </a:defRPr>
            </a:lvl4pPr>
            <a:lvl5pPr>
              <a:defRPr sz="1500">
                <a:solidFill>
                  <a:srgbClr val="1E5AA8"/>
                </a:solidFill>
              </a:defRPr>
            </a:lvl5pPr>
            <a:lvl6pPr>
              <a:defRPr sz="1500">
                <a:solidFill>
                  <a:srgbClr val="1E5AA8"/>
                </a:solidFill>
              </a:defRPr>
            </a:lvl6pPr>
            <a:lvl7pPr>
              <a:defRPr sz="1500">
                <a:solidFill>
                  <a:srgbClr val="1E5AA8"/>
                </a:solidFill>
              </a:defRPr>
            </a:lvl7pPr>
            <a:lvl8pPr>
              <a:defRPr sz="1500">
                <a:solidFill>
                  <a:srgbClr val="1E5AA8"/>
                </a:solidFill>
              </a:defRPr>
            </a:lvl8pPr>
            <a:lvl9pPr>
              <a:defRPr sz="1500">
                <a:solidFill>
                  <a:srgbClr val="1E5AA8"/>
                </a:solidFill>
              </a:defRPr>
            </a:lvl9pPr>
          </a:lstStyle>
          <a:p xmlns:a="http://schemas.openxmlformats.org/drawingml/2006/main">
            <a:pPr>
              <a:defRPr sz="1500">
                <a:solidFill>
                  <a:srgbClr val="1E5AA8"/>
                </a:solidFill>
              </a:defRPr>
            </a:pPr>
            <a:r>
              <a:rPr sz="1500">
                <a:solidFill>
                  <a:srgbClr val="1E5AA8"/>
                </a:solidFill>
              </a:rPr>
              <a:t>Tài liệu: handoff/flutter-handoff.md · design/design-decisions.md · ux/user-flow.md</a:t>
            </a:r>
          </a:p>
        </p:txBody>
      </p:sp>
      <p:sp>
        <p:nvSpPr>
          <p:cNvPr id="21" name="">
            <a:extLst xmlns:a="http://schemas.openxmlformats.org/drawingml/2006/main">
              <a:ext uri="{FF2B5EF4-FFF2-40B4-BE49-F238E27FC236}">
                <a16:creationId xmlns:a16="http://schemas.microsoft.com/office/drawing/2014/main" id="{455091AD-95EA-414F-93FF-296AB83C20BD}"/>
              </a:ext>
            </a:extLst>
          </p:cNvPr>
          <p:cNvSpPr>
            <a:spLocks xmlns:a="http://schemas.openxmlformats.org/drawingml/2006/main" noGrp="1"/>
          </p:cNvSpPr>
          <p:nvPr/>
        </p:nvSpPr>
        <p:spPr>
          <a:xfrm xmlns:a="http://schemas.openxmlformats.org/drawingml/2006/main">
            <a:off x="4953000" y="7953375"/>
            <a:ext cx="8858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550" b="1">
                <a:solidFill>
                  <a:srgbClr val="1E5AA8"/>
                </a:solidFill>
              </a:defRPr>
            </a:defPPr>
            <a:lvl1pPr>
              <a:defRPr sz="2550" b="1">
                <a:solidFill>
                  <a:srgbClr val="1E5AA8"/>
                </a:solidFill>
              </a:defRPr>
            </a:lvl1pPr>
            <a:lvl2pPr>
              <a:defRPr sz="2550" b="1">
                <a:solidFill>
                  <a:srgbClr val="1E5AA8"/>
                </a:solidFill>
              </a:defRPr>
            </a:lvl2pPr>
            <a:lvl3pPr>
              <a:defRPr sz="2550" b="1">
                <a:solidFill>
                  <a:srgbClr val="1E5AA8"/>
                </a:solidFill>
              </a:defRPr>
            </a:lvl3pPr>
            <a:lvl4pPr>
              <a:defRPr sz="2550" b="1">
                <a:solidFill>
                  <a:srgbClr val="1E5AA8"/>
                </a:solidFill>
              </a:defRPr>
            </a:lvl4pPr>
            <a:lvl5pPr>
              <a:defRPr sz="2550" b="1">
                <a:solidFill>
                  <a:srgbClr val="1E5AA8"/>
                </a:solidFill>
              </a:defRPr>
            </a:lvl5pPr>
            <a:lvl6pPr>
              <a:defRPr sz="2550" b="1">
                <a:solidFill>
                  <a:srgbClr val="1E5AA8"/>
                </a:solidFill>
              </a:defRPr>
            </a:lvl6pPr>
            <a:lvl7pPr>
              <a:defRPr sz="2550" b="1">
                <a:solidFill>
                  <a:srgbClr val="1E5AA8"/>
                </a:solidFill>
              </a:defRPr>
            </a:lvl7pPr>
            <a:lvl8pPr>
              <a:defRPr sz="2550" b="1">
                <a:solidFill>
                  <a:srgbClr val="1E5AA8"/>
                </a:solidFill>
              </a:defRPr>
            </a:lvl8pPr>
            <a:lvl9pPr>
              <a:defRPr sz="2550" b="1">
                <a:solidFill>
                  <a:srgbClr val="1E5AA8"/>
                </a:solidFill>
              </a:defRPr>
            </a:lvl9pPr>
          </a:lstStyle>
          <a:p xmlns:a="http://schemas.openxmlformats.org/drawingml/2006/main">
            <a:pPr>
              <a:defRPr sz="2550" b="1">
                <a:solidFill>
                  <a:srgbClr val="1E5AA8"/>
                </a:solidFill>
              </a:defRPr>
            </a:pPr>
            <a:r>
              <a:rPr sz="2550" b="1">
                <a:solidFill>
                  <a:srgbClr val="1E5AA8"/>
                </a:solidFill>
              </a:rPr>
              <a:t>Cảm ơn thầy/cô và các bạn</a:t>
            </a:r>
          </a:p>
        </p:txBody>
      </p:sp>
    </p:spTree>
    <p:extLst>
      <p:ext uri="{BB962C8B-B14F-4D97-AF65-F5344CB8AC3E}">
        <p14:creationId xmlns:p14="http://schemas.microsoft.com/office/powerpoint/2010/main" val="134745682"/>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2026-10-24T21:30:07.7950000Z</dcterms:created>
  <dcterms:modified xsi:type="dcterms:W3CDTF">2026-10-24T21:30:07.7950000Z</dcterms:modified>
</coreProperties>
</file>